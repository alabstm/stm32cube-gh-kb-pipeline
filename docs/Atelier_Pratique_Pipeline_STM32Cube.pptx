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r GHARBI" userId="ef92528f-00ab-4d87-966c-386bca485bd0" providerId="ADAL" clId="{F3D16DED-CAA7-4BF5-81E4-89DEDE7057F7}"/>
    <pc:docChg chg="modSld">
      <pc:chgData name="Abir GHARBI" userId="ef92528f-00ab-4d87-966c-386bca485bd0" providerId="ADAL" clId="{F3D16DED-CAA7-4BF5-81E4-89DEDE7057F7}" dt="2026-07-01T13:30:15.331" v="8" actId="20577"/>
      <pc:docMkLst>
        <pc:docMk/>
      </pc:docMkLst>
      <pc:sldChg chg="modSp mod">
        <pc:chgData name="Abir GHARBI" userId="ef92528f-00ab-4d87-966c-386bca485bd0" providerId="ADAL" clId="{F3D16DED-CAA7-4BF5-81E4-89DEDE7057F7}" dt="2026-07-01T13:21:58.761" v="1" actId="20577"/>
        <pc:sldMkLst>
          <pc:docMk/>
          <pc:sldMk cId="0" sldId="260"/>
        </pc:sldMkLst>
        <pc:spChg chg="mod">
          <ac:chgData name="Abir GHARBI" userId="ef92528f-00ab-4d87-966c-386bca485bd0" providerId="ADAL" clId="{F3D16DED-CAA7-4BF5-81E4-89DEDE7057F7}" dt="2026-07-01T13:21:58.761" v="1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7-01T13:28:39.059" v="6" actId="20577"/>
        <pc:sldMkLst>
          <pc:docMk/>
          <pc:sldMk cId="0" sldId="265"/>
        </pc:sldMkLst>
        <pc:spChg chg="mod">
          <ac:chgData name="Abir GHARBI" userId="ef92528f-00ab-4d87-966c-386bca485bd0" providerId="ADAL" clId="{F3D16DED-CAA7-4BF5-81E4-89DEDE7057F7}" dt="2026-07-01T13:28:39.059" v="6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7-01T13:30:15.331" v="8" actId="20577"/>
        <pc:sldMkLst>
          <pc:docMk/>
          <pc:sldMk cId="0" sldId="266"/>
        </pc:sldMkLst>
        <pc:spChg chg="mod">
          <ac:chgData name="Abir GHARBI" userId="ef92528f-00ab-4d87-966c-386bca485bd0" providerId="ADAL" clId="{F3D16DED-CAA7-4BF5-81E4-89DEDE7057F7}" dt="2026-07-01T13:30:15.331" v="8" actId="20577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STM32Cube Preprocessing Pipeline</a:t>
            </a:r>
            <a:br/>
            <a:r>
              <a:t>From Raw GitHub Data to AI-Ready Knowledge</a:t>
            </a:r>
          </a:p>
          <a:p>
            <a:pPr algn="l">
              <a:defRPr sz="1800">
                <a:solidFill>
                  <a:srgbClr val="3CB4E6"/>
                </a:solidFill>
              </a:defRPr>
            </a:pPr>
            <a:r>
              <a:t>Practical Workshop — Full End-to-End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1. Executive Summary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2. Context &amp; Business Need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3. Architecture Overview (+ Master Diagram)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4. End-to-End Pipeline — 23 Steps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5. Configuration &amp; Execution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6. Preprocessing Deep Dive (Cleaning, Enrichment, Similarity)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7. ALFRED Vision Integration (PDF + Images)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8. Delivery &amp; Upload to Knowledge Base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9. Quality Gates &amp; Validation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10. Value Proposition &amp; Impact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11. Operational Guide (Troubleshooting, Best Practices)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12. Live Demo &amp; Hands-On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13. Conclusion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1. 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What This Workshop Is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Problem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STM32 technical knowledge is fragmented across 25+ GitHub repos, 10k+ issues, PDFs, and images.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Without structured preprocessing, AI assistants produce generic, unsourced, or inaccurate answers.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Solution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A 7-stage automated pipeline that transforms raw GitHub signals into structured,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traceable, upload-ready Knowledge Base artifacts for ST ChatGPT.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What You Will Learn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How to configure, run, validate, and deploy the full pipeline for any STM32 series.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How ALFRED Vision enriches images and PDF figures into searchable descriptions.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How quality gates ensure production-grade reliability before each KB upload.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Key Message — 30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One sentence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This pipeline turns scattered, heterogeneous GitHub data into AI-ready knowledge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that makes STM32 support answers more relevant, traceable, and actionable.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By the numbers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25 MCU series configured | </a:t>
            </a:r>
            <a:r>
              <a:rPr lang="fr-FR" dirty="0"/>
              <a:t>25</a:t>
            </a:r>
            <a:r>
              <a:rPr dirty="0"/>
              <a:t> fully processed with PDF enrichment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242 PDF figure descriptions generated via ALFRED Vision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4 artifact types per series: Issues, Files, Resolver Cases, Diagnostic Cards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Quality Index: 94/100 on pilot series H7 with Diagnostic Cards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Impact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KB-first answers are +39% more relevant than generic LLM on STM32 technical questions.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This is not just an ETL — it’s a quality chain for reliable AI-powered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 Context &amp; Business Need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The Problem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Current Challenges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Customer support engineers spend significant time searching fragmented sources.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Raw GitHub issues contain noise: off-topic, duplicates, short questions, images without text.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PDF documentation contains critical figures that are invisible to text-based search.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No automated link between issues, root causes, and resolutions.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Business Need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 single AI-powered support interface (ST ChatGPT) that answers from verified, structured data.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Traceability: every answer must link back to a source (issue, file, commit, figure).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Scalability: the solution must work for all 25 STM32 series, not just one.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Maintainability: adding a new series must be a simple configuration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Pain Points vs. Pipeline Solution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Pain Point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Without Pipeline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With Pipeline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Fragmented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Manual search across repos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Unified, structured KB artifacts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Images/figures not indexed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Invisible to 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ALFRED descriptions make them searchable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 root cause tracing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Generic LLM guess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Resolver Cases + Diagnostic Cards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Manual per-series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Hours of manual curation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Automated multi-series 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 quality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Silent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Schema validation + placeholder gates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3. Architecture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High-Level System Architecture — Three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Layer 1: DATA SOURCES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GitHub API (issues, PRs, commits, files), local repo clones, PDF documents.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25 series configured via shared/config/config_&lt;</a:t>
            </a:r>
            <a:r>
              <a:rPr dirty="0" err="1"/>
              <a:t>serie</a:t>
            </a:r>
            <a:r>
              <a:rPr dirty="0"/>
              <a:t>&gt;.</a:t>
            </a:r>
            <a:r>
              <a:rPr dirty="0" err="1"/>
              <a:t>json</a:t>
            </a:r>
            <a:r>
              <a:rPr dirty="0"/>
              <a:t>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Layer 2: PROCESSING ENGINE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Python pipeline: Ingestion → Cleaning → Enrichment → Similarity → Evaluation → Delivery.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ALFRED Vision API: PDF figure descriptions + issue image descriptions.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PowerShell orchestration scripts for batch multi-series workflows.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Layer 3: CONSUMPTION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KB #793: ST ChatGPT Knowledge Base with Hybrid search (semantic + full-text).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Persona: “ST GitHub Analyzer” — KB-first, </a:t>
            </a:r>
            <a:r>
              <a:rPr lang="fr-FR" dirty="0" err="1"/>
              <a:t>NovaX</a:t>
            </a:r>
            <a:r>
              <a:rPr dirty="0"/>
              <a:t> fallback only when KB has no match.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End user: support engineer or developer asking STM32 technical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Master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Single-page view of the entire system: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Also available as editable draw.io: docs/diagrams/01_project_architecture.drawio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Architecture Diagram — Visual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100584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005840"/>
            <a:ext cx="1280160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GitHub API</a:t>
            </a:r>
            <a:br/>
            <a:r>
              <a:t>Issues/PRs/Commits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4320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0360" y="1005840"/>
            <a:ext cx="1280160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Local Clones</a:t>
            </a:r>
            <a:br/>
            <a:r>
              <a:t>GitHub_repos/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6052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97679" y="100584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PDF Documents</a:t>
            </a:r>
            <a:br/>
            <a:r>
              <a:t>User Manuals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7784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15000" y="1005840"/>
            <a:ext cx="1280160" cy="59436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Config JSON</a:t>
            </a:r>
            <a:br/>
            <a:r>
              <a:t>shared/config/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182880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1828800"/>
            <a:ext cx="1135379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1. Ingest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98420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35579" y="1828800"/>
            <a:ext cx="1135379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2. Clean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870959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008119" y="1828800"/>
            <a:ext cx="1135379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3. Enrich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43499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280659" y="1828800"/>
            <a:ext cx="1135379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4. Similarity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416039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53199" y="1828800"/>
            <a:ext cx="1135379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5. Evaluate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88580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825739" y="1828800"/>
            <a:ext cx="1135379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6. Deliver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" y="265176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ALFRED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3040" y="2651760"/>
            <a:ext cx="12801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Path A: PDF</a:t>
            </a:r>
            <a:br/>
            <a:r>
              <a:t>(Step 7)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743200" y="287578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880360" y="2651760"/>
            <a:ext cx="12801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Path B: Images</a:t>
            </a:r>
            <a:br/>
            <a:r>
              <a:t>(Step 23)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" y="347472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DELIVERY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347472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Issues JSON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743200" y="369874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880360" y="347472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Files JSON v3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160520" y="369874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297679" y="347472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Resolver Cases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577840" y="369874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715000" y="347472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Diagnostic Cards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" y="429768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KB #793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63040" y="429768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Hybrid Search</a:t>
            </a:r>
            <a:br/>
            <a:r>
              <a:t>semantic+fulltext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2743200" y="452170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880360" y="429768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ST ChatGPT</a:t>
            </a:r>
            <a:br/>
            <a:r>
              <a:t>Persona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160520" y="452170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297679" y="429768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End User</a:t>
            </a:r>
            <a:br/>
            <a:r>
              <a:t>Support Eng.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Architecture — Data Flow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64008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GITHUB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972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Issues, PRs, Commits, Links → raw JSON per repo</a:t>
            </a:r>
          </a:p>
        </p:txBody>
      </p:sp>
      <p:sp>
        <p:nvSpPr>
          <p:cNvPr id="5" name="Down Arrow 4"/>
          <p:cNvSpPr/>
          <p:nvPr/>
        </p:nvSpPr>
        <p:spPr>
          <a:xfrm>
            <a:off x="1463040" y="17373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22860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LOCAL CLONES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74519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Repository files: READMEs, Release Notes, PDFs, source code</a:t>
            </a:r>
          </a:p>
        </p:txBody>
      </p:sp>
      <p:sp>
        <p:nvSpPr>
          <p:cNvPr id="8" name="Down Arrow 7"/>
          <p:cNvSpPr/>
          <p:nvPr/>
        </p:nvSpPr>
        <p:spPr>
          <a:xfrm>
            <a:off x="1463040" y="251460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228600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PIPELINE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7 stages: Ingest → Clean → Enrich → Similarity → Eval → Deliver → Upload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463040" y="3291839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228600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ALFRED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2900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Image descriptions (screenshots) + PDF figure descriptions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463040" y="406908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2286000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ST-READY 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0624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Structured JSON: issues, files, resolver_cases, diagnostic_cards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463040" y="484632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4983480"/>
            <a:ext cx="22860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KB #793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9834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ST ChatGPT Knowledge Base — Hybrid semantic + full-text search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63040" y="56235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" y="5760720"/>
            <a:ext cx="2286000" cy="64008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END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76072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Support engineer asks question → AI answers with source traceability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Project File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PFE_Chatbot_STM32Cube/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shared/config/             Config per series (config_h7.json, config_f4.json...)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shared/schemas/            JSON schema contracts for validation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pipeline/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ingestion/             fetch_issues, fetch_prs, fetch_files, repo_sync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cleaning/              clean_issues, clean_files (normalize, images)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enrichment/            issues_to_docs_v2, files_to_docs_v2 (classify)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similarity/            TF-IDF cosine → related_issue_ids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chunking/              docs_to_chunks (paragraph-based)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delivery/              export_st_ready_* (4 artifact types)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evaluation/            stats, TF-IDF search, schema validation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pipeline_Automation/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alfred/                enrich_json_images, enrich_pdf_figures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upload/                Add_Data_Source_Files.py, Get_Persona_KBs.py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workflow/              PowerShell orchestration (batch, single-series)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datasets/07_delivery/      Final ST-ready outputs by_series/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GitHub_repos/              Auto-cloned repos (by repo_sync_service.py)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data/                      Intermediate artifacts (NOT committed to git)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└── docs/                      Documentation, diagrams, this 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4. End-to-End Pipeline — 23 Steps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Pipeline — 7 Phases, 23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64008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1-6.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972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GitHub API calls + local repo sync + file collection (incl. PDFs)</a:t>
            </a:r>
          </a:p>
        </p:txBody>
      </p:sp>
      <p:sp>
        <p:nvSpPr>
          <p:cNvPr id="5" name="Down Arrow 4"/>
          <p:cNvSpPr/>
          <p:nvPr/>
        </p:nvSpPr>
        <p:spPr>
          <a:xfrm>
            <a:off x="1463040" y="17373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22860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7. ALFRED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74519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Extract PDF figures, render pages, crop regions, generate descriptions</a:t>
            </a:r>
          </a:p>
        </p:txBody>
      </p:sp>
      <p:sp>
        <p:nvSpPr>
          <p:cNvPr id="8" name="Down Arrow 7"/>
          <p:cNvSpPr/>
          <p:nvPr/>
        </p:nvSpPr>
        <p:spPr>
          <a:xfrm>
            <a:off x="1463040" y="251460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228600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8-9.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Normalize text, detect [IMAGE ATTACHED], structure content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463040" y="3291839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228600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10-12. ENRICHMENT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2900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Classify: layer, board, component, severity, is_valid + similarity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463040" y="406908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2286000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13-17.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0624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Chunking + stats + TF-IDF search tests + schema validation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463040" y="484632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4983480"/>
            <a:ext cx="22860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18-22.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9834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Export 4 artifact types + issues_with_images variant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63040" y="56235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" y="5760720"/>
            <a:ext cx="2286000" cy="64008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23. ALFRED IMAGES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76072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ALFRED Vision on issue screenshots → [IMAGE DESCRIPTION]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run_full_workflow.py — Internal Steps (Real 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STEPS list (executed in order):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issues",     </a:t>
            </a:r>
            <a:r>
              <a:rPr dirty="0" err="1"/>
              <a:t>fetch_issues_main</a:t>
            </a:r>
            <a:r>
              <a:rPr dirty="0"/>
              <a:t>)      # 1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PRs",        </a:t>
            </a:r>
            <a:r>
              <a:rPr dirty="0" err="1"/>
              <a:t>fetch_prs_main</a:t>
            </a:r>
            <a:r>
              <a:rPr dirty="0"/>
              <a:t>)         # 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commits",    </a:t>
            </a:r>
            <a:r>
              <a:rPr dirty="0" err="1"/>
              <a:t>fetch_commits_main</a:t>
            </a:r>
            <a:r>
              <a:rPr dirty="0"/>
              <a:t>)     # 3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links",      </a:t>
            </a:r>
            <a:r>
              <a:rPr dirty="0" err="1"/>
              <a:t>fetch_links_main</a:t>
            </a:r>
            <a:r>
              <a:rPr dirty="0"/>
              <a:t>)       # 4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sync repos", </a:t>
            </a:r>
            <a:r>
              <a:rPr dirty="0" err="1"/>
              <a:t>sync_local_repos_main</a:t>
            </a:r>
            <a:r>
              <a:rPr dirty="0"/>
              <a:t>)  # 5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files",      </a:t>
            </a:r>
            <a:r>
              <a:rPr dirty="0" err="1"/>
              <a:t>fetch_files_main</a:t>
            </a:r>
            <a:r>
              <a:rPr dirty="0"/>
              <a:t>)       # 6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("Alfred PDF figures",   _</a:t>
            </a:r>
            <a:r>
              <a:rPr dirty="0" err="1"/>
              <a:t>enrich_pdf_main</a:t>
            </a:r>
            <a:r>
              <a:rPr dirty="0"/>
              <a:t>)       # 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("Cleaning issues",      </a:t>
            </a:r>
            <a:r>
              <a:rPr dirty="0" err="1"/>
              <a:t>clean_issues_main</a:t>
            </a:r>
            <a:r>
              <a:rPr dirty="0"/>
              <a:t>)      # 8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("Cleaning files",       </a:t>
            </a:r>
            <a:r>
              <a:rPr dirty="0" err="1"/>
              <a:t>clean_files_main</a:t>
            </a:r>
            <a:r>
              <a:rPr dirty="0"/>
              <a:t>)       # 9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("Enrichment issues V2", issues_to_docs_v2_main) # 10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("Enrichment files V2",  files_to_docs_v2_main)  # 11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("Similarity issues V2", </a:t>
            </a:r>
            <a:r>
              <a:rPr dirty="0" err="1"/>
              <a:t>similarity_main</a:t>
            </a:r>
            <a:r>
              <a:rPr dirty="0"/>
              <a:t>)        # 12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("Chunking issues V2",   </a:t>
            </a:r>
            <a:r>
              <a:rPr dirty="0" err="1"/>
              <a:t>chunks_issues_main</a:t>
            </a:r>
            <a:r>
              <a:rPr dirty="0"/>
              <a:t>)     # 13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("Chunking files V2",    </a:t>
            </a:r>
            <a:r>
              <a:rPr dirty="0" err="1"/>
              <a:t>chunks_files_main</a:t>
            </a:r>
            <a:r>
              <a:rPr dirty="0"/>
              <a:t>)      # 14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("Stats issues V2",      </a:t>
            </a:r>
            <a:r>
              <a:rPr dirty="0" err="1"/>
              <a:t>stats_issues_main</a:t>
            </a:r>
            <a:r>
              <a:rPr dirty="0"/>
              <a:t>)      # 15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("Stats files V2",       </a:t>
            </a:r>
            <a:r>
              <a:rPr dirty="0" err="1"/>
              <a:t>stats_files_main</a:t>
            </a:r>
            <a:r>
              <a:rPr dirty="0"/>
              <a:t>)       # 16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("Schema validation",    </a:t>
            </a:r>
            <a:r>
              <a:rPr dirty="0" err="1"/>
              <a:t>validate_schemas_main</a:t>
            </a:r>
            <a:r>
              <a:rPr dirty="0"/>
              <a:t>)  #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run_full_workflow.py — Delivery Steps (--export-st-ready)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--export-st-ready adds 6 additional steps: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("Delivery ST-ready issues",           export_issues_all)      # 18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("Delivery ST-ready files",            export_files_all)       # 19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("Delivery ST-ready resolver",         export_resolver_all)    # 20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("Delivery ST-ready diag cards",       export_diag_all)        # 21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("Delivery ST-ready issues with imgs", export_with_images_all) # 22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("Alfred image descriptions",          _enrich_alfred_images)  # 23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How flags filter steps: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--skip-ingestion → removes steps where label starts with “Ingestion”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--skip-chunking → removes steps with label “Chunking”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--no-enrich-pdf → removes “Alfred PDF figures” step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Error handling: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Without --continue-on-error → exception = STOP immediately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With --continue-on-error → print [WARN] + continue to next step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Pipeline Steps — Detail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pipeline/ingestion/fetch_issues.py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data/raw_issues_&lt;repo&gt;.json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PRs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pipeline/ingestion/fetch_prs.py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data/raw_prs_&lt;repo&gt;.json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Commits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pipeline/ingestion/fetch_commits.py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data/raw_commits_&lt;repo&gt;.json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Links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fetch_issue_pr_commit_links.py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data/links_&lt;repo&gt;.json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Sync Repos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repo_sync_service.py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GitHub_repos/&lt;repo&gt;/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pipeline/ingestion/fetch_files.py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data/raw_files_&lt;repo&gt;.json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Alfred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pdf_figure_service.py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data/pdf_image_descriptions.json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Clean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pipeline/cleaning/clean_issues.py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data/clean_issues_&lt;repo&gt;.json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Clean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pipeline/cleaning/clean_files.py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data/clean_files_&lt;repo&gt;.json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enrichment/issues_to_docs_v2.py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data/docs_issues_&lt;repo&gt;_v2.json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enrichment/files_to_docs_v2.py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data/docs_files_&lt;repo&gt;_v2.json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compute_issue_similarity_v2.py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docs_issues_&lt;repo&gt;_v2_sim.json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5. Configuration &amp; Execution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Series Configuration — config_&lt;serie&gt;.json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One JSON file per series: shared/config/config_&lt;serie&gt;.json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Actual example (config_g4.json):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{"owner": "STMicroelectronics",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"repos": ["STM32CubeG4", "stm32g4xx-hal-driver", "cmsis_device_g4",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"stm32g4xx-nucleo-bsp", "b-g474e-dpow1-bsp", ...],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"data_dir": "data",  "repos_dir": "GitHub_repos",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"auto_clone_missing_repos": true,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"repo_clone_urls": {"b-g474e-dpow1-bsp": "https://github.com/...git"},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"linked_repo_refs": {"b-g474e-dpow1-bsp": "4e6afe34..."},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"rate_limits": {"issues_sleep": 0.2, "comments_sleep": 0.1}}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Environment variable: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$env:STM32CUBE_CONFIG = "shared/config/config_g4.json"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Sub-repo routing (delivery_paths.py):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Each sub-repo is routed to by_series/&lt;serie&gt;/drivers/&lt;sub-repo&gt;/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Drivers share the parent series datasource in KB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Creating config_&lt;serie&gt;.json — Where Data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Required fields and their sources: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• "owner": always "STMicroelectronics"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• "repos": parent repo + all drivers/BSPs/CMSIS/middleware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Source: STM32CubeXX GitHub page → .gitmodules lists all sub-repos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Or: STM32CubeXX/Release_Notes.html → component list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• "repo_clone_urls": HTTPS clone URL for each sub-repo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Format: https://github.com/STMicroelectronics/&lt;repo-name&gt;.git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• "linked_repo_refs": commit SHA for each sub-repo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Source: .gitmodules or auto-detected by audit_config_submodules --fix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• "rate_limits": {"issues_sleep": 0.2, "comments_sleep": 0.1}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Increase to 0.5 if GitHub rate-limited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Workflow: copy existing config → change repos[] → run: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pipeline.evaluation.audit_config_submodules --fix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Running the Full Pipeline — One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Set the target series: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$env:STM32CUBE_CONFIG = "shared/config/config_h7.json"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Launch complete workflow with delivery: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pipeline.run_full_workflow --export-st-ready --continue-on-error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What this executes (in order):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Steps 1-6: Ingestion (issues, PRs, commits, links, repo sync, files)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 7: ALFRED PDF figure extraction and task generation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Steps 8-9: Cleaning (issues + files)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Steps 10-12: Enrichment V2 + Similarity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Steps 13-17: Chunking + evaluation + schema validation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Steps 18-22: Delivery exports (4 artifact types + with_images)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 23: ALFRED Vision on issue images (final step)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Duration: ~10-30 min per series (depends on issue/file count)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Config resolution: $env:STM32CUBE_CONFIG → shared/utils/paths.py → get_config_path()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Pipeline Control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--export-st-ready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Activates delivery steps (18-23): issues, files, resolver, diag, with_images, ALFRED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Without this flag, pipeline stops after evaluation (step 17)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--continue-on-error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If one step fails (e.g., a sub-repo has no issues), continues to the next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Essential for multi-repo series configurations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--skip-ingestion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Skips GitHub API calls; uses existing raw_* files in data/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Saves API rate limit (GitHub: 5000 req/h with token, 60/h without)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Tip: increase issues_sleep in config (0.2 → 0.5) if rate-limited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--skip-chunking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Skips local chunking (steps 13-14) — ST platform does its own at upload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--no-enrich-pdf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Skips ALFRED Vision on PDF figures (step 7)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Use when PDFs are already enriched or proxy/network is unavailable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Script Comparison — Python vs PowerShell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run_full_workflow.py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Run_Single_Series_*.ps1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Run_Issues_Pipeline.ps1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PowerShell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PowerShell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series (current config)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series (-Series H7)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ALL repos in config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 base + 6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sync + audit + workflow + delivery + Alfred + patch + validate +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3-5 steps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What it 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Issues + Files +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Issues + Files + Drivers +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Issues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(steps 1-6)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(via repo_sync + workflow)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✗ (assumes raw data exists)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ALFRED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(step 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(inside workflow)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ALFRED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(step 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(dedicated step)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Drivers/Sub-repos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Only parent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Parent + all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All repos in config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KB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(create+add 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Schema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(step 17)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 + Placeholder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Flags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Full / Prepare /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Flags: -WithSimilarity -WithChunking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Dev / debug / from 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Production: one-click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Quick issues-only reprocess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Run_Single_Series Modes — Full vs Prepare vs Upload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Mode=Full (default): End-to-end in one command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Sync repos → Audit configs → run_full_workflow → Export parent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Export drivers → ALFRED images → Export V3 files → Patch PDF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Schema validation → Placeholder gate → Create DS → Upload all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Mode=Prepare: Pipeline + export only (NO upload)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Sync repos → Audit → workflow → Export → ALFRED → Patch → Validate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Use this to inspect delivery JSON before sending to KB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Combine with -PlaceholderPolicy Warn for dry-run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Mode=Upload: Upload ONLY (pipeline already done)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Read saved DS IDs → Upload parent → Upload drivers → Save IDs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Requires Mode=Prepare or Mode=Full to have run first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Reuses upload_datasource_ids_&lt;slug&gt;.json for idempotent reruns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Parameters: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-Series H7 | -SkipDrivers | -PlaceholderPolicy Fail/Warn/Off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-IssuesDatasourceId 24406 (override saved ID)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Step-by-Step: What Each Script Actually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run_full_workflow.py (Python, 17+6 steps):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fetch_issues → fetch_prs → fetch_commits → fetch_links → repo_sync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fetch_files → ALFRED_PDF → clean_issues → clean_files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issues_to_docs → files_to_docs → similarity → chunk_issues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chunk_files → stats_issues → stats_files → validate_schemas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[+export] → issues → files → resolver → diag → with_images → ALFRED_IMG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Run_Single_Series (PowerShell, 12 macro-steps):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repo_sync → audit_config_submodules --fix → audit_config_submodules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run_full_workflow(--skip-chunking) → export_parent(issues/resolver/diag/with_images)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export_drivers(same 4 types) → ALFRED_images(all with_images files)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export_files_v3(all repos) → files_coverage_gate → patch_pdf_descriptions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validate_schemas → placeholder_gate → [upload parent + drivers]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Run_Issues_Pipeline (PowerShell, 3-5 steps):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clean_issues → issues_to_docs_v2 [→ similarity] [→ chunking]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→ export_st_ready_issues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Run_Full_Auto_Update_KB.ps1 — Batch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Purpose: Process ALL series + upload to KB in one command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.\Run_Full_Auto_Update_KB.ps1 -RemoteUser "abir.gharbi@st.com"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What it does: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 1: Run full pipeline for all series (f4, h5, h7, u5, wl by default)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 2: Schema validation gate (blocks upload if fails)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Step 3: Upload each artifact type to its registered datasource ID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Built-in datasource registry: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f4: issues=28099, files=28103, resolver=28118, diagnostic=28122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h5: issues=28158, files=28163, resolver=28164, diagnostic=28165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h7: issues=19896, files=21824, resolver=20403, diagnostic=23768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Options: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-Series f4,h5 (subset) | -SkipIngestion | -SkipUpload | -ContinueOnError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Logs to: logs/auto_update_kb_&lt;timestamp&gt;.log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Run weekly via Task Scheduler or on-demand after firmware releases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Batch Processing — All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PowerShell batch script: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$series = @("config_c0", "config_f0", "config_f1", "config_f2",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"config_f3", "config_f7", "config_g0", "config_h7rs")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foreach ($s in $series) {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Write-Host "=== Processing $s ===" -ForegroundColor Cyan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$env:STM32CUBE_CONFIG = "shared/config/$s.json"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pipeline.run_full_workflow --export-st-ready --continue-on-error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Key points: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Each iteration is INDEPENDENT (own config, own data/)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If one series fails, the others continue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Data files are named per repo → no collision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Duration: ~10-30 min per series (depends on issue/file count)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See also: pipeline_Automation/workflow/Run_Full_Auto_Update_KB.ps1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Each Step Can Be Run Individually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Ingestion: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pipeline.ingestion.fetch_issues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pipeline.ingestion.fetch_files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Cleaning: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pipeline.cleaning.clean_issues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pipeline.cleaning.clean_files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Enrichment: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pipeline.enrichment.issues_to_docs_v2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pipeline.enrichment.files_to_docs_v2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Delivery (by type):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pipeline.delivery.export_st_ready_issues --repo STM32CubeH7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pipeline.delivery.export_st_ready_files --repo STM32CubeH7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pipeline.delivery.export_st_ready_diagnostic_cards --repo STM32CubeH7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pipeline.delivery.export_st_ready_resolver_cases --repo STM32CubeH7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6. Preprocessing Deep Dive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Stage 1: Ingestion — What Gets Collected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GitHub API (token required, 5000 req/h):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Issues: title, body, labels, comments, timeline events, state.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PRs: links to commits, merge status, review status.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Commits: sha, message, files changed.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Links: issue → PR → commit chain for traceability.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Local clone (repo_sync_service):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Auto-clones missing repos from config repo_clone_urls.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Provides access to: README.md, Release_Notes.html, source code, PDFs.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File collection (file_collect_service):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README.md at root and key subdirectories.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Release Notes (HTML/MD) for changelog tracking.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PDFs from Documentation/ folder (is_documentation_pdf filter).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19 series have PDF documentation → 242 figures extracted.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Stage 2: Cleaning —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What cleaning does: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Normalizes text (line breaks, backticks, whitespace).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Detects embedded images → marks them as [IMAGE ATTACHED].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Collects image URLs into image_urls array.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Structures content: Title + Body + Comments → clean_text field.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Preserves raw metadata (labels, dates, state).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What cleaning does NOT do: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✘ No classification (layer, board, component).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✘ No validity detection (is_valid).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Those tasks are done by ENRICHMENT.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Output format: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{ repo, issue_number, title, state, labels, clean_text, image_urls, images_count 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Stage 3: Enrichment V2 —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Heuristics applied by issues_to_docs_v2.py: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layer: HAL, BSP, Middleware, Application, CMSIS (labels + text patterns)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component: SPI, I2C, USB, CRYP... (regex on title + body)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board: NUCLEO-H743ZI, STM32H750B-DK... (board name patterns)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severity: critical, normal, low (labels + keywords)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issue_kind: bug, question, feature_request (labels)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is_valid: true if text &gt; 100 chars + not bot/spam/duplicate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rescue: recovers technical false negatives from is_valid=false pool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Coverage targets: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layer ≥ 85% | component ≥ 70% | board ≥ 60% | validity ≥ 85%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Stage 4: Similarity — Linking Related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How it works: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Build TF-IDF vectors from enriched issue documents.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Compute pairwise cosine similarity between all issues in a repo.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Threshold &gt; 0.3 → add to related_issue_ids field.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Why it matters: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Enables retrieval system to surface connected problems.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User asks about issue A → system can propose related issues B, C.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Diagnostic cards reference related issues for context.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Output: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docs_issues_&lt;repo&gt;_v2_sim.json (same as _v2 + related_issue_ids field)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Issue Preprocessing 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64008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RAW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972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GitHub JSON: title, body, labels, comments, timeline events</a:t>
            </a:r>
          </a:p>
        </p:txBody>
      </p:sp>
      <p:sp>
        <p:nvSpPr>
          <p:cNvPr id="5" name="Down Arrow 4"/>
          <p:cNvSpPr/>
          <p:nvPr/>
        </p:nvSpPr>
        <p:spPr>
          <a:xfrm>
            <a:off x="1463040" y="17373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22860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CLEANED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74519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Normalized text, [IMAGE ATTACHED] tags, structured fields, image_urls</a:t>
            </a:r>
          </a:p>
        </p:txBody>
      </p:sp>
      <p:sp>
        <p:nvSpPr>
          <p:cNvPr id="8" name="Down Arrow 7"/>
          <p:cNvSpPr/>
          <p:nvPr/>
        </p:nvSpPr>
        <p:spPr>
          <a:xfrm>
            <a:off x="1463040" y="251460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228600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ENRICHED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layer, board, component, severity, is_valid, issue_kind, keywords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463040" y="3291839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228600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SIMILARITY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2900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related_issue_ids added (TF-IDF cosine links)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463040" y="406908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2286000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DELIVERY-READY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0624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st_ready_text, metadata, image_urls, resolver links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File Preprocessing 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64008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RAW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972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Collected from repo: README.md, Release_Notes.html, PDFs</a:t>
            </a:r>
          </a:p>
        </p:txBody>
      </p:sp>
      <p:sp>
        <p:nvSpPr>
          <p:cNvPr id="5" name="Down Arrow 4"/>
          <p:cNvSpPr/>
          <p:nvPr/>
        </p:nvSpPr>
        <p:spPr>
          <a:xfrm>
            <a:off x="1463040" y="17373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22860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PDF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74519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PyPDF text + PyMuPDF render + OpenCV figure detection</a:t>
            </a:r>
          </a:p>
        </p:txBody>
      </p:sp>
      <p:sp>
        <p:nvSpPr>
          <p:cNvPr id="8" name="Down Arrow 7"/>
          <p:cNvSpPr/>
          <p:nvPr/>
        </p:nvSpPr>
        <p:spPr>
          <a:xfrm>
            <a:off x="1463040" y="251460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228600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CLEANED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Normalized content, figure crops stored, task files generated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463040" y="3291839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228600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ENRICHED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2900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file_type, board, component, category tagged + PDF descriptions injected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463040" y="406908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2286000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DELIVERY-READY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0624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st_ready_text with [FIGURE_DESCRIPTIONS] blocks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7. ALFRED Vision Integration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⚠️ ALFRED Is Now INTEGRATED in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Key point: ALFRED is NOT a separate manual step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--export-st-ready adds 6 steps (not just 4):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→ issues, files, resolver, diag, issues_with_images, ALFRED Vision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ALFRED images is the LAST automatic step of the workflow (step 23)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Complete sequence: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Pipeline (17 steps) → Delivery (4 exports) → with_images → ALFRED Vision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What ALFRED images does automatically: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Scans by_series/*/issues_json/st_ready_issues_with_images_*.json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For each issue with images: downloads, sends to ALFRED, replaces text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[IMAGE ATTACHED] → [IMAGE DESCRIPTION] descriptive text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Modifies the file IN-PLACE (no separate output file)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❗ It’s the with_images ENRICHED file that gets uploaded to KB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NOT the plain st_ready_issues file (that one has no image context)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ALFRED — What It Is and Its Two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What is ALFRED?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ST’s internal Vision AI API (api-ai-bridge.st.com).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Client: mdrf_stgithub_analyzer_client.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Analyzes images and generates structured textual descriptions.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Role A: PDF Figure Enrichment (Step 7 — BEFORE cleaning)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Input: Cropped figure PNGs from data/pdf_figures/&lt;repo&gt;/.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Process: ALFRED describes each diagram/figure in technical context.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Output: data/pdf_image_descriptions.json (242 descriptions, 19 series).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Impact: PDF figures become searchable via [FIGURE_DESCRIPTIONS] blocks.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Role B: Issue Image Enrichment (Step 23 — AFTER delivery)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Input: st_ready_issues_with_images_*.json containing image_urls.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Process: ALFRED analyzes each screenshot from GitHub issues.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Output: [IMAGE ATTACHED] → [IMAGE DESCRIPTION] &lt;text&gt;. In-place modification.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Impact: screenshots become searchable by the RAG system.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ALFRED — Integration Timing (Key Insight)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ALFRED operates at TWO different points in the pipeline: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Path A (PDF figures — Step 7, BEFORE cleaning):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[Ingestion] → [PDF render+crop] → ALFRED → pdf_image_descriptions.json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↓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[Cleaning → Enrichment] → files_to_docs_v2 → inject descriptions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↓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[Delivery] → st_ready_files_v3.json (with FIGURE_DESCRIPTIONS)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Path B (Issue images — Step 23, AFTER delivery):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[Delivery] → export_issues_with_images → download screenshots → ALFRED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↓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[IMAGE ATTACHED] → [IMAGE DESCRIPTION] (in-place modification)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Why two different timings?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Path A: descriptions needed BEFORE enrichment can inject them into docs.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Path B: operates on FINAL delivery JSON (needs structured metadata first).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Same API, same client, different integration patterns.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ALFRED — PDF Figure Extraction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Step-by-step (pdf_figure_service.py):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┌─────────┐   ┌─────────┐   ┌─────────┐   ┌─────────┐   ┌──────────┐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PDF    │─▶│ PyMuPDF │─▶│ OpenCV  │─▶│ ALFRED  │─▶│ Inject   │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docs   │   │ render  │   │ crop    │   │ Vision  │   │ into docs│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└─────────┘   └─────────┘   └─────────┘   └─────────┘   └──────────┘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Functions called: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extract_pdf_multimodal() — entry point for a repo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render_pdf_pages() — PyMuPDF converts each page to 150 DPI PNG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detect_candidate_figure_regions() — OpenCV contour + area filter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crop_figures_from_page() — isolate individual figures as PNG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build_pdf_figure_tasks() — generate JSONL task file for ALFRED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inject_figure_descriptions_into_pages() — merge into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Storage: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data/pdf_pages/&lt;repo&gt;/*.png | data/pdf_figures/&lt;repo&gt;/*.png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data/pdf_image_tasks_&lt;repo&gt;.jsonl | data/pdf_image_descriptions.json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ALFRED — Concrete Examples (H7)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Example 1 — Issue #335 (STM32CubeH7)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Topic: Warning observed with -Wcast-align flag during compilation.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Before: Screenshot attached but invisible to text search.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After: ALFRED describes Eclipse Tool Settings panel → flags searchable.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Example 2 — Issue #333 (STM32CubeH7)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Topic: Fix compile-time warnings without removing compiler flags.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After: ALFRED extracts ‘About STM32CubeIDE’ dialog → version traceable.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Example 3 — PDF Figure (H7 GettingStarted.pdf, page 3)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Before: Figure 1 is a raster image in a PDF, invisible to retrieval.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After: ALFRED describes the firmware component stack diagram.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st_ready_text now contains the architecture description as searchable text.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Key message: ALFRED enriches for retrieval AND for audit metadata.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ALFRED — Manual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Issue image enrichment (automatic with --export-st-ready):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pipeline_Automation/alfred/enrich_json_images_with_alfred.py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--input &lt;st_ready_issues_with_images_*.json&gt; --inplace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PDF figure enrichment: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pipeline_Automation/alfred/enrich_pdf_figures_with_alfred.py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--repo STM32CubeH7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Options: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--use-proxy: route through proxy (NOT needed on ST network)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--max-records N: limit number of records processed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--strip-analyses: remove image_analyses array (smaller file)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--no-replace-text: keep [IMAGE ATTACHED] alongside description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After PDF enrichment, re-run to propagate: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pipeline.enrichment.files_to_docs_v2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pipeline.delivery.export_st_ready_files --repo &lt;Repo&gt;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ALFRED Coverage Across Series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Series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Issues w/ Images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Images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ALFRED Success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PDF Figures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97/98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61/62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48/48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H7RS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F0/F1/F2/F3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varies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 (19 series)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&gt;99%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242 figures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ALFRED Vision — Two Paths (Visual 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100584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PATH A</a:t>
            </a:r>
            <a:br/>
            <a:r>
              <a:t>PDF Figures</a:t>
            </a:r>
            <a:br/>
            <a:r>
              <a:t>(Step 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005840"/>
            <a:ext cx="1280160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PDF docs</a:t>
            </a:r>
            <a:br/>
            <a:r>
              <a:t>in GitHub_repos/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4320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0360" y="1005840"/>
            <a:ext cx="1280160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PyMuPDF</a:t>
            </a:r>
            <a:br/>
            <a:r>
              <a:t>render pages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6052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97679" y="1005840"/>
            <a:ext cx="1280160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OpenCV</a:t>
            </a:r>
            <a:br/>
            <a:r>
              <a:t>crop figures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7784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15000" y="1005840"/>
            <a:ext cx="12801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ALFRED API</a:t>
            </a:r>
            <a:br/>
            <a:r>
              <a:t>describe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9516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32319" y="100584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Inject into</a:t>
            </a:r>
            <a:br/>
            <a:r>
              <a:t>files_to_docs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" y="182880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PATH B</a:t>
            </a:r>
            <a:br/>
            <a:r>
              <a:t>Issue Images</a:t>
            </a:r>
            <a:br/>
            <a:r>
              <a:t>(Step 23)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1828800"/>
            <a:ext cx="1280160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with_images</a:t>
            </a:r>
            <a:br/>
            <a:r>
              <a:t>JSON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743200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880360" y="1828800"/>
            <a:ext cx="1280160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Download</a:t>
            </a:r>
            <a:br/>
            <a:r>
              <a:t>screenshots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60520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97679" y="1828800"/>
            <a:ext cx="12801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ALFRED API</a:t>
            </a:r>
            <a:br/>
            <a:r>
              <a:t>describe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577840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715000" y="182880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In-place</a:t>
            </a:r>
            <a:br/>
            <a:r>
              <a:t>replace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" y="265176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SHARED</a:t>
            </a:r>
            <a:br/>
            <a:r>
              <a:t>INFRA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265176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api-ai-bridge</a:t>
            </a:r>
            <a:br/>
            <a:r>
              <a:t>.st.com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743200" y="287578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880360" y="265176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Client:</a:t>
            </a:r>
            <a:br/>
            <a:r>
              <a:t>mdrf_stgithub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160520" y="287578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297679" y="265176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Rate: ~20 req</a:t>
            </a:r>
            <a:br/>
            <a:r>
              <a:t>before throttle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577840" y="287578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715000" y="265176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Retry: 5s</a:t>
            </a:r>
            <a:br/>
            <a:r>
              <a:t>Backoff: 30s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" y="347472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63040" y="347472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pdf_image</a:t>
            </a:r>
            <a:br/>
            <a:r>
              <a:t>_descriptions.json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743200" y="369874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880360" y="347472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st_ready_files</a:t>
            </a:r>
            <a:br/>
            <a:r>
              <a:t>_v3.json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160520" y="369874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297679" y="347472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st_ready_issues</a:t>
            </a:r>
            <a:br/>
            <a:r>
              <a:t>_with_images.json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Full Pipeline Flow — 23 Steps (Visual 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" y="100584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INGESTION</a:t>
            </a:r>
            <a:br/>
            <a:r>
              <a:t>Steps 1-6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005840"/>
            <a:ext cx="1135379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fetch</a:t>
            </a:r>
            <a:br/>
            <a:r>
              <a:t>issues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9842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35579" y="1005840"/>
            <a:ext cx="1135379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fetch</a:t>
            </a:r>
            <a:br/>
            <a:r>
              <a:t>PRs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70959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008119" y="1005840"/>
            <a:ext cx="1135379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fetch</a:t>
            </a:r>
            <a:br/>
            <a:r>
              <a:t>commits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43499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80659" y="1005840"/>
            <a:ext cx="1135379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fetch</a:t>
            </a:r>
            <a:br/>
            <a:r>
              <a:t>links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16039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53199" y="1005840"/>
            <a:ext cx="1135379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repo</a:t>
            </a:r>
            <a:br/>
            <a:r>
              <a:t>sync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8580" y="12298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25739" y="1005840"/>
            <a:ext cx="1135379" cy="59436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fetch</a:t>
            </a:r>
            <a:br/>
            <a:r>
              <a:t>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" y="182880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ALFRED PDF</a:t>
            </a:r>
            <a:br/>
            <a:r>
              <a:t>Step 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1828800"/>
            <a:ext cx="12801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render</a:t>
            </a:r>
            <a:br/>
            <a:r>
              <a:t>pages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743200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880360" y="1828800"/>
            <a:ext cx="12801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crop</a:t>
            </a:r>
            <a:br/>
            <a:r>
              <a:t>figures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60520" y="205282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97679" y="1828800"/>
            <a:ext cx="1280160" cy="5943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ALFRED</a:t>
            </a:r>
            <a:br/>
            <a:r>
              <a:t>describe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" y="265176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CLEANING</a:t>
            </a:r>
            <a:br/>
            <a:r>
              <a:t>Steps 8-10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2651760"/>
            <a:ext cx="1280160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clean</a:t>
            </a:r>
            <a:br/>
            <a:r>
              <a:t>issues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743200" y="287578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880360" y="2651760"/>
            <a:ext cx="1280160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clean</a:t>
            </a:r>
            <a:br/>
            <a:r>
              <a:t>files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160520" y="287578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297679" y="2651760"/>
            <a:ext cx="1280160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clean</a:t>
            </a:r>
            <a:br/>
            <a:r>
              <a:t>files v3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" y="347472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ENRICHMENT</a:t>
            </a:r>
            <a:br/>
            <a:r>
              <a:t>Steps 11-13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347472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issues_to</a:t>
            </a:r>
            <a:br/>
            <a:r>
              <a:t>_docs_v2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743200" y="369874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880360" y="347472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files_to</a:t>
            </a:r>
            <a:br/>
            <a:r>
              <a:t>_docs_v2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160520" y="369874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297679" y="3474720"/>
            <a:ext cx="128016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similarity</a:t>
            </a:r>
            <a:br/>
            <a:r>
              <a:t>TF-IDF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" y="429768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EVAL</a:t>
            </a:r>
            <a:br/>
            <a:r>
              <a:t>Steps 14-18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63040" y="429768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chunk</a:t>
            </a:r>
            <a:br/>
            <a:r>
              <a:t>issues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2743200" y="452170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880360" y="429768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chunk</a:t>
            </a:r>
            <a:br/>
            <a:r>
              <a:t>files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160520" y="452170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297679" y="429768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stats</a:t>
            </a:r>
            <a:br/>
            <a:r>
              <a:t>issues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577840" y="452170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715000" y="429768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stats</a:t>
            </a:r>
            <a:br/>
            <a:r>
              <a:t>files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995160" y="452170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132319" y="4297680"/>
            <a:ext cx="1280160" cy="5943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validate</a:t>
            </a:r>
            <a:br/>
            <a:r>
              <a:t>schemas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" y="5120640"/>
            <a:ext cx="12801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333333"/>
                </a:solidFill>
              </a:defRPr>
            </a:pPr>
            <a:r>
              <a:t>DELIVERY</a:t>
            </a:r>
            <a:br/>
            <a:r>
              <a:t>Steps 19-23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63040" y="512064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issues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2743200" y="53446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2880360" y="512064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files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160520" y="53446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297679" y="512064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resolver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577840" y="53446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715000" y="512064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diag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6995160" y="5344668"/>
            <a:ext cx="137160" cy="146304"/>
          </a:xfrm>
          <a:prstGeom prst="right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132319" y="5120640"/>
            <a:ext cx="1280160" cy="59436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with_imgs</a:t>
            </a:r>
            <a:br/>
            <a:r>
              <a:t>+ALFRED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8. Delivery &amp; Upload to KB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Four Artifact Types — ST-Ready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1. Issues (st_ready_issues_*.json)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Structured support cards: title, body, context, layer, severity, related issues.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2. Files (st_ready_files_*_v3.json)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Documentation cards: README, Release Notes, PDFs with [FIGURE_DESCRIPTIONS].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3. Resolver Cases (st_ready_resolver_cases_*.json)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Cause → Action pairs from closed issues with CONFIRMED fixes.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Links: Issue → PR → Commit chain for full traceability.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⚠️ May be empty ([]) for series with no documented fix — this is NORMAL.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4. Diagnostic Cards (st_ready_diagnostic_cards_*.json)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Structured troubleshooting: symptoms, root cause, resolution.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Includes query_aliases, keywords, and evidence_refs for retrieval.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≠ Resolver Cases: diag describes the PROBLEM, resolver describes the FIX.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Delivery Output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datasets/07_delivery/st_ready/by_series/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stm32cubeh7/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issues_json/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│   ├── st_ready_issues_stm32cubeh7.json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│   └── st_ready_issues_with_images_stm32cubeh7.json  (+ALFRED)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files_json/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│   └── st_ready_files_stm32cubeh7_v3.json  (with PDF figures)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resolver_cases_json/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│   └── st_ready_resolver_cases_stm32cubeh7.json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diagnostic_cards_json/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│   └── st_ready_diagnostic_cards_stm32cubeh7.json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drivers/  (10+ sub-repo artifacts)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upload_datasource_ids_stm32cubeh7.json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Upload to KB #793 —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Script: pipeline_Automation/upload/Add_Data_Source_Files.py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Create new datasource: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Add_Data_Source_Files.py --kb 793 --operation new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--datasource-name "STM32H7 Issues" --remote-user "x@st.com"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--processor JSON --processor-params "base64:$b64" --json-split-size 1000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--files &lt;path.json&gt;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Add to existing datasource: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Add_Data_Source_Files.py --kb 793 --operation add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--datasource-id 24406 --json-split-size 1000 --files &lt;path.json&gt;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Upload all drivers (batch):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.\pipeline_Automation\upload\Upload_All_Drivers.ps1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→ Traverses by_series/*/drivers/, uploads each artifact, throttle 5s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Verify KB: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pipeline_Automation/upload/Get_Persona_KBs.py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❗ Workshop Recommended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One-liner for a full series (pipeline + upload):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.\pipeline_Automation\workflow\Run_Single_Series_Full_Pipeline_And_Upload.ps1 -Series H7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What it orchestrates: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Prepares parent + drivers artifacts (full pipeline)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Local schema validation before upload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Upload ALL artifact types (issues, files, drivers, diag, resolver)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Automatic datasource ID saving for idempotent reruns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Key output file: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datasets/07_delivery/st_ready/by_series/stm32cubeh7/upload_datasource_ids_stm32cubeh7.json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⚠️ CRITICAL: upload the with_images ALFRED-ENRICHED file, NOT plain issues!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The enriched file is what gives the KB image context for retrieval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Upload script already does this automatically — do NOT override manually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KB Organization — 1 Datasource per Series ×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Structure in KB #793: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Issues (#24406) — 8 files, 359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Files (#29041) — 16 files, 5327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Diagnostic Cards (#24408)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Resolver Cases (#24410)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STM32F4 Issues (#28099) — 7 files, 1917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STM32F4 Files (#29042) — 21 files, 5948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... (same pattern for each series)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Rule: drivers go into the SAME datasource as parent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st_ready_issues_stm32h7xx-hal-driver.json → DS "STM32H7 Issues"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st_ready_files_cmsis_device_h7.json → DS "STM32H7 Files"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Saved for idempotent uploads: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upload_datasource_ids_&lt;serie&gt;.json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Processor Params — Upload Configuration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Artifact Type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rootTagPath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Label Template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ExternalURL Pattern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{{repo}} issue #{{issue_number}} - {{issue_title}}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github.com/.../issues/{{issue_number}}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{{repo}} {{file_type}} - {{path}}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github.com/.../{{root_ref}}/{{path_url}}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Resolver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resolver_cases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{{label}}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github.com/.../issues/{{issue_number}}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Diagnostic 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{{label}}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github.com/.../issues/{{evidence_refs[0].id}}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9. Quality Gates &amp; Validation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Quality Gates — Before Upload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Gate 1: Schema Validation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python -m pipeline.evaluation.validate_schemas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Verifies all JSON outputs conform to shared/schemas/*.json contracts.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Gate 2: Placeholder Check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Scans for unresolved [IMAGE ATTACHED] or [FIGURE... markers.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PlaceholderPolicy=Fail blocks upload; =Warn allows with report.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Gate 3: Summary Coherence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summary_*.json files report counts; must match payload size.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Gate 4: Smoke Test (post-upload)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Ask 3 representative questions → verify answers cite correct sources.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KB-first behavior validated (ALFRED fallback only when KB has no match).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Evaluation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Stats issues: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pipeline.evaluation.test_stats_issues_v2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→ Issue count, layer/board/component coverage, distribution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Stats files: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pipeline.evaluation.test_stats_files_v2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→ File count, types, sizes, coverage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Schema validation: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pipeline.evaluation.validate_schemas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→ Checks JSON against shared/schemas/ contracts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Full evaluation report (charts + Excel):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pipeline.evaluation.generate_evaluation_report --all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→ PNG + XLSX in evaluation_report/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TF-IDF retrieval test: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pipeline.evaluation.test_tfidf_search_issues_v2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Go / No-Go Decision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Gate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Go Criterion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Action if No-Go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Schema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100% JSON 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Fix export or schema 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Placeholder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unresolved in strict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Re-run ALFRED or targeted patch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 blocking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Retry with reused datasource 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Smoke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 coherent, sourced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Fix KB or tool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Fallback 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KB-first, then ALFRED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Make tool description more restrictive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KPIs to Monitor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Ingestion 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% non-empty issues/files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 input material sufficient?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Enrichment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% docs with layer/component/board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Does preprocessing add signal?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ALFRED 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described / detected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 visual content exploitable?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Placeholder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unresolved / total figures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Can we upload in strict mode?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Quality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Score on test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 final answer quality acceptable?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10. Value Proposition &amp; Impact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Before vs. After — Tangible Value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Before (without pipeline)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After (with pipeline)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Raw long issue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Structured st_ready_text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More targeted answers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Image attached, not interpreted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[IMAGE DESCRIPTION] indexed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Screenshots exploitable by RAG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Isolated source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Context: repo/path/type enriched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Technical traceability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Scattered 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Diagnostic card + resolver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Cause/action extractable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 organized per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by_series/ + drivers/ routed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Maintainable KB uploads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Value Dimensions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One-command processing for entire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 steps automated, batch multi-series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Traceability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Every answer links to 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github_url, evidence_refs in cards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Quality gates prevent bad data reaching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Schema validation + placeholder 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Config-driven, no code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25 series configured, 200+ sub-repos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Maintainability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Modular stages, clear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Each stage independently testable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Diagnostic cards explain cause+resolution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QI = 94/100 on H7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Why This Matters for STMicroelectronics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Business Impact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Reduces time-to-answer for technical support queries.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Enables non-expert users to get expert-level guidance from AI.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Makes visual information (screenshots, PDF figures) exploitable.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Competitive Advantages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End-to-end automation: no manual curation bottleneck.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Multi-modal: text + images + PDF figures all enriched and indexed.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Production-hardened: gates, retry logic, idempotent uploads.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Open architecture: modular Python, PowerShell, standard JSON.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Measured Results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+39% relevance improvement over generic LLM.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Quality Index: 94/100 on pilot H7 with Diagnostic Cards.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11. Operational Guide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Execution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Always use --continue-on-error (one empty sub-repo shouldn’t block).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Use --skip-ingestion to reprocess without re-downloading.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Verify summary_*.json before upload (coherence of counts).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Upload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Do NOT upload empty files (resolver_cases = [] is normal).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1 datasource = 1 series + 1 artifact type.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Drivers go into the same datasource as the parent repo.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Git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NEVER commit data/*.json (&gt; 100 MB → push rejected).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datasets/07_delivery/ IS committed (&lt; 50 MB, the deliverable).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ALFRED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No --use-proxy needed (direct access from ST network).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Verify 0 [IMAGE DESCRIPTION UNAVAILABLE] after enrichment.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Troubleshooting — Common Errors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Cause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FileNotFoundError: with_images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Series has no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Normal — skip Alfred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empty JSON arrays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Resolver cases 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Normal — no confirmed fixes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skipped_existing_files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File already in 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Delete old or --operation new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 file size &gt; 100MB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data/*.json in 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Check .gitignore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rate limit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Too many API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Wait 1h or --skip-ingestion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Enrichment 0% for BSP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Sub-repo has few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Normal — aggregated in parent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Auth precheck 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API rate-limited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throttle 5s + retry 2×30s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Troubleshooting — Detailed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"FileNotFoundError: st_ready_issues_with_images_*.json"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The with_images file is ONLY generated if issues have [IMAGE ATTACHED].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Sub-repos BSP/CMSIS often have ZERO images.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The workflow automatically skips series without images. This is NORMAL.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"All selected files are empty JSON arrays"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resolver_cases.json contains [] because no issue has a documented fix.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Diagnostic cards ≠ Resolver cases: diag = problem, resolver = fix.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Normal. Do NOT force upload of empty arrays.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"skipped_existing_files: [file.json]"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File already uploaded to this datasource (API refuses duplicates by name).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 1: Delete old file in KB Management, then re-upload.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 2: Rename with suffix _pdf_enriched before upload.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Copy-Item st_ready_files_*.json st_ready_files_*_pdf_enriched.json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Troubleshooting — Detailed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"File exceeds GitHub file size limit of 100.00 MB"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data/ files are VERY large (chunks_files_stm32cubec0_v2.json = 114 MB!).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Fix: .gitignore must contain: data/raw_*, data/clean_*, data/docs_*, data/chunks_*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If already committed: git rm --cached data/&lt;file&gt;.json + amend commit.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"rate limit" GitHub API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GitHub: 5000 req/h WITH token, only 60/h WITHOUT.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Pipeline makes many calls (issues + all comments + PRs per repo).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Fix: Verify $env:GITHUB_TOKEN is set.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Fix: Increase issues_sleep in config (0.2 → 0.5).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Fix: Use --skip-ingestion if raw files already exist.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"Auth precheck failed. HTTP status=404" (nginx 404)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api-ai-bridge.st.com rate-limits after ~20 fast requests.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 already in Upload_All_Drivers.ps1: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$uploadDelaySec=5, $retryCount=2, $retryDelaySec=30.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"Proxy 502 Bad Gateway"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The proxy 185.46.212.88 is sometimes down.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Fix: Run WITHOUT --use-proxy (direct access from ST network).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"Enrichment 0% for a BSP sub-repo"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BSP/CMSIS sub-repos have very few issues (often 0-5). Normal.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Content is aggregated in the parent series repo.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"argparse error / sys.argv pollution"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When calling individual modules from PowerShell, sys.argv may carry stale args.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Fix: pipeline modules use parse_known_args() not parse_args().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Incidents → Systematic Improvements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Incident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Generalized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ALFRED placeholders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Truncated figure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PlaceholderPolicy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Gate before every upload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PDF figures not 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Timing: after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Patch + re-injection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Step 7 + patch 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Chart crash (pie=0)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Zero values in 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_safe_pie() wrapper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All reports handle empty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Upload 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API rejects duplicates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Reuse saved DS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Idempotent batch workflows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API timeouts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Warning + separate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Demo-safe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API timeout → Retries + targeted re-run (--skip-ingestion).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Image/PDF not described → ALFRED re-run + PlaceholderPolicy gate.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Datasource exists → Reuse saved IDs or targeted deletion.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Series with few issues → Restrictive ALFRED fallback in persona.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Retrieval noise → Calibrate Hybrid threshold/doc count.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Design philosophy: Fail Forward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Every incident becomes a permanent, generalized improvement.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New series automatically benefits from all historical fixes.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PlaceholderPolicy (Fail/Warn/Off) available in every workflow script.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--continue-on-error ensures one failure doesn’t block the series.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Checklist — Adding a New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1. Create shared/config/config_&lt;serie&gt;.json (repos + clone_urls)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2. Add mapping in pipeline/delivery/delivery_paths.py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3. Run full pipeline: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$env:STM32CUBE_CONFIG = "shared/config/config_xx.json"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pipeline.run_full_workflow --export-st-ready --continue-on-error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4. Verify by_series/&lt;serie&gt;/: issues, files, diag, resolver, drivers/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5. ALFRED PDF figures (if pdf_image_tasks non-empty):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pipeline_Automation/alfred/enrich_pdf_figures_with_alfred.py --repo &lt;Repo&gt;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6. Upload parent repo (new datasource × 4 types)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7. Upload issues with_images enriched by ALFRED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8. Upload PDF-enriched files (suffix _pdf_enriched if needed)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9. Update Upload_All_Drivers.ps1 + upload_alfred_issues_all_series.py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10. Run Upload_All_Drivers.ps1 for driver sub-repos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□ 11. Verify: python pipeline_Automation/upload/Get_Persona_KBs.py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12. Live Demo &amp; Hands-On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Demo Script — 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Step 1: Prepare a series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.\pipeline_Automation\workflow\Run_Single_Series_Full_Pipeline_And_Upload.ps1 -Series WB -Mode Prepare -PlaceholderPolicy Warn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Step 2: Show generated artifacts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by_series/stm32cubewb/issues_json/, files_json/, diagnostic_cards_json/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Step 3: Show a quality gate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validate_schemas output, placeholder report, summary_*.json counts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Step 4: Upload (or show saved datasource IDs)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upload_datasource_ids_stm32cubewb.json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Step 5: Ask a technical question in ST ChatGPT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Show the answer + source citation from the Knowledge Base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High-Stakes Presentation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Preparation (day before):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Run full Prepare on the target series — artifacts must be ready.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Generate summary_*.json and validate schemas.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Prepare 3 before/after examples (raw issue → st_ready card).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Prepare 1 failure case with mitigation (shows transparency).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During the demo: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Start with the single-command workflow.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Show file structure and explain what each artifact contains.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Ask a real question in ST ChatGPT and show the sourced answer.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Show a quality gate catching a problem (placeholder report).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Safety net: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Use -PlaceholderPolicy Warn for known non-critical series.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Have upload_datasource_ids pre-saved to avoid live API dependency.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Automation Scripts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Full pipeline (single series):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pipeline.run_full_workflow --export-st-ready --continue-on-error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Full pipeline + upload (orchestrated):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.\pipeline_Automation\workflow\Run_Single_Series_Full_Pipeline_And_Upload.ps1 -Series H7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Upload drivers (all series):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.\pipeline_Automation\upload\Upload_All_Drivers.ps1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Upload ALFRED-enriched issues (all series):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pipeline_Automation/upload/upload_alfred_issues_all_series.py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Batch all series: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.\pipeline_Automation\workflow\Run_Full_Auto_Update_KB.ps1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Verify KB: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pipeline_Automation/upload/Get_Persona_KBs.py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B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13. Conclusion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Technical Value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Industrialized transformation of heterogeneous GitHub data into structured KB artifacts.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Multi-modal: text, images, and PDF figures all made searchable.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Quality Value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Every artifact passes through validation, gates, and reports.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Production-grade: strict mode ensures no garbage reaches the KB.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Operational Value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Incidents were not patched ad-hoc — they became permanent controls.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Adding a new series = 1 config + 1 command. No code changes.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Business Value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+39% relevance improvement over generic LLM.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Quality Index: 94/100 on pilot H7 with Diagnostic Cards.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Closing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This pipeline makes STM32 knowledge: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  MORE SEARCHABLE — text, images, and figures all indexed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  MORE TRACEABLE — every answer links to a verified source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  MORE MAINTAINABLE — config-driven, modular, self-hardening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For ST ChatGPT and the engineers who depend on it.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Config → Pipeline (23 steps) → ALFRED → Upload → Verification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l">
              <a:defRPr sz="1800">
                <a:solidFill>
                  <a:srgbClr val="3CB4E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9319</Words>
  <Application>Microsoft Office PowerPoint</Application>
  <PresentationFormat>On-screen Show (4:3)</PresentationFormat>
  <Paragraphs>1248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Abir GHARBI</cp:lastModifiedBy>
  <cp:revision>1</cp:revision>
  <dcterms:created xsi:type="dcterms:W3CDTF">2013-01-27T09:14:16Z</dcterms:created>
  <dcterms:modified xsi:type="dcterms:W3CDTF">2026-07-01T13:30:23Z</dcterms:modified>
  <cp:category/>
</cp:coreProperties>
</file>