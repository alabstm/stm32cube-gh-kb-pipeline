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23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Pipeline de Prétraitement</a:t>
            </a:r>
            <a:br/>
            <a:r>
              <a:t>STM32Cube → Knowledge Base</a:t>
            </a:r>
          </a:p>
          <a:p>
            <a:pPr algn="l">
              <a:defRPr sz="1800">
                <a:solidFill>
                  <a:srgbClr val="3CB4E6"/>
                </a:solidFill>
              </a:defRPr>
            </a:pPr>
            <a:r>
              <a:t>Atelier Pratique — Guide d'exécution complet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1. Vue d'ensemble du pipeline</a:t>
            </a: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2. Architecture du projet</a:t>
            </a: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3. Configuration d'une série</a:t>
            </a: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4. Étapes du pipeline (détail)</a:t>
            </a: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5. Enrichissement Alfred (images + PDF)</a:t>
            </a: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6. Upload vers la Knowledge Base</a:t>
            </a: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7. Scripts d'automatisation</a:t>
            </a: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8. Bonnes pratiques &amp; dépannage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Vue d'ensemble — Pipeline end-to-end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97280"/>
            <a:ext cx="2286000" cy="640080"/>
          </a:xfrm>
          <a:prstGeom prst="roundRect">
            <a:avLst/>
          </a:prstGeom>
          <a:solidFill>
            <a:srgbClr val="3CB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1. INGESTION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0" y="1097280"/>
            <a:ext cx="594360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100">
                <a:solidFill>
                  <a:srgbClr val="333333"/>
                </a:solidFill>
              </a:defRPr>
            </a:pPr>
            <a:r>
              <a:t>GitHub API → raw_issues, raw_files, raw_prs, raw_commits</a:t>
            </a:r>
          </a:p>
        </p:txBody>
      </p:sp>
      <p:sp>
        <p:nvSpPr>
          <p:cNvPr id="5" name="Down Arrow 4"/>
          <p:cNvSpPr/>
          <p:nvPr/>
        </p:nvSpPr>
        <p:spPr>
          <a:xfrm>
            <a:off x="1463040" y="1737360"/>
            <a:ext cx="274320" cy="137160"/>
          </a:xfrm>
          <a:prstGeom prst="down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874519"/>
            <a:ext cx="2286000" cy="6400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2. CLEANING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1874519"/>
            <a:ext cx="594360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100">
                <a:solidFill>
                  <a:srgbClr val="333333"/>
                </a:solidFill>
              </a:defRPr>
            </a:pPr>
            <a:r>
              <a:t>Normalisation texte, extraction images [IMAGE ATTACHED], structuration</a:t>
            </a:r>
          </a:p>
        </p:txBody>
      </p:sp>
      <p:sp>
        <p:nvSpPr>
          <p:cNvPr id="8" name="Down Arrow 7"/>
          <p:cNvSpPr/>
          <p:nvPr/>
        </p:nvSpPr>
        <p:spPr>
          <a:xfrm>
            <a:off x="1463040" y="2514600"/>
            <a:ext cx="274320" cy="137160"/>
          </a:xfrm>
          <a:prstGeom prst="down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7200" y="2651760"/>
            <a:ext cx="2286000" cy="6400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3. ENRICHMENT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2651760"/>
            <a:ext cx="594360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100">
                <a:solidFill>
                  <a:srgbClr val="333333"/>
                </a:solidFill>
              </a:defRPr>
            </a:pPr>
            <a:r>
              <a:t>Classification: layer, board, component, severity, is_valid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1463040" y="3291839"/>
            <a:ext cx="274320" cy="137160"/>
          </a:xfrm>
          <a:prstGeom prst="down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7200" y="3429000"/>
            <a:ext cx="2286000" cy="640080"/>
          </a:xfrm>
          <a:prstGeom prst="roundRect">
            <a:avLst/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4. SIMILARITY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0" y="3429000"/>
            <a:ext cx="594360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100">
                <a:solidFill>
                  <a:srgbClr val="333333"/>
                </a:solidFill>
              </a:defRPr>
            </a:pPr>
            <a:r>
              <a:t>TF-IDF cosine → related_issue_ids entre issues similaires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1463040" y="4069080"/>
            <a:ext cx="274320" cy="137160"/>
          </a:xfrm>
          <a:prstGeom prst="down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57200" y="4206240"/>
            <a:ext cx="2286000" cy="640080"/>
          </a:xfrm>
          <a:prstGeom prst="roundRect">
            <a:avLst/>
          </a:prstGeom>
          <a:solidFill>
            <a:srgbClr val="F443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5. DELIVERY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0" y="4206240"/>
            <a:ext cx="594360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100">
                <a:solidFill>
                  <a:srgbClr val="333333"/>
                </a:solidFill>
              </a:defRPr>
            </a:pPr>
            <a:r>
              <a:t>Export JSON ST-ready: issues, files, resolver_cases, diagnostic_cards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1463040" y="4846320"/>
            <a:ext cx="274320" cy="137160"/>
          </a:xfrm>
          <a:prstGeom prst="down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57200" y="4983480"/>
            <a:ext cx="2286000" cy="640080"/>
          </a:xfrm>
          <a:prstGeom prst="round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6. ALFRED (post-delivery)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0" y="4983480"/>
            <a:ext cx="594360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100">
                <a:solidFill>
                  <a:srgbClr val="333333"/>
                </a:solidFill>
              </a:defRPr>
            </a:pPr>
            <a:r>
              <a:t>Vision API sur st_ready_issues_with_images → descriptions textuelles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1463040" y="5623560"/>
            <a:ext cx="274320" cy="137160"/>
          </a:xfrm>
          <a:prstGeom prst="down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57200" y="5760720"/>
            <a:ext cx="2286000" cy="640080"/>
          </a:xfrm>
          <a:prstGeom prst="round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7. UPLOAD KB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80" y="5760720"/>
            <a:ext cx="594360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100">
                <a:solidFill>
                  <a:srgbClr val="333333"/>
                </a:solidFill>
              </a:defRPr>
            </a:pPr>
            <a:r>
              <a:t>Push JSON enrichis vers Knowledge Base #793 (ST ChatGPT)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Alfred — Intégré dans le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Alfred est maintenant INTÉGRÉ dans run_full_workflow.py 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--export-st-ready ajoute 6 steps (au lieu de 4) 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  → export issues, files, resolver, diag, issues_with_images, Alfred images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Alfred images est la DERNIÈRE étape automatique du workflow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Séquence complète 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Pipeline (17 steps) → Delivery (4 exports) → with_images → Alfred Vision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Ce que fait Alfred images automatiquement 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Parcourt by_series/*/issues_json/st_ready_issues_with_images_*.json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Pour chaque issue avec images : télécharge, envoie à Alfred, remplace le texte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[IMAGE ATTACHED] → [IMAGE DESCRIPTION] texte descriptif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Modifie le fichier in-place (pas de fichier séparé)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Alfred PDF figures (étape 7, dans STEPS) 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Enrichit les figures des PDFs AVANT le cleaning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Descriptions stockées dans data/pdf_image_descriptions.json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Injectées dans les docs_files lors du files_to_docs_v2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Architecture du Projet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PFE_Chatbot_STM32Cube/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├── shared/config/         → Configs par série (config_h7.json...)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├── pipeline/              → Code pipeline Python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│   ├── ingestion/         → fetch_issues, fetch_files...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│   ├── cleaning/          → clean_issues, clean_files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│   ├── enrichment/        → issues_to_docs_v2, files_to_docs_v2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│   ├── similarity/        → compute_issue_similarity_v2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│   ├── chunking/          → docs_to_chunks (local)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│   ├── delivery/          → export_st_ready_*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│   └── evaluation/        → stats, TF-IDF tests, schemas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├── pipeline_Automation/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│   ├── alfred/            → enrich_json_images, enrich_pdf_figures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│   ├── upload/            → Add_Data_Source_Files.py, Get_Persona_KBs.py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│   └── workflow/          → Scripts PS1 automatisation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├── data/                  → Fichiers intermédiaires (NON commités)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├── datasets/07_delivery/  → Outputs finaux ST-ready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└── GitHub_repos/          → Clones locaux (auto)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Configuration d'une Série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Fichier: shared/config/config_&lt;serie&gt;.json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{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"owner": "STMicroelectronics",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"repos": ["STM32CubeH7", "stm32h7xx-hal-driver", "cmsis_device_h7", ...],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"auto_clone_missing_repos": true,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"repo_clone_urls": { "stm32h7xx-hal-driver": "https://github.com/..." },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"github_token_env": "GITHUB_TOKEN"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}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Variable d'environnement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$env:STM32CUBE_CONFIG = "shared/config/config_h7.json"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Mapping sous-repos → drivers/ (delivery_paths.py)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Chaque sous-repo est routé sous by_series/&lt;serie&gt;/drivers/&lt;sous-repo&gt;/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Commande Principale — Pipeline Complet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Lancer le pipeline complet pour une série: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$env:STM32CUBE_CONFIG = "shared/config/config_f7.json"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python -m pipeline.run_full_workflow --export-st-ready --continue-on-error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Ce que ça exécute (dans l'ordre) 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[1-6] Ingestion (issues, PRs, commits, links, sync repos, files)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[7] Alfred PDF figure descriptions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[8-9] Cleaning (issues + files)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[10-11] Enrichment (issues + files → layer, board, component...)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[12] Similarity (TF-IDF cosine entre issues)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[13-14] Chunking (découpage en chunks pour recherche)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[15-17] Évaluation (stats + validation schémas)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[18-21] Delivery (export JSON ST-ready: issues, files, resolver, diag)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[22] Export issues_with_images (variante avec image_urls)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[23] Alfred Vision — descriptions automatiques des images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Flags du Workflow — Contrôle fin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Tous les flags disponibles 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--export-st-ready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  → Active les 6 steps de delivery + Alfred images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  → issues, files, resolver, diag, with_images, Alfred Vision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  → Sans ce flag, le pipeline s'arrête après la validation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--continue-on-error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  → Si un step échoue, passe au suivant au lieu de tout arrêter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  → Indispensable quand un sous-repo n'a pas d'issues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--skip-ingestion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  → Saute les 6 étapes d'ingestion GitHub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  → Utilise les fichiers raw_* déjà présents dans data/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  → Utile pour re-processer sans re-télécharger (économise le rate limit)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--skip-chunking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  → Saute le chunking local (étapes 13-14)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  → La plateforme ST fait son propre chunking à l'upload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--no-enrich-pdf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  → Saute l'appel Alfred Vision sur les figures PDF (étape 7)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  → Utile si pas de proxy ou si les PDFs sont déjà enrichis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run_full_workflow.py — Fait TOUT (issues + files)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⚠️ Ce n'est PAS un pipeline 'issues only'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Il traite issues ET files (cleaning, enrichment, delivery des deux)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17 étapes de base + 4 optionnelles (delivery)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Liste STEPS (code réel) 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STEPS = [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("Ingestion issues",     fetch_issues_main),      # 1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("Ingestion PRs",        fetch_prs_main),         # 2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("Ingestion commits",    fetch_commits_main),     # 3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("Ingestion links",      fetch_links_main),       # 4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("Ingestion sync repos", sync_local_repos_main),  # 5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("Ingestion files",      fetch_files_main),       # 6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("Alfred PDF figures",   _enrich_pdf_main),       # 7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("Cleaning issues",      clean_issues_main),      # 8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("Cleaning files",       clean_files_main),       # 9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("Enrichment issues V2", issues_to_docs_v2_main), # 10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("Enrichment files V2",  files_to_docs_v2_main),  # 11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("Similarity issues V2", similarity_main),        # 12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("Chunking issues V2",   chunks_issues_main),     # 13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("Chunking files V2",    chunks_files_main),      # 14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("Stats issues V2",      stats_issues_main),      # 15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("Stats files V2",       stats_files_main),       # 16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("Schema validation",    validate_schemas_main),  # 17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]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run_full_workflow.py — Fonctionnement interne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Chaque step = un tuple (label, fonction Python)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("Cleaning issues", clean_issues_main) → appelle clean_issues_main()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Le label sert pour le print [1/17] et le filtrage par flag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Les flags FILTRENT la liste avant exécution 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--skip-ingestion  → retire tout step dont label.startswith("Ingestion")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--skip-chunking   → retire tout step dont label.startswith("Chunking")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--no-enrich-pdf   → retire tout step dont label.startswith("Alfred")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--export-st-ready AJOUTE 6 steps à la fin 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("Delivery ST-ready issues",           export_issues_all)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("Delivery ST-ready files",            export_files_all)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("Delivery ST-ready resolver",         export_resolver_all)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("Delivery ST-ready diag cards",       export_diag_all)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("Delivery ST-ready issues with imgs", export_with_images_all)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("Alfred image descriptions",          _enrich_alfred_images_main)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Gestion d'erreurs 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Sans --continue-on-error → exception = STOP immédiat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Avec --continue-on-error → print [WARN] + passe au step suivant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Config : $env:STM32CUBE_CONFIG → shared/utils/paths.py → get_config_path()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run_full_workflow vs Run_Issues_Pipeline_For_All_Repos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run_full_workflow.py (Python) 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Fait TOUT : issues + files + similarity + chunking + eval + delivery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17-21 étapes complètes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Utilisé pour un traitement complet d'une série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Run_Issues_Pipeline_For_All_Repos.ps1 (PowerShell) 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Raccourci ISSUES-ONLY : clean → enrich → [similarity] → [chunking] → delivery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Seulement 3-5 étapes (pas de files, pas d'ingestion)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Suppose que les raw_issues sont DÉJÀ téléchargés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Utilisé pour re-processer rapidement les issues après un fix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Quand utiliser lequel ?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Nouvelle série de zéro → run_full_workflow (complet)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Fix dans l'enrichissement issues → Run_Issues_Pipeline (rapide)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Mise à jour des files seulement → lancer les étapes files individuellement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Batch — Lancer toutes les séries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Script PowerShell batch 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$series = @("config_c0", "config_f0", "config_f1", "config_f2",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"config_f3", "config_f7", "config_g0", "config_h7rs")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foreach ($s in $series) {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Write-Host "=== Processing $s ===" -ForegroundColor Cyan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$env:STM32CUBE_CONFIG = "shared/config/$s.json"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python -m pipeline.run_full_workflow --export-st-ready --continue-on-error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}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Points importants 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Chaque itération est INDÉPENDANTE (son propre config, ses propres data/)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Si une série échoue, les autres continuent grâce à --continue-on-error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Les fichiers data/ sont nommés par repo → pas de collision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Durée totale : ~10-30 min/série (dépend du nombre d'issues)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Voir aussi : pipeline_Automation/workflow/Run_Issues_Pipeline_For_All_Repos.ps1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Étapes du Pipeline — Détail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005840"/>
          <a:ext cx="859536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2148840"/>
                <a:gridCol w="2148840"/>
                <a:gridCol w="2148840"/>
              </a:tblGrid>
              <a:tr h="3657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#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Étape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Script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Output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Fetch Issues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pipeline/ingestion/fetch_issues.py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data/raw_issues_&lt;repo&gt;.json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Fetch PRs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pipeline/ingestion/fetch_prs.py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data/raw_prs_&lt;repo&gt;.json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Fetch Commits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pipeline/ingestion/fetch_commits.py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data/raw_commits_&lt;repo&gt;.json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Links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fetch_issue_pr_commit_links.py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data/links_&lt;repo&gt;.json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Sync Repos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repo_sync_service.py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GitHub_repos/&lt;repo&gt;/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Fetch Files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pipeline/ingestion/fetch_files.py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data/raw_files_&lt;repo&gt;.json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Clean Issues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pipeline/cleaning/clean_issues.py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data/clean_issues_&lt;repo&gt;.json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Clean Files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pipeline/cleaning/clean_files.py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data/clean_files_&lt;repo&gt;.json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Enrich Issues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pipeline/enrichment/issues_to_docs_v2.py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data/docs_issues_&lt;repo&gt;_v2.json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Enrich Files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pipeline/enrichment/files_to_docs_v2.py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data/docs_files_&lt;repo&gt;_v2.json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Similarity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compute_issue_similarity_v2.py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docs_issues_&lt;repo&gt;_v2_sim.json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Delivery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export_st_ready_*.py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datasets/07_delivery/st_ready/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Chaque étape peut être lancée SEULE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Ingestion seule (une étape) 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python -m pipeline.ingestion.fetch_issues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python -m pipeline.ingestion.fetch_files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Cleaning seul 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python -m pipeline.cleaning.clean_issues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python -m pipeline.cleaning.clean_files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Enrichissement seul 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python -m pipeline.enrichment.issues_to_docs_v2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python -m pipeline.enrichment.files_to_docs_v2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Similarity seule 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python -m pipeline.similarity.compute_issue_similarity_v2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Delivery seul (par type) 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python -m pipeline.delivery.export_st_ready_issues --repo STM32CubeH7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python -m pipeline.delivery.export_st_ready_files --repo STM32CubeH7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python -m pipeline.delivery.export_st_ready_diagnostic_cards --repo STM32CubeH7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python -m pipeline.delivery.export_st_ready_resolver_cases --repo STM32CubeH7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Évaluation &amp; Validation — Commandes individuelles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Stats issues 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python -m pipeline.evaluation.test_stats_issues_v2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  → Affiche : nb issues, couverture layer/board/component, distribution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Stats files 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python -m pipeline.evaluation.test_stats_files_v2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  → Affiche : nb fichiers, types, tailles, couverture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Validation schémas 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python -m pipeline.evaluation.validate_schemas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  → Vérifie que les JSON respectent les schémas shared/schemas/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Rapport d'évaluation complet (graphiques + Excel) 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python -m pipeline.evaluation.generate_evaluation_report --all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  → Génère PNG + XLSX dans datasets/07_delivery/st_ready/evaluation_report/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Test TF-IDF (recherche) 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python -m pipeline.evaluation.test_tfidf_search_issues_v2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  → Teste la qualité de retrieval sur des queries prédéfinies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Stage 2 — Cleaning (Détail)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Ce que fait le cleaning 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Normalise le texte (retours chariot, backticks, espaces)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Extrait les images → markers [IMAGE ATTACHED] + collecte URLs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Structure: Title + Body + Comments → champ clean_text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Conserve les métadonnées brutes (labels, dates, état)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Ce que le cleaning NE fait PAS 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❌ Pas de classification (layer, board, component)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❌ Pas de détection de validité (is_valid)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→ Ces tâches sont faites par l'ENRICHISSEMENT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Output: data/clean_issues_&lt;repo&gt;.json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{ repo, issue_number, title, state, labels, clean_text, image_urls, images_count }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Stage 3 — Enrichissement (Détail)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Heuristiques NLP ajoutées par issues_to_docs_v2.py 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layer: HAL, BSP, Middleware, Application, CMSIS (détecté via labels + texte)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component: SPI, I2C, USB, CRYP... (regex sur titre + body)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board: NUCLEO-H743ZI, STM32H750B-DK... (patterns de noms de cartes)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severity: critical, normal, low (labels + mots-clés)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issue_kind: bug, question, feature_request (labels)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is_valid: true si texte &gt; 100 chars + pas bot/spam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Métriques cibles 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Couverture layer ≥ 85%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Couverture component ≥ 70%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Couverture board ≥ 60%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Taux validité ≥ 85%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Stage 5 — Delivery (Structure Output)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Sortie sous datasets/07_delivery/st_ready/by_series/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stm32cubeh7/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├── issues_json/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│   ├── st_ready_issues_stm32cubeh7.json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│   └── st_ready_issues_with_images_stm32cubeh7.json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├── files_json/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│   └── st_ready_files_stm32cubeh7.json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├── diagnostic_cards_json/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│   └── st_ready_diagnostic_cards_stm32cubeh7.json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├── resolver_cases_json/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│   └── st_ready_resolver_cases_stm32cubeh7.json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└── drivers/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├── stm32h7xx-hal-driver/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│   ├── issues_json/ files_json/ diagnostic_cards_json/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├── cmsis_device_h7/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└── stm32h7xx-nucleo-bsp/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Alfred Vision — Enrichissement Images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1. Images issues (AUTOMATIQUE via --export-st-ready)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run_full_workflow parcourt tous les with_images et appelle Alfred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Modifie le JSON in-place: [IMAGE ATTACHED] → [IMAGE DESCRIPTION]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C'est le fichier with_images enrichi qu'on uploade vers la KB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Lancement manuel (si besoin) 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python pipeline_Automation/alfred/enrich_json_images_with_alfred.py \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--input &lt;st_ready_issues_with_images_*.json&gt; --inplace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2. Figures des PDFs techniques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python pipeline_Automation/alfred/enrich_pdf_figures_with_alfred.py \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--repo STM32CubeH7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Stocke dans data/pdf_image_descriptions.json (126 descriptions)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Re-run files_to_docs_v2 pour injecter les descriptions dans les docs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Re-run export_st_ready_files pour régénérer le JSON livrable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⚠️ Pas besoin de --use-proxy (accès direct depuis réseau ST)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Séries avec images issues (Alfred Vision)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005840"/>
          <a:ext cx="859536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2148840"/>
                <a:gridCol w="2148840"/>
                <a:gridCol w="2148840"/>
              </a:tblGrid>
              <a:tr h="3657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Série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Issues avec images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Images total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Alfred OK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H7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97/98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F4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61/62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WL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48/48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F7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26/26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G0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images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OK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C0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5/5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U5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OK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H5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OK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F0/F1/F2/F3/H7RS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quelques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OK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Upload vers la Knowledge Base #793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Script: pipeline_Automation/upload/Add_Data_Source_Files.py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Créer une nouvelle datasource 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python Add_Data_Source_Files.py --kb 793 --operation new \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--datasource-name "STM32F7 Issues" --remote-user "x@st.com" \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--processor JSON --processor-params "base64:$b64" --json-split-size 1000 \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--files &lt;chemin.json&gt;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Ajouter à une datasource existante 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python Add_Data_Source_Files.py --kb 793 --operation add \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--datasource-id 29276 ... --files &lt;chemin.json&gt;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Upload drivers automatisé 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.\pipeline_Automation\upload\Upload_All_Drivers.ps1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Vérifier la KB 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python pipeline_Automation/upload/Get_Persona_KBs.py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Processor Params — 4 types de JSON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005840"/>
          <a:ext cx="85953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2148840"/>
                <a:gridCol w="2148840"/>
                <a:gridCol w="2148840"/>
              </a:tblGrid>
              <a:tr h="3657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Type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rootTagPath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Label Template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ExternalURL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Issues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issues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{{repo}} issue #{{issue_number}} - {{issue_title}}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github.com/.../issues/{{issue_number}}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Files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files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{{repo}} {{file_type}} - {{path}}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github.com/.../{{root_ref}}/{{path_url}}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Resolver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resolver_cases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{{label}}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github.com/.../issues/{{issue_number}}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Diag Cards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{{label}}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github.com/.../issues/{{evidence_refs[0].id}}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Structure de la KB — 1 datasource par série × type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Organisation dans KB #793 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STM32H7 Issues (#24406) — 8 fichiers, 359 docs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STM32H7 Files (#29041) — 16 fichiers, 5327 docs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STM32H7 Diagnostic Cards (#24408)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STM32H7 Resolver Cases (#24410)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STM32F4 Issues (#28099) — 7 fichiers, 1917 docs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STM32F4 Files (#29042) — 21 fichiers, 5948 docs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... (même pattern pour chaque série)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Règle : les drivers vont dans la MÊME datasource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st_ready_issues_stm32h7xx-hal-driver.json → DS "STM32H7 Issues"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st_ready_files_cmsis_device_h7.json → DS "STM32H7 Files"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Checklist — Ajouter une Nouvelle Série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□ 1. Créer shared/config/config_&lt;serie&gt;.json (repos + clone_urls)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□ 2. Ajouter mapping dans pipeline/delivery/delivery_paths.py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□ 3. Lancer le pipeline complet 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$env:STM32CUBE_CONFIG = "shared/config/config_xx.json"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python -m pipeline.run_full_workflow --export-st-ready --continue-on-error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  → Inclut automatiquement: delivery + export with_images + Alfred images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□ 4. Vérifier by_series/&lt;serie&gt;/ : issues, files, diag, resolver, drivers/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□ 5. Alfred PDF figures (si pdf_image_tasks non vide) 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python pipeline_Automation/alfred/enrich_pdf_figures_with_alfred.py --repo &lt;Repo&gt;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  → Puis re-run: files_to_docs_v2 + export_st_ready_files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□ 6. Upload repo principal (new datasource × 4 types)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□ 7. Upload issues with_images enrichies Alfred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□ 8. Upload files PDF-enrichies (suffixe _pdf_enriched si déjà uploadé)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□ 9. Mettre à jour Upload_All_Drivers.ps1 + upload_alfred_issues_all_series.py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□ 10. Lancer Upload_All_Drivers.ps1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□ 11. Vérifier: Get_Persona_KBs.py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Bonnes Pratiques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Exécution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Toujours --continue-on-error (un sous-repo vide ne bloque pas)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--skip-ingestion pour re-processer sans re-télécharger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Vérifier summary_*.json avant upload (cohérence counts)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Upload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Ne pas uploader les fichiers vides (resolver_cases = [])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1 datasource = 1 série + 1 type d'artifact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Les drivers vont dans la même datasource que le repo principal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Git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JAMAIS commit data/*.json (&gt; 100 MB → push rejeté)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.gitignore exclut data/raw_*, data/clean_*, data/docs_*, data/chunks_*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datasets/07_delivery/ EST commité (&lt; 50 MB, c'est le livrable)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Alfred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PAS besoin de --use-proxy (accès direct depuis réseau ST)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Vérifier 0 [IMAGE DESCRIPTION UNAVAILABLE] après enrichissement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Upload_All_Drivers.ps1 a un throttle de 5s + retry auto (rate limit API)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Dépannage — Erreurs Courantes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005840"/>
          <a:ext cx="859536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5120"/>
                <a:gridCol w="2865120"/>
                <a:gridCol w="2865120"/>
              </a:tblGrid>
              <a:tr h="3657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Erreur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Cause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Solution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FileNotFoundError: with_images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Série sans images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Normal — skip Alfred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empty JSON arrays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Resolver vide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Normal — série sans fix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skipped_existing_files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Fichier déjà dans 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Supprimer dans KB Mgmt ou --operation new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GitHub file size &gt; 100MB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data/*.json dans git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Vérifier .gitignore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rate limit GitHub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Trop d'appels API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Attendre 1h ou ↑ issues_sleep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Enrichment 0% sous-repo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Pas de docs_issues_v2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Normal pour BSP/CMSIS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argparse error in workflow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sys.argv pollution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Fix: sys.argv isolé (déjà fait)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Dépannage — Explications détaillées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"FileNotFoundError: st_ready_issues_with_images_*.json"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Le fichier with_images n'est généré QUE si des issues ont des [IMAGE ATTACHED]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Les sous-repos BSP/CMSIS n'ont souvent aucune image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→ Le workflow skip automatiquement les séries sans images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"All selected files are empty JSON arrays"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Le resolver_cases.json contient [] car aucune issue n'a un fix documenté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Diagnostic cards ≠ resolver cases : diag décrit le problème, resolver le fix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→ Normal, ne pas forcer l'upload (--empty-json-policy upload)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"skipped_existing_files: [fichier.json]"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Le fichier a déjà été uploadé dans ce datasource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L'API refuse les doublons par nom de fichier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→ Supprimer l'ancien dans KB Management, puis re-uploader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→ Ou créer un nouveau datasource (--operation new)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Dépannage — Explications (suite)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"error: File exceeds GitHub file size limit of 100.00 MB"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Les fichiers data/ (raw, clean, docs, chunks) sont TRÈS gros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chunks_files_stm32cubec0_v2.json = 114 MB !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→ Vérifier que .gitignore contient : data/raw_*, data/clean_*, data/docs_*, data/chunks_*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→ Si déjà commité : git rm --cached data/&lt;fichier&gt;.json + amend commit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"rate limit" GitHub API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GitHub: 5000 req/h avec token, 60/h sans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Le pipeline fait beaucoup d'appels (issues + comments + PRs)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→ Vérifier que $env:GITHUB_TOKEN est défini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→ Augmenter issues_sleep dans config (0.2 → 0.5)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→ Ou utiliser --skip-ingestion si les raw sont déjà là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"Enrichment 0% pour un sous-repo BSP"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Les sous-repos BSP/CMSIS ont très peu d'issues (souvent 0-5)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Le script d'évaluation ne trouve pas de docs_issues_*_v2.json dédié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→ Normal, le contenu est agrégé dans le repo principal de la série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Dépannage — Rate Limit API upload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"Auth precheck failed. HTTP status=404" (nginx 404)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L'API api-ai-bridge.st.com rate-limite après ~20 requêtes rapides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Le reverse proxy nginx retourne 404 au lieu de 429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Fix déjà appliqué dans Upload_All_Drivers.ps1 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$uploadDelaySec = 5 (pause entre chaque upload)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$retryCount = 2 (2 tentatives si échec)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$retryDelaySec = 30 (attente avant retry)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"skipped_existing_files" — fichier déjà dans la datasource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L'API refuse les fichiers ayant le même nom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Solution 1 : Supprimer l'ancien dans KB Management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Solution 2 : Renommer avec suffixe _pdf_enriched avant upload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Copy-Item st_ready_files_*.json st_ready_files_*_pdf_enriched.json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Proxy "502 Bad Gateway"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Le proxy 185.46.212.88 est parfois down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→ Lancer SANS --use-proxy (accès direct depuis réseau ST)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Scripts d'Automatisation — Résumé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Pipeline complet 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python -m pipeline.run_full_workflow --export-st-ready --continue-on-error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Upload drivers (toutes séries) 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.\pipeline_Automation\upload\Upload_All_Drivers.ps1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  → Parcourt by_series/*/drivers/, uploade chaque artifact, throttle 5s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Upload issues Alfred (toutes séries) 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python pipeline_Automation/upload/upload_alfred_issues_all_series.py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  → Upload les with_images enrichis vers les datasources Issues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Batch toutes séries 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.\pipeline_Automation\workflow\Run_Full_Auto_Update_KB.ps1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Vérification KB 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python pipeline_Automation/upload/Get_Persona_KBs.py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23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Résumé</a:t>
            </a:r>
          </a:p>
          <a:p>
            <a:pPr algn="l">
              <a:defRPr sz="1800">
                <a:solidFill>
                  <a:srgbClr val="3CB4E6"/>
                </a:solidFill>
              </a:defRPr>
            </a:pPr>
            <a:r>
              <a:t>Config → Pipeline (23 steps) → Alfred → Upload → Vérification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