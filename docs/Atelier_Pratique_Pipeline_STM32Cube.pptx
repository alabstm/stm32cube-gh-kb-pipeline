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40"/>
    <p:sldId id="288" r:id="rId41"/>
    <p:sldId id="289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1A9B47-969F-4FB4-9DC4-5D1C1621205B}" v="5" dt="2026-06-26T08:26:09.1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microsoft.com/office/2015/10/relationships/revisionInfo" Target="revisionInfo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custSel delSld modSld">
      <pc:chgData name="Abir GHARBI" userId="ef92528f-00ab-4d87-966c-386bca485bd0" providerId="ADAL" clId="{F3D16DED-CAA7-4BF5-81E4-89DEDE7057F7}" dt="2026-06-26T08:31:16.831" v="93" actId="47"/>
      <pc:docMkLst>
        <pc:docMk/>
      </pc:docMkLst>
      <pc:sldChg chg="addSp modSp mod">
        <pc:chgData name="Abir GHARBI" userId="ef92528f-00ab-4d87-966c-386bca485bd0" providerId="ADAL" clId="{F3D16DED-CAA7-4BF5-81E4-89DEDE7057F7}" dt="2026-06-25T15:38:29.972" v="22" actId="1076"/>
        <pc:sldMkLst>
          <pc:docMk/>
          <pc:sldMk cId="0" sldId="263"/>
        </pc:sldMkLst>
        <pc:spChg chg="mod">
          <ac:chgData name="Abir GHARBI" userId="ef92528f-00ab-4d87-966c-386bca485bd0" providerId="ADAL" clId="{F3D16DED-CAA7-4BF5-81E4-89DEDE7057F7}" dt="2026-06-25T15:38:17.006" v="19" actId="14100"/>
          <ac:spMkLst>
            <pc:docMk/>
            <pc:sldMk cId="0" sldId="263"/>
            <ac:spMk id="3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6-25T15:38:29.972" v="22" actId="1076"/>
          <ac:spMkLst>
            <pc:docMk/>
            <pc:sldMk cId="0" sldId="263"/>
            <ac:spMk id="5" creationId="{9027F449-B326-96F9-96AD-56DCA0DCBD41}"/>
          </ac:spMkLst>
        </pc:spChg>
      </pc:sldChg>
      <pc:sldChg chg="modSp mod">
        <pc:chgData name="Abir GHARBI" userId="ef92528f-00ab-4d87-966c-386bca485bd0" providerId="ADAL" clId="{F3D16DED-CAA7-4BF5-81E4-89DEDE7057F7}" dt="2026-06-25T15:38:44.544" v="24" actId="20577"/>
        <pc:sldMkLst>
          <pc:docMk/>
          <pc:sldMk cId="0" sldId="264"/>
        </pc:sldMkLst>
        <pc:spChg chg="mod">
          <ac:chgData name="Abir GHARBI" userId="ef92528f-00ab-4d87-966c-386bca485bd0" providerId="ADAL" clId="{F3D16DED-CAA7-4BF5-81E4-89DEDE7057F7}" dt="2026-06-25T15:38:44.544" v="24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39:25.889" v="28" actId="1076"/>
        <pc:sldMkLst>
          <pc:docMk/>
          <pc:sldMk cId="0" sldId="265"/>
        </pc:sldMkLst>
        <pc:spChg chg="mod">
          <ac:chgData name="Abir GHARBI" userId="ef92528f-00ab-4d87-966c-386bca485bd0" providerId="ADAL" clId="{F3D16DED-CAA7-4BF5-81E4-89DEDE7057F7}" dt="2026-06-25T15:39:20.887" v="27" actId="14100"/>
          <ac:spMkLst>
            <pc:docMk/>
            <pc:sldMk cId="0" sldId="265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39:25.889" v="28" actId="1076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34.123" v="30" actId="20577"/>
        <pc:sldMkLst>
          <pc:docMk/>
          <pc:sldMk cId="0" sldId="269"/>
        </pc:sldMkLst>
        <pc:spChg chg="mod">
          <ac:chgData name="Abir GHARBI" userId="ef92528f-00ab-4d87-966c-386bca485bd0" providerId="ADAL" clId="{F3D16DED-CAA7-4BF5-81E4-89DEDE7057F7}" dt="2026-06-25T15:59:34.123" v="30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59:26.880" v="29" actId="1076"/>
          <ac:spMkLst>
            <pc:docMk/>
            <pc:sldMk cId="0" sldId="26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43.568" v="31" actId="1076"/>
        <pc:sldMkLst>
          <pc:docMk/>
          <pc:sldMk cId="0" sldId="270"/>
        </pc:sldMkLst>
        <pc:spChg chg="mod">
          <ac:chgData name="Abir GHARBI" userId="ef92528f-00ab-4d87-966c-386bca485bd0" providerId="ADAL" clId="{F3D16DED-CAA7-4BF5-81E4-89DEDE7057F7}" dt="2026-06-25T15:59:43.568" v="31" actId="1076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50.266" v="32" actId="1076"/>
        <pc:sldMkLst>
          <pc:docMk/>
          <pc:sldMk cId="0" sldId="271"/>
        </pc:sldMkLst>
        <pc:spChg chg="mod">
          <ac:chgData name="Abir GHARBI" userId="ef92528f-00ab-4d87-966c-386bca485bd0" providerId="ADAL" clId="{F3D16DED-CAA7-4BF5-81E4-89DEDE7057F7}" dt="2026-06-25T15:59:50.266" v="32" actId="1076"/>
          <ac:spMkLst>
            <pc:docMk/>
            <pc:sldMk cId="0" sldId="271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0:42.670" v="39" actId="20577"/>
        <pc:sldMkLst>
          <pc:docMk/>
          <pc:sldMk cId="0" sldId="274"/>
        </pc:sldMkLst>
        <pc:spChg chg="mod">
          <ac:chgData name="Abir GHARBI" userId="ef92528f-00ab-4d87-966c-386bca485bd0" providerId="ADAL" clId="{F3D16DED-CAA7-4BF5-81E4-89DEDE7057F7}" dt="2026-06-25T16:00:20.650" v="33" actId="20577"/>
          <ac:spMkLst>
            <pc:docMk/>
            <pc:sldMk cId="0" sldId="274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0:42.670" v="39" actId="20577"/>
          <ac:spMkLst>
            <pc:docMk/>
            <pc:sldMk cId="0" sldId="27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3:15.273" v="59" actId="2710"/>
        <pc:sldMkLst>
          <pc:docMk/>
          <pc:sldMk cId="0" sldId="279"/>
        </pc:sldMkLst>
        <pc:spChg chg="mod">
          <ac:chgData name="Abir GHARBI" userId="ef92528f-00ab-4d87-966c-386bca485bd0" providerId="ADAL" clId="{F3D16DED-CAA7-4BF5-81E4-89DEDE7057F7}" dt="2026-06-25T16:03:15.273" v="59" actId="2710"/>
          <ac:spMkLst>
            <pc:docMk/>
            <pc:sldMk cId="0" sldId="27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4:04.931" v="63"/>
        <pc:sldMkLst>
          <pc:docMk/>
          <pc:sldMk cId="0" sldId="280"/>
        </pc:sldMkLst>
        <pc:spChg chg="mod">
          <ac:chgData name="Abir GHARBI" userId="ef92528f-00ab-4d87-966c-386bca485bd0" providerId="ADAL" clId="{F3D16DED-CAA7-4BF5-81E4-89DEDE7057F7}" dt="2026-06-25T16:04:04.931" v="63"/>
          <ac:spMkLst>
            <pc:docMk/>
            <pc:sldMk cId="0" sldId="280"/>
            <ac:spMk id="3" creationId="{00000000-0000-0000-0000-000000000000}"/>
          </ac:spMkLst>
        </pc:spChg>
      </pc:sldChg>
      <pc:sldChg chg="modSp del mod">
        <pc:chgData name="Abir GHARBI" userId="ef92528f-00ab-4d87-966c-386bca485bd0" providerId="ADAL" clId="{F3D16DED-CAA7-4BF5-81E4-89DEDE7057F7}" dt="2026-06-26T08:31:16.831" v="93" actId="47"/>
        <pc:sldMkLst>
          <pc:docMk/>
          <pc:sldMk cId="0" sldId="287"/>
        </pc:sldMkLst>
        <pc:spChg chg="mod">
          <ac:chgData name="Abir GHARBI" userId="ef92528f-00ab-4d87-966c-386bca485bd0" providerId="ADAL" clId="{F3D16DED-CAA7-4BF5-81E4-89DEDE7057F7}" dt="2026-06-25T16:02:17.941" v="47" actId="27636"/>
          <ac:spMkLst>
            <pc:docMk/>
            <pc:sldMk cId="0" sldId="287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14.708" v="67" actId="404"/>
          <ac:spMkLst>
            <pc:docMk/>
            <pc:sldMk cId="0" sldId="287"/>
            <ac:spMk id="3" creationId="{00000000-0000-0000-0000-000000000000}"/>
          </ac:spMkLst>
        </pc:spChg>
      </pc:sldChg>
      <pc:sldChg chg="modSp del mod">
        <pc:chgData name="Abir GHARBI" userId="ef92528f-00ab-4d87-966c-386bca485bd0" providerId="ADAL" clId="{F3D16DED-CAA7-4BF5-81E4-89DEDE7057F7}" dt="2026-06-26T08:31:16.831" v="93" actId="47"/>
        <pc:sldMkLst>
          <pc:docMk/>
          <pc:sldMk cId="0" sldId="288"/>
        </pc:sldMkLst>
        <pc:spChg chg="mod">
          <ac:chgData name="Abir GHARBI" userId="ef92528f-00ab-4d87-966c-386bca485bd0" providerId="ADAL" clId="{F3D16DED-CAA7-4BF5-81E4-89DEDE7057F7}" dt="2026-06-25T16:02:34.455" v="51" actId="276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30.912" v="70" actId="404"/>
          <ac:spMkLst>
            <pc:docMk/>
            <pc:sldMk cId="0" sldId="288"/>
            <ac:spMk id="3" creationId="{00000000-0000-0000-0000-000000000000}"/>
          </ac:spMkLst>
        </pc:spChg>
      </pc:sldChg>
      <pc:sldChg chg="modSp del mod">
        <pc:chgData name="Abir GHARBI" userId="ef92528f-00ab-4d87-966c-386bca485bd0" providerId="ADAL" clId="{F3D16DED-CAA7-4BF5-81E4-89DEDE7057F7}" dt="2026-06-26T08:31:16.831" v="93" actId="47"/>
        <pc:sldMkLst>
          <pc:docMk/>
          <pc:sldMk cId="0" sldId="289"/>
        </pc:sldMkLst>
        <pc:spChg chg="mod">
          <ac:chgData name="Abir GHARBI" userId="ef92528f-00ab-4d87-966c-386bca485bd0" providerId="ADAL" clId="{F3D16DED-CAA7-4BF5-81E4-89DEDE7057F7}" dt="2026-06-26T08:26:44.751" v="87" actId="20577"/>
          <ac:spMkLst>
            <pc:docMk/>
            <pc:sldMk cId="0" sldId="289"/>
            <ac:spMk id="3" creationId="{00000000-0000-0000-0000-000000000000}"/>
          </ac:spMkLst>
        </pc:spChg>
      </pc:sldChg>
      <pc:sldChg chg="modSp del mod">
        <pc:chgData name="Abir GHARBI" userId="ef92528f-00ab-4d87-966c-386bca485bd0" providerId="ADAL" clId="{F3D16DED-CAA7-4BF5-81E4-89DEDE7057F7}" dt="2026-06-26T08:31:16.831" v="93" actId="47"/>
        <pc:sldMkLst>
          <pc:docMk/>
          <pc:sldMk cId="0" sldId="290"/>
        </pc:sldMkLst>
        <pc:spChg chg="mod">
          <ac:chgData name="Abir GHARBI" userId="ef92528f-00ab-4d87-966c-386bca485bd0" providerId="ADAL" clId="{F3D16DED-CAA7-4BF5-81E4-89DEDE7057F7}" dt="2026-06-26T08:26:09.370" v="78" actId="27636"/>
          <ac:spMkLst>
            <pc:docMk/>
            <pc:sldMk cId="0" sldId="290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6T08:28:33.048" v="92" actId="20577"/>
          <ac:spMkLst>
            <pc:docMk/>
            <pc:sldMk cId="0" sldId="290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CB68D9-53B7-4E6D-B3E5-7C1855B8A422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679A62-C517-4E87-AAEF-003595591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06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679A62-C517-4E87-AAEF-00359559152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352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Pipeline de Prétraitement</a:t>
            </a:r>
            <a:br/>
            <a:r>
              <a:t>STM32Cube → Knowledge Base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Atelier Pratique — Guide d'exécution complet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Vue d'ensemble du pipeline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Architecture du projet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Configuration d'une série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Étapes du pipeline (détail)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Enrichissement Alfred (images + PDF)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Upload vers la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Scripts d'automatisation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Bonnes pratiques &amp; dépannage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d'ensemble — Pipeline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→ raw_issues, raw_files, raw_prs, raw_commits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CLEANING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Normalisation texte, extraction images [IMAGE ATTACHED], structuration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Classification: layer, board, component, severity, is_valid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TF-IDF cosine → related_issue_ids entre issues similaires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JSON ST-ready: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ALFRED (post-delivery)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Vision API sur st_ready_issues_with_images → descriptions textuelles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UPLOAD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Push JSON enrichis vers Knowledge Base #793 (ST ChatGPT)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Intégré dans 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est maintenant INTÉGRÉ dans run_full_workflow.py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ajoute 6 steps (au lieu de 4)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export issues, files, resolver, diag, issues_with_images,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est la DERNIÈRE étape automatique du workflow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Séquence complète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Alfred images automatiquement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Parcourt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Pour chaque issue avec images : télécharge, envoie à Alfred, remplace le texte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texte descriptif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fichier in-place (pas de fichier séparé)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PDF figures (étape 7, dans STEPS)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Enrichit les figures des PDFs AVANT le cleaning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Descriptions stockées dans data/pdf_image_descriptions.json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Injectées dans les docs_files lors du files_to_docs_v2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Architecture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→ Configs par série (config_h7.json...)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              → Code pipeline Python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→ fetch_issues, fetch_files...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→ clean_issues,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→ issues_to_docs_v2, 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→ compute_issue_similarity_v2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→ docs_to_chunks (local)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→ export_st_ready_*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→ stats, TF-IDF tests, 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→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→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→ Scripts PS1 automatisation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→ Fichiers intermédiaires (NON commités)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→ Outputs finaux ST-ready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GitHub_repos/          → Clones locaux (auto)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Configuration d'une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["STM32CubeH7", "stm32h7xx-hal-driver", "cmsis_device_h7",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 "stm32h7xx-hal-driver": "https://github.com/..." 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"github_token_env": "GITHUB_TOKEN"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Variable d'environnement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Mapping sous-repos → drivers/ (delivery_paths.py)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sous-repo est routé sous by_series/&lt;serie&gt;/drivers/&lt;sous-repo&gt;/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Principale — Pipeline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Commande</a:t>
            </a:r>
            <a:r>
              <a:rPr dirty="0"/>
              <a:t> atelier </a:t>
            </a:r>
            <a:r>
              <a:rPr dirty="0" err="1"/>
              <a:t>recommandee</a:t>
            </a:r>
            <a:r>
              <a:rPr dirty="0"/>
              <a:t> (workflow </a:t>
            </a:r>
            <a:r>
              <a:rPr dirty="0" err="1"/>
              <a:t>complet</a:t>
            </a:r>
            <a:r>
              <a:rPr dirty="0"/>
              <a:t>):</a:t>
            </a:r>
          </a:p>
          <a:p>
            <a:endParaRPr dirty="0"/>
          </a:p>
          <a:p>
            <a:r>
              <a:rPr dirty="0"/>
              <a:t>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</a:t>
            </a:r>
          </a:p>
          <a:p>
            <a:endParaRPr dirty="0"/>
          </a:p>
          <a:p>
            <a:r>
              <a:rPr dirty="0"/>
              <a:t>Mode debug (2 </a:t>
            </a:r>
            <a:r>
              <a:rPr dirty="0" err="1"/>
              <a:t>etapes</a:t>
            </a:r>
            <a:r>
              <a:rPr dirty="0"/>
              <a:t>):</a:t>
            </a:r>
          </a:p>
          <a:p>
            <a:r>
              <a:rPr dirty="0"/>
              <a:t>1)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Prepare</a:t>
            </a:r>
          </a:p>
          <a:p>
            <a:r>
              <a:rPr dirty="0"/>
              <a:t>2)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Upload</a:t>
            </a:r>
          </a:p>
          <a:p>
            <a:endParaRPr dirty="0"/>
          </a:p>
          <a:p>
            <a:r>
              <a:rPr dirty="0"/>
              <a:t>Option fallback (pipeline Python direct):</a:t>
            </a:r>
          </a:p>
          <a:p>
            <a:r>
              <a:rPr dirty="0"/>
              <a:t>$env:STM32CUBE_CONFIG = "shared/config/config_h7.json"</a:t>
            </a:r>
          </a:p>
          <a:p>
            <a:r>
              <a:rPr dirty="0"/>
              <a:t>python -m </a:t>
            </a:r>
            <a:r>
              <a:rPr dirty="0" err="1"/>
              <a:t>pipeline.run_full_workflow</a:t>
            </a:r>
            <a:r>
              <a:rPr dirty="0"/>
              <a:t> --export-st-ready --continue-on-error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Flags du Workflow — Contrôle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" y="968145"/>
            <a:ext cx="4704588" cy="620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Tous les flags </a:t>
            </a:r>
            <a:r>
              <a:rPr dirty="0" err="1"/>
              <a:t>disponibles</a:t>
            </a:r>
            <a:r>
              <a:rPr dirty="0"/>
              <a:t> 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lang="en-US"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Active les 6 steps de delivery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issues, files, resolver, </a:t>
            </a:r>
            <a:r>
              <a:rPr dirty="0" err="1"/>
              <a:t>diag</a:t>
            </a:r>
            <a:r>
              <a:rPr dirty="0"/>
              <a:t>, </a:t>
            </a:r>
            <a:r>
              <a:rPr dirty="0" err="1"/>
              <a:t>with_images</a:t>
            </a:r>
            <a:r>
              <a:rPr dirty="0"/>
              <a:t>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Sans </a:t>
            </a:r>
            <a:r>
              <a:rPr dirty="0" err="1"/>
              <a:t>ce</a:t>
            </a:r>
            <a:r>
              <a:rPr dirty="0"/>
              <a:t> flag, le pipeline </a:t>
            </a:r>
            <a:r>
              <a:rPr dirty="0" err="1"/>
              <a:t>s'arrête</a:t>
            </a:r>
            <a:r>
              <a:rPr dirty="0"/>
              <a:t> après la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Si un step </a:t>
            </a:r>
            <a:r>
              <a:rPr dirty="0" err="1"/>
              <a:t>échoue</a:t>
            </a:r>
            <a:r>
              <a:rPr dirty="0"/>
              <a:t>, passe au </a:t>
            </a:r>
            <a:r>
              <a:rPr dirty="0" err="1"/>
              <a:t>suivant</a:t>
            </a:r>
            <a:r>
              <a:rPr dirty="0"/>
              <a:t> au lieu de tout </a:t>
            </a:r>
            <a:r>
              <a:rPr dirty="0" err="1"/>
              <a:t>arrêter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Indispensable </a:t>
            </a:r>
            <a:r>
              <a:rPr dirty="0" err="1"/>
              <a:t>quand</a:t>
            </a:r>
            <a:r>
              <a:rPr dirty="0"/>
              <a:t> un sous-repo </a:t>
            </a:r>
            <a:r>
              <a:rPr dirty="0" err="1"/>
              <a:t>n'a</a:t>
            </a:r>
            <a:r>
              <a:rPr dirty="0"/>
              <a:t> pas </a:t>
            </a:r>
            <a:r>
              <a:rPr dirty="0" err="1"/>
              <a:t>d'issues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les 6 étapes </a:t>
            </a:r>
            <a:r>
              <a:rPr dirty="0" err="1"/>
              <a:t>d'ingestion</a:t>
            </a:r>
            <a:r>
              <a:rPr dirty="0"/>
              <a:t> GitHub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Utilise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raw_* déjà </a:t>
            </a:r>
            <a:r>
              <a:rPr dirty="0" err="1"/>
              <a:t>présents</a:t>
            </a:r>
            <a:r>
              <a:rPr dirty="0"/>
              <a:t> dans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Utile pour re-processer sans re-</a:t>
            </a:r>
            <a:r>
              <a:rPr dirty="0" err="1"/>
              <a:t>télécharger</a:t>
            </a:r>
            <a:r>
              <a:rPr dirty="0"/>
              <a:t> (</a:t>
            </a:r>
            <a:r>
              <a:rPr dirty="0" err="1"/>
              <a:t>économise</a:t>
            </a:r>
            <a:r>
              <a:rPr dirty="0"/>
              <a:t> le rate limit)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 chunking local (étapes 13-14)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La </a:t>
            </a:r>
            <a:r>
              <a:rPr dirty="0" err="1"/>
              <a:t>plateforme</a:t>
            </a:r>
            <a:r>
              <a:rPr dirty="0"/>
              <a:t> ST fait son propre chunking à </a:t>
            </a:r>
            <a:r>
              <a:rPr dirty="0" err="1"/>
              <a:t>l'upload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27F449-B326-96F9-96AD-56DCA0DCBD41}"/>
              </a:ext>
            </a:extLst>
          </p:cNvPr>
          <p:cNvSpPr txBox="1"/>
          <p:nvPr/>
        </p:nvSpPr>
        <p:spPr>
          <a:xfrm>
            <a:off x="4686300" y="1716834"/>
            <a:ext cx="44577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lang="fr-FR" dirty="0"/>
              <a:t>--no-</a:t>
            </a:r>
            <a:r>
              <a:rPr lang="fr-FR" dirty="0" err="1"/>
              <a:t>enrich</a:t>
            </a:r>
            <a:r>
              <a:rPr lang="fr-FR" dirty="0"/>
              <a:t>-</a:t>
            </a:r>
            <a:r>
              <a:rPr lang="fr-FR" dirty="0" err="1"/>
              <a:t>pdf</a:t>
            </a:r>
            <a:endParaRPr lang="fr-FR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Saute l'appel Alfred Vision sur les figures PDF (étape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Utile si pas de proxy ou si les </a:t>
            </a:r>
            <a:r>
              <a:rPr lang="fr-FR" dirty="0" err="1"/>
              <a:t>PDFs</a:t>
            </a:r>
            <a:r>
              <a:rPr lang="fr-FR" dirty="0"/>
              <a:t> sont déjà enrichis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Fait TOUT (issues + files)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1024128"/>
            <a:ext cx="8046720" cy="5806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⚠️ Ce </a:t>
            </a:r>
            <a:r>
              <a:rPr dirty="0" err="1"/>
              <a:t>n'est</a:t>
            </a:r>
            <a:r>
              <a:rPr dirty="0"/>
              <a:t> PAS un pipeline 'issues only'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Il </a:t>
            </a:r>
            <a:r>
              <a:rPr dirty="0" err="1"/>
              <a:t>traite</a:t>
            </a:r>
            <a:r>
              <a:rPr dirty="0"/>
              <a:t> issues ET files (cleaning, enrichment, delivery des deux)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17 étapes de base + 4 </a:t>
            </a:r>
            <a:r>
              <a:rPr dirty="0" err="1"/>
              <a:t>optionnelles</a:t>
            </a:r>
            <a:r>
              <a:rPr dirty="0"/>
              <a:t> (delivery)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Liste</a:t>
            </a:r>
            <a:r>
              <a:rPr dirty="0"/>
              <a:t> STEPS (code </a:t>
            </a:r>
            <a:r>
              <a:rPr dirty="0" err="1"/>
              <a:t>réel</a:t>
            </a:r>
            <a:r>
              <a:rPr dirty="0"/>
              <a:t>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STEPS = [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issues",     </a:t>
            </a:r>
            <a:r>
              <a:rPr dirty="0" err="1"/>
              <a:t>fetch_issues_main</a:t>
            </a:r>
            <a:r>
              <a:rPr dirty="0"/>
              <a:t>),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PRs",        </a:t>
            </a:r>
            <a:r>
              <a:rPr dirty="0" err="1"/>
              <a:t>fetch_prs_main</a:t>
            </a:r>
            <a:r>
              <a:rPr dirty="0"/>
              <a:t>),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commits",    </a:t>
            </a:r>
            <a:r>
              <a:rPr dirty="0" err="1"/>
              <a:t>fetch_commits_main</a:t>
            </a:r>
            <a:r>
              <a:rPr dirty="0"/>
              <a:t>),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links",      </a:t>
            </a:r>
            <a:r>
              <a:rPr dirty="0" err="1"/>
              <a:t>fetch_links_main</a:t>
            </a:r>
            <a:r>
              <a:rPr dirty="0"/>
              <a:t>),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sync repos", </a:t>
            </a:r>
            <a:r>
              <a:rPr dirty="0" err="1"/>
              <a:t>sync_local_repos_main</a:t>
            </a:r>
            <a:r>
              <a:rPr dirty="0"/>
              <a:t>),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files",      </a:t>
            </a:r>
            <a:r>
              <a:rPr dirty="0" err="1"/>
              <a:t>fetch_files_main</a:t>
            </a:r>
            <a:r>
              <a:rPr dirty="0"/>
              <a:t>),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PDF figures",   _</a:t>
            </a:r>
            <a:r>
              <a:rPr dirty="0" err="1"/>
              <a:t>enrich_pdf_main</a:t>
            </a:r>
            <a:r>
              <a:rPr dirty="0"/>
              <a:t>),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issues",      </a:t>
            </a:r>
            <a:r>
              <a:rPr dirty="0" err="1"/>
              <a:t>clean_issues_main</a:t>
            </a:r>
            <a:r>
              <a:rPr dirty="0"/>
              <a:t>),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files",       </a:t>
            </a:r>
            <a:r>
              <a:rPr dirty="0" err="1"/>
              <a:t>clean_files_main</a:t>
            </a:r>
            <a:r>
              <a:rPr dirty="0"/>
              <a:t>),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issues V2", issues_to_docs_v2_main),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files V2",  files_to_docs_v2_main),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("Similarity issues V2", </a:t>
            </a:r>
            <a:r>
              <a:rPr dirty="0" err="1"/>
              <a:t>similarity_main</a:t>
            </a:r>
            <a:r>
              <a:rPr dirty="0"/>
              <a:t>),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issues V2",   </a:t>
            </a:r>
            <a:r>
              <a:rPr dirty="0" err="1"/>
              <a:t>chunks_issues_main</a:t>
            </a:r>
            <a:r>
              <a:rPr dirty="0"/>
              <a:t>),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files V2",    </a:t>
            </a:r>
            <a:r>
              <a:rPr dirty="0" err="1"/>
              <a:t>chunks_files_main</a:t>
            </a:r>
            <a:r>
              <a:rPr dirty="0"/>
              <a:t>),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issues V2",      </a:t>
            </a:r>
            <a:r>
              <a:rPr dirty="0" err="1"/>
              <a:t>stats_issues_main</a:t>
            </a:r>
            <a:r>
              <a:rPr dirty="0"/>
              <a:t>),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files V2",       </a:t>
            </a:r>
            <a:r>
              <a:rPr dirty="0" err="1"/>
              <a:t>stats_files_main</a:t>
            </a:r>
            <a:r>
              <a:rPr dirty="0"/>
              <a:t>),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("Schema validation",    </a:t>
            </a:r>
            <a:r>
              <a:rPr dirty="0" err="1"/>
              <a:t>validate_schemas_main</a:t>
            </a:r>
            <a:r>
              <a:rPr dirty="0"/>
              <a:t>),  # 17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86384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Fonctionnement interne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859536"/>
            <a:ext cx="804672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Chaque</a:t>
            </a:r>
            <a:r>
              <a:rPr dirty="0"/>
              <a:t> step = un tuple (label, </a:t>
            </a:r>
            <a:r>
              <a:rPr dirty="0" err="1"/>
              <a:t>fonction</a:t>
            </a:r>
            <a:r>
              <a:rPr dirty="0"/>
              <a:t> Python)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("Cleaning issues", </a:t>
            </a:r>
            <a:r>
              <a:rPr dirty="0" err="1"/>
              <a:t>clean_issues_main</a:t>
            </a:r>
            <a:r>
              <a:rPr dirty="0"/>
              <a:t>) →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clean_issues_main</a:t>
            </a:r>
            <a:r>
              <a:rPr dirty="0"/>
              <a:t>()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 label </a:t>
            </a:r>
            <a:r>
              <a:rPr dirty="0" err="1"/>
              <a:t>sert</a:t>
            </a:r>
            <a:r>
              <a:rPr dirty="0"/>
              <a:t> pour le print [1/17] et le </a:t>
            </a:r>
            <a:r>
              <a:rPr dirty="0" err="1"/>
              <a:t>filtrage</a:t>
            </a:r>
            <a:r>
              <a:rPr dirty="0"/>
              <a:t> par flag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Les flags FILTRENT la </a:t>
            </a:r>
            <a:r>
              <a:rPr dirty="0" err="1"/>
              <a:t>liste</a:t>
            </a:r>
            <a:r>
              <a:rPr dirty="0"/>
              <a:t> avant </a:t>
            </a:r>
            <a:r>
              <a:rPr dirty="0" err="1"/>
              <a:t>exécution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("Ingestion")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--skip-chunking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("Chunking")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--no-enrich-pdf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("Alfred")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--export-st-ready AJOUTE 6 steps à la fin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issues",           </a:t>
            </a:r>
            <a:r>
              <a:rPr dirty="0" err="1"/>
              <a:t>export_issues_all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files",            </a:t>
            </a:r>
            <a:r>
              <a:rPr dirty="0" err="1"/>
              <a:t>export_files_all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resolver",         </a:t>
            </a:r>
            <a:r>
              <a:rPr dirty="0" err="1"/>
              <a:t>export_resolver_all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</a:t>
            </a:r>
            <a:r>
              <a:rPr dirty="0" err="1"/>
              <a:t>diag</a:t>
            </a:r>
            <a:r>
              <a:rPr dirty="0"/>
              <a:t> cards",       </a:t>
            </a:r>
            <a:r>
              <a:rPr dirty="0" err="1"/>
              <a:t>export_diag_all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 with </a:t>
            </a:r>
            <a:r>
              <a:rPr dirty="0" err="1"/>
              <a:t>imgs</a:t>
            </a:r>
            <a:r>
              <a:rPr dirty="0"/>
              <a:t>", </a:t>
            </a:r>
            <a:r>
              <a:rPr dirty="0" err="1"/>
              <a:t>export_with_images_all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("Alfred image descriptions",          _</a:t>
            </a:r>
            <a:r>
              <a:rPr dirty="0" err="1"/>
              <a:t>enrich_alfred_images_main</a:t>
            </a:r>
            <a:r>
              <a:rPr dirty="0"/>
              <a:t>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Gestion </a:t>
            </a:r>
            <a:r>
              <a:rPr dirty="0" err="1"/>
              <a:t>d'erreurs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Sans --continue-on-error → exception = STOP </a:t>
            </a:r>
            <a:r>
              <a:rPr dirty="0" err="1"/>
              <a:t>immédiat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Avec --continue-on-error → print [WARN] + passe au step </a:t>
            </a:r>
            <a:r>
              <a:rPr dirty="0" err="1"/>
              <a:t>suivant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Config : $env:STM32CUBE_CONFIG → shared/utils/paths.py → </a:t>
            </a:r>
            <a:r>
              <a:rPr dirty="0" err="1"/>
              <a:t>get_config_path</a:t>
            </a:r>
            <a:r>
              <a:rPr dirty="0"/>
              <a:t>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 vs Run_Issues_Pipeline_For_All_Repos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Fait TOUT : issues + files + similarity + chunking + eval +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17-21 étapes complètes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un traitement complet d'une série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Run_Issues_Pipeline_For_All_Repos.ps1 (PowerShell)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Raccourci ISSUES-ONLY : clean → enrich → [similarity] → [chunking] →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Seulement 3-5 étapes (pas de files, pas d'ingestion)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Suppose que les raw_issues sont DÉJÀ téléchargés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re-processer rapidement les issues après un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Quand utiliser lequel 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Nouvelle série de zéro → run_full_workflow (complet)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dans l'enrichissement issues → Run_Issues_Pipeline (rapide)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Mise à jour des files seulement → lancer les étapes files individuellement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— Lancer toutes les séries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PowerShell batch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Points importants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itération est INDÉPENDANTE (son propre config, ses propres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Si une série échoue, les autres continuent grâce à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sont nommés par repo → pas de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Durée totale : ~10-30 min/série (dépend du nombre d'issues)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Voir aussi : pipeline_Automation/workflow/Run_Issues_Pipeline_For_All_Repos.ps1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Étapes du Pipeline — Détail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Étape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export_st_ready_*.py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datasets/07_delivery/st_ready/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 err="1"/>
              <a:t>Chaque</a:t>
            </a:r>
            <a:r>
              <a:rPr dirty="0"/>
              <a:t> étape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lancée</a:t>
            </a:r>
            <a:r>
              <a:rPr dirty="0"/>
              <a:t>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78408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Ingestion </a:t>
            </a:r>
            <a:r>
              <a:rPr dirty="0" err="1"/>
              <a:t>seule</a:t>
            </a:r>
            <a:r>
              <a:rPr dirty="0"/>
              <a:t> (</a:t>
            </a:r>
            <a:r>
              <a:rPr dirty="0" err="1"/>
              <a:t>une</a:t>
            </a:r>
            <a:r>
              <a:rPr dirty="0"/>
              <a:t> étape)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Cleaning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Enrichissement</a:t>
            </a:r>
            <a:r>
              <a:rPr dirty="0"/>
              <a:t>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Similarity </a:t>
            </a:r>
            <a:r>
              <a:rPr dirty="0" err="1"/>
              <a:t>seule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pipeline.similarity.compute_issue_similarity_v2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Delivery seul (par type)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pipeline.delivery.export_st_ready_issues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pipeline.delivery.export_st_ready_files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pipeline.delivery.export_st_ready_diagnostic_cards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pipeline.delivery.export_st_ready_resolver_cases</a:t>
            </a:r>
            <a:r>
              <a:rPr dirty="0"/>
              <a:t> --repo STM32CubeH7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Évaluation &amp; Validation — Commandes individuelles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033272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issues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issues, couverture layer/board/component,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files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fichiers</a:t>
            </a:r>
            <a:r>
              <a:rPr dirty="0"/>
              <a:t>, types, </a:t>
            </a:r>
            <a:r>
              <a:rPr dirty="0" err="1"/>
              <a:t>tailles</a:t>
            </a:r>
            <a:r>
              <a:rPr dirty="0"/>
              <a:t>, couverture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Validation </a:t>
            </a:r>
            <a:r>
              <a:rPr dirty="0" err="1"/>
              <a:t>schémas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pipeline.evaluation.validate_schemas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Vérifie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JSON </a:t>
            </a:r>
            <a:r>
              <a:rPr dirty="0" err="1"/>
              <a:t>respectent</a:t>
            </a:r>
            <a:r>
              <a:rPr dirty="0"/>
              <a:t> les </a:t>
            </a:r>
            <a:r>
              <a:rPr dirty="0" err="1"/>
              <a:t>schémas</a:t>
            </a:r>
            <a:r>
              <a:rPr dirty="0"/>
              <a:t> shared/schemas/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Rapport </a:t>
            </a:r>
            <a:r>
              <a:rPr dirty="0" err="1"/>
              <a:t>d'évaluation</a:t>
            </a:r>
            <a:r>
              <a:rPr dirty="0"/>
              <a:t> </a:t>
            </a:r>
            <a:r>
              <a:rPr dirty="0" err="1"/>
              <a:t>complet</a:t>
            </a:r>
            <a:r>
              <a:rPr dirty="0"/>
              <a:t> (</a:t>
            </a:r>
            <a:r>
              <a:rPr dirty="0" err="1"/>
              <a:t>graphiques</a:t>
            </a:r>
            <a:r>
              <a:rPr dirty="0"/>
              <a:t> + Excel)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pipeline.evaluation.generate_evaluation_report</a:t>
            </a:r>
            <a:r>
              <a:rPr dirty="0"/>
              <a:t>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Génère</a:t>
            </a:r>
            <a:r>
              <a:rPr dirty="0"/>
              <a:t> PNG + XLSX dans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evaluation_report</a:t>
            </a:r>
            <a:r>
              <a:rPr dirty="0"/>
              <a:t>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Test TF-IDF (recherche)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pipeline.evaluation.test_tfidf_search_issues_v2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Teste la </a:t>
            </a:r>
            <a:r>
              <a:rPr dirty="0" err="1"/>
              <a:t>qualité</a:t>
            </a:r>
            <a:r>
              <a:rPr dirty="0"/>
              <a:t> de retrieval sur des queries </a:t>
            </a:r>
            <a:r>
              <a:rPr dirty="0" err="1"/>
              <a:t>prédéfinies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 — Cleaning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fait le cleaning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Normalise</a:t>
            </a:r>
            <a:r>
              <a:rPr dirty="0"/>
              <a:t> le </a:t>
            </a:r>
            <a:r>
              <a:rPr dirty="0" err="1"/>
              <a:t>texte</a:t>
            </a:r>
            <a:r>
              <a:rPr dirty="0"/>
              <a:t> (retours chariot, backticks, </a:t>
            </a:r>
            <a:r>
              <a:rPr dirty="0" err="1"/>
              <a:t>espaces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Extrait les images → markers [IMAGE ATTACHED] + </a:t>
            </a:r>
            <a:r>
              <a:rPr dirty="0" err="1"/>
              <a:t>collecte</a:t>
            </a:r>
            <a:r>
              <a:rPr dirty="0"/>
              <a:t> URLs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Structure: Title + Body + Comments → champ </a:t>
            </a:r>
            <a:r>
              <a:rPr dirty="0" err="1"/>
              <a:t>clean_text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Conserve les </a:t>
            </a:r>
            <a:r>
              <a:rPr dirty="0" err="1"/>
              <a:t>métadonnées</a:t>
            </a:r>
            <a:r>
              <a:rPr dirty="0"/>
              <a:t> brutes (labels, dates, état)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le cleaning NE fait PAS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classification (layer, board, component)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</a:t>
            </a:r>
            <a:r>
              <a:rPr dirty="0" err="1"/>
              <a:t>détection</a:t>
            </a:r>
            <a:r>
              <a:rPr dirty="0"/>
              <a:t> de </a:t>
            </a:r>
            <a:r>
              <a:rPr dirty="0" err="1"/>
              <a:t>validité</a:t>
            </a:r>
            <a:r>
              <a:rPr dirty="0"/>
              <a:t> (</a:t>
            </a:r>
            <a:r>
              <a:rPr dirty="0" err="1"/>
              <a:t>is_valid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→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tâches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faites par </a:t>
            </a:r>
            <a:r>
              <a:rPr dirty="0" err="1"/>
              <a:t>l'ENRICHISSEMENT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Output: data/</a:t>
            </a:r>
            <a:r>
              <a:rPr dirty="0" err="1"/>
              <a:t>clean_issues</a:t>
            </a:r>
            <a:r>
              <a:rPr dirty="0"/>
              <a:t>_&lt;repo&gt;.</a:t>
            </a:r>
            <a:r>
              <a:rPr dirty="0" err="1"/>
              <a:t>json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{ repo, </a:t>
            </a:r>
            <a:r>
              <a:rPr dirty="0" err="1"/>
              <a:t>issue_number</a:t>
            </a:r>
            <a:r>
              <a:rPr dirty="0"/>
              <a:t>, title, state, labels, </a:t>
            </a:r>
            <a:r>
              <a:rPr dirty="0" err="1"/>
              <a:t>clean_text</a:t>
            </a:r>
            <a:r>
              <a:rPr dirty="0"/>
              <a:t>, </a:t>
            </a:r>
            <a:r>
              <a:rPr dirty="0" err="1"/>
              <a:t>image_urls</a:t>
            </a:r>
            <a:r>
              <a:rPr dirty="0"/>
              <a:t>, </a:t>
            </a:r>
            <a:r>
              <a:rPr dirty="0" err="1"/>
              <a:t>images_count</a:t>
            </a:r>
            <a:r>
              <a:rPr dirty="0"/>
              <a:t>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 — Enrichissement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Heuristiques NLP ajoutées par issues_to_docs_v2.py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(détecté via labels + texte)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sur titre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(patterns de noms de cartes)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mots-clés)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si texte &gt; 100 chars + pas bot/spam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Métriques cibles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layer ≥ 85%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component ≥ 70%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board ≥ 60%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Taux validité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5 — Delivery (Structure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Sortie sous datasets/07_delivery/st_ready/by_series/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st_ready_issues_with_images_stm32cubeh7.json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st_ready_files_stm32cubeh7.json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drivers/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stm32h7xx-hal-driver/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 files_json/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cmsis_device_h7/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stm32h7xx-nucleo-bsp/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/>
              <a:t>Alfred Vision — </a:t>
            </a:r>
            <a:r>
              <a:rPr dirty="0" err="1"/>
              <a:t>Enrichissement</a:t>
            </a:r>
            <a:r>
              <a:rPr dirty="0"/>
              <a:t>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0070C0"/>
                </a:solidFill>
              </a:rPr>
              <a:t>1. Images issues (</a:t>
            </a:r>
            <a:r>
              <a:rPr dirty="0" err="1">
                <a:solidFill>
                  <a:srgbClr val="0070C0"/>
                </a:solidFill>
              </a:rPr>
              <a:t>automatique</a:t>
            </a:r>
            <a:r>
              <a:rPr dirty="0">
                <a:solidFill>
                  <a:srgbClr val="0070C0"/>
                </a:solidFill>
              </a:rPr>
              <a:t> via workflow)</a:t>
            </a:r>
            <a:endParaRPr lang="fr-FR" dirty="0">
              <a:solidFill>
                <a:srgbClr val="0070C0"/>
              </a:solidFill>
            </a:endParaRPr>
          </a:p>
          <a:p>
            <a:endParaRPr dirty="0"/>
          </a:p>
          <a:p>
            <a:r>
              <a:rPr dirty="0"/>
              <a:t>- Le workflow </a:t>
            </a:r>
            <a:r>
              <a:rPr dirty="0" err="1"/>
              <a:t>enrichit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</a:t>
            </a:r>
            <a:r>
              <a:rPr dirty="0" err="1"/>
              <a:t>st_ready_issues_with_images</a:t>
            </a:r>
            <a:r>
              <a:rPr dirty="0"/>
              <a:t>_*.</a:t>
            </a:r>
            <a:r>
              <a:rPr dirty="0" err="1"/>
              <a:t>json</a:t>
            </a:r>
            <a:endParaRPr dirty="0"/>
          </a:p>
          <a:p>
            <a:r>
              <a:rPr dirty="0"/>
              <a:t>- Integration in-place: [IMAGE ATTACHED] -&gt; [IMAGE DESCRIPTION]</a:t>
            </a:r>
          </a:p>
          <a:p>
            <a:r>
              <a:rPr dirty="0"/>
              <a:t>- </a:t>
            </a:r>
            <a:r>
              <a:rPr dirty="0" err="1"/>
              <a:t>Fichier</a:t>
            </a:r>
            <a:r>
              <a:rPr dirty="0"/>
              <a:t> final H7: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by_series</a:t>
            </a:r>
            <a:r>
              <a:rPr dirty="0"/>
              <a:t>/stm32cubeh7/</a:t>
            </a:r>
            <a:r>
              <a:rPr dirty="0" err="1"/>
              <a:t>issues_json</a:t>
            </a:r>
            <a:r>
              <a:rPr dirty="0"/>
              <a:t>/st_ready_issues_with_images_stm32cubeh7.json</a:t>
            </a:r>
          </a:p>
          <a:p>
            <a:r>
              <a:rPr dirty="0"/>
              <a:t>- Resume Alfred: .../st_ready_issues_with_images_stm32cubeh7__alfred_summary.json</a:t>
            </a:r>
          </a:p>
          <a:p>
            <a:endParaRPr dirty="0"/>
          </a:p>
          <a:p>
            <a:r>
              <a:rPr dirty="0">
                <a:solidFill>
                  <a:srgbClr val="0070C0"/>
                </a:solidFill>
              </a:rPr>
              <a:t>2. Figures PDF</a:t>
            </a:r>
            <a:endParaRPr lang="fr-FR" dirty="0">
              <a:solidFill>
                <a:srgbClr val="0070C0"/>
              </a:solidFill>
            </a:endParaRPr>
          </a:p>
          <a:p>
            <a:endParaRPr dirty="0">
              <a:solidFill>
                <a:srgbClr val="0070C0"/>
              </a:solidFill>
            </a:endParaRPr>
          </a:p>
          <a:p>
            <a:r>
              <a:rPr dirty="0"/>
              <a:t>- enrich_pdf_figures_with_alfred.py </a:t>
            </a:r>
            <a:r>
              <a:rPr dirty="0" err="1"/>
              <a:t>decrit</a:t>
            </a:r>
            <a:r>
              <a:rPr dirty="0"/>
              <a:t> les figures</a:t>
            </a:r>
          </a:p>
          <a:p>
            <a:r>
              <a:rPr dirty="0"/>
              <a:t>- les descriptions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patchees</a:t>
            </a:r>
            <a:r>
              <a:rPr dirty="0"/>
              <a:t> dans </a:t>
            </a:r>
            <a:r>
              <a:rPr dirty="0" err="1"/>
              <a:t>files_json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Séries avec images issues (Alfred Vision)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Série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avec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Images total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OK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F0/F1/F2/F3/H7RS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quelques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vers la Knowledge Base #793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Créer une nouvelle datasource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"STM32F7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Ajouter à une datasource existante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29276 ... 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automatisé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Vérifier la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4 types de JSON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Structure de la KB — 1 datasource par série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Organisation dans KB #793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fichiers,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fichiers,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fichiers,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fichiers,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(même pattern pour chaque série)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Règle : les drivers vont dans la MÊME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dirty="0"/>
              <a:t>Checklist — 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Nouvelle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Créer config serie</a:t>
            </a:r>
          </a:p>
          <a:p>
            <a:r>
              <a:t>Commande: New-Item "shared/config/config_&lt;serie&gt;.json" -ItemType File</a:t>
            </a:r>
          </a:p>
          <a:p/>
          <a:p>
            <a:r>
              <a:t>2. Ajouter mapping delivery_paths</a:t>
            </a:r>
          </a:p>
          <a:p>
            <a:r>
              <a:t>Commande: code pipeline/delivery/delivery_paths.py</a:t>
            </a:r>
          </a:p>
          <a:p/>
          <a:p>
            <a:r>
              <a:t>3. Lancer pipeline complet</a:t>
            </a:r>
          </a:p>
          <a:p>
            <a:r>
              <a:t>Commande: $env:STM32CUBE_CONFIG="shared/config/config_&lt;serie&gt;.json"</a:t>
            </a:r>
          </a:p>
          <a:p>
            <a:r>
              <a:t>python -m pipeline.run_full_workflow --export-st-ready --continue-on-error</a:t>
            </a:r>
          </a:p>
          <a:p/>
          <a:p>
            <a:r>
              <a:t>4. Verifier outputs by_series</a:t>
            </a:r>
          </a:p>
          <a:p>
            <a:r>
              <a:t>Commande: Get-ChildItem "datasets/07_delivery/st_ready/by_series/stm32cube&lt;serie&gt;" -Recurse</a:t>
            </a:r>
          </a:p>
          <a:p/>
          <a:p>
            <a:r>
              <a:t>5. Alfred PDF (si necessaire)</a:t>
            </a:r>
          </a:p>
          <a:p>
            <a:r>
              <a:t>Commande: python pipeline_Automation/alfred/enrich_pdf_figures_with_alfred.py --repo STM32Cube&lt;SERIE&gt; --use-proxy</a:t>
            </a:r>
          </a:p>
          <a:p/>
          <a:p>
            <a:r>
              <a:t>6. Upload principal (workflow recommande)</a:t>
            </a:r>
          </a:p>
          <a:p>
            <a:r>
              <a:t>Commande: .\pipeline_Automation\workflow\Run_Single_Series_Full_Pipeline_And_Upload.ps1 -Series &lt;SERIE&gt; -Mode Upload</a:t>
            </a:r>
          </a:p>
          <a:p/>
          <a:p>
            <a:r>
              <a:t>7. Upload issues with_images Alfred</a:t>
            </a:r>
          </a:p>
          <a:p>
            <a:r>
              <a:t>Commande: python pipeline_Automation/upload/upload_alfred_issues_all_series.py</a:t>
            </a:r>
          </a:p>
          <a:p/>
          <a:p>
            <a:r>
              <a:t>8. Upload files PDF enrichis</a:t>
            </a:r>
          </a:p>
          <a:p>
            <a:r>
              <a:t>Commande: python pipeline_Automation/patch_pdf_descriptions_in_delivery.py</a:t>
            </a:r>
          </a:p>
          <a:p/>
          <a:p>
            <a:r>
              <a:t>9. Mettre a jour scripts upload (si nouvelle serie)</a:t>
            </a:r>
          </a:p>
          <a:p>
            <a:r>
              <a:t>Commandes: code pipeline_Automation/upload/Upload_All_Drivers.ps1</a:t>
            </a:r>
          </a:p>
          <a:p>
            <a:r>
              <a:t>           code pipeline_Automation/upload/upload_alfred_issues_all_series.py</a:t>
            </a:r>
          </a:p>
          <a:p/>
          <a:p>
            <a:r>
              <a:t>10. Upload drivers</a:t>
            </a:r>
          </a:p>
          <a:p>
            <a:r>
              <a:t>Commande: .\pipeline_Automation\upload\Upload_All_Drivers.ps1</a:t>
            </a:r>
          </a:p>
          <a:p/>
          <a:p>
            <a:r>
              <a:t>11. Verification KB</a:t>
            </a:r>
          </a:p>
          <a:p>
            <a:r>
              <a:t>Commande: python pipeline_Automation/upload/Get_Persona_KBs.py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14400"/>
            <a:ext cx="8046720" cy="621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Exécution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Toujours</a:t>
            </a:r>
            <a:r>
              <a:rPr dirty="0"/>
              <a:t> --continue-on-error (un sous-repo vide ne </a:t>
            </a:r>
            <a:r>
              <a:rPr dirty="0" err="1"/>
              <a:t>bloque</a:t>
            </a:r>
            <a:r>
              <a:rPr dirty="0"/>
              <a:t> pas)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pour re-processer sans re-</a:t>
            </a:r>
            <a:r>
              <a:rPr dirty="0" err="1"/>
              <a:t>télécharger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Vérifier</a:t>
            </a:r>
            <a:r>
              <a:rPr dirty="0"/>
              <a:t> summary_*.</a:t>
            </a:r>
            <a:r>
              <a:rPr dirty="0" err="1"/>
              <a:t>json</a:t>
            </a:r>
            <a:r>
              <a:rPr dirty="0"/>
              <a:t> avant upload (</a:t>
            </a:r>
            <a:r>
              <a:rPr dirty="0" err="1"/>
              <a:t>cohérence</a:t>
            </a:r>
            <a:r>
              <a:rPr dirty="0"/>
              <a:t> counts)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Ne pas uploader les </a:t>
            </a:r>
            <a:r>
              <a:rPr dirty="0" err="1"/>
              <a:t>fichiers</a:t>
            </a:r>
            <a:r>
              <a:rPr dirty="0"/>
              <a:t> vides (</a:t>
            </a:r>
            <a:r>
              <a:rPr dirty="0" err="1"/>
              <a:t>resolver_cases</a:t>
            </a:r>
            <a:r>
              <a:rPr dirty="0"/>
              <a:t> = [])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 </a:t>
            </a:r>
            <a:r>
              <a:rPr dirty="0" err="1"/>
              <a:t>datasource</a:t>
            </a:r>
            <a:r>
              <a:rPr dirty="0"/>
              <a:t> = 1 </a:t>
            </a:r>
            <a:r>
              <a:rPr dirty="0" err="1"/>
              <a:t>série</a:t>
            </a:r>
            <a:r>
              <a:rPr dirty="0"/>
              <a:t> + 1 type </a:t>
            </a:r>
            <a:r>
              <a:rPr dirty="0" err="1"/>
              <a:t>d'artifact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Les drivers </a:t>
            </a:r>
            <a:r>
              <a:rPr dirty="0" err="1"/>
              <a:t>vont</a:t>
            </a:r>
            <a:r>
              <a:rPr dirty="0"/>
              <a:t> dans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datasource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repo principal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lang="en-US" dirty="0"/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PAS </a:t>
            </a:r>
            <a:r>
              <a:rPr lang="en-US" dirty="0" err="1"/>
              <a:t>besoin</a:t>
            </a:r>
            <a:r>
              <a:rPr lang="en-US" dirty="0"/>
              <a:t> de --use-proxy (</a:t>
            </a:r>
            <a:r>
              <a:rPr lang="en-US" dirty="0" err="1"/>
              <a:t>accès</a:t>
            </a:r>
            <a:r>
              <a:rPr lang="en-US" dirty="0"/>
              <a:t> direct </a:t>
            </a:r>
            <a:r>
              <a:rPr lang="en-US" dirty="0" err="1"/>
              <a:t>depuis</a:t>
            </a:r>
            <a:r>
              <a:rPr lang="en-US" dirty="0"/>
              <a:t> réseau ST)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</a:t>
            </a:r>
            <a:r>
              <a:rPr lang="en-US" dirty="0" err="1"/>
              <a:t>Vérifier</a:t>
            </a:r>
            <a:r>
              <a:rPr lang="en-US" dirty="0"/>
              <a:t> 0 [IMAGE DESCRIPTION UNAVAILABLE] après </a:t>
            </a:r>
            <a:r>
              <a:rPr lang="en-US" dirty="0" err="1"/>
              <a:t>enrichissement</a:t>
            </a:r>
            <a:endParaRPr lang="en-US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Upload_All_Drivers.ps1 a un throttle de 5s + retry auto (rate limit API)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JAMAIS commit data/*.</a:t>
            </a:r>
            <a:r>
              <a:rPr dirty="0" err="1"/>
              <a:t>json</a:t>
            </a:r>
            <a:r>
              <a:rPr dirty="0"/>
              <a:t> (&gt; 100 MB → push </a:t>
            </a:r>
            <a:r>
              <a:rPr dirty="0" err="1"/>
              <a:t>rejeté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.</a:t>
            </a:r>
            <a:r>
              <a:rPr dirty="0" err="1"/>
              <a:t>gitignore</a:t>
            </a:r>
            <a:r>
              <a:rPr dirty="0"/>
              <a:t> </a:t>
            </a:r>
            <a:r>
              <a:rPr dirty="0" err="1"/>
              <a:t>exclut</a:t>
            </a:r>
            <a:r>
              <a:rPr dirty="0"/>
              <a:t>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datasets/07_delivery/ EST </a:t>
            </a:r>
            <a:r>
              <a:rPr dirty="0" err="1"/>
              <a:t>commité</a:t>
            </a:r>
            <a:r>
              <a:rPr dirty="0"/>
              <a:t> (&lt; 50 MB,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livrable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Dépannage — Erreurs Courantes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Erreur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sans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série sans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déjà dans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Supprimer dans KB Mgmt ou --operation new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dans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Vérifier .gitignore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d'appels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Attendre 1h ou ↑ issues_sleep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sous-repo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 de docs_issues_v2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pour BSP/CMSIS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argparse error in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sys.argv pollution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Fix: sys.argv isolé (déjà fait)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détaillées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with_images n'est généré QUE si des issues ont des [IMAGE ATTACHED]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n'ont souvent aucune image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Le workflow skip automatiquement les séries sans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resolver_cases.json contient [] car aucune issue n'a un fix documenté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 : diag décrit le problème, resolver le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ne pas forcer l'upload (--empty-json-policy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[fichier.json]"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a déjà été uploadé dans ce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doublons par nom de fichier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Supprimer l'ancien dans KB Management, puis re-uploader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créer un nouveau datasource (--operation new)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"error: 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(raw, clean, docs, chunks) sont TRÈS gros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chunks_files_stm32cubec0_v2.json = 114 MB 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.gitignore contient 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Si déjà commité : git rm --cached data/&lt;fichier&gt;.json + amend commit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avec token, 60/h sans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fait beaucoup d'appels (issues + comments + PRs)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$env:GITHUB_TOKEN est défini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Augmenter issues_sleep dans config (0.2 → 0.5)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utiliser --skip-ingestion si les raw sont déjà là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pour un sous-repo BSP"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ont très peu d'issues (souvent 0-5)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script d'évaluation ne trouve pas de docs_issues_*_v2.json dédié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le contenu est agrégé dans le repo principal de la série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Rate Limit API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api-ai-bridge.st.com rate-limite après ~20 requêtes rapides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reverse proxy nginx retourne 404 au lieu de 429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Fix déjà appliqué dans Upload_All_Drivers.ps1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$uploadDelaySec = 5 (pause entre chaque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$retryCount = 2 (2 tentatives si échec)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$retryDelaySec = 30 (attente avant retry)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"skipped_existing_files" — fichier déjà dans la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fichiers ayant le même nom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1 : Supprimer l'ancien dans KB Management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2 : Renommer avec suffixe _pdf_enriched avant upload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Proxy "502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proxy 185.46.212.88 est parfois down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Lancer SANS --use-proxy (accès direct depuis réseau ST)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Scripts d'Automatisation —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Workflow serie complet (prepare + upload KB):</a:t>
            </a:r>
          </a:p>
          <a:p>
            <a:r>
              <a:t>.\pipeline_Automation\workflow\Run_Single_Series_Full_Pipeline_And_Upload.ps1 -Series H7</a:t>
            </a:r>
          </a:p>
          <a:p>
            <a:endParaRPr/>
          </a:p>
          <a:p>
            <a:r>
              <a:t>Prepare seulement:</a:t>
            </a:r>
          </a:p>
          <a:p>
            <a:r>
              <a:t>.\pipeline_Automation\workflow\Run_Single_Series_Full_Pipeline_And_Upload.ps1 -Series H7 -Mode Prepare</a:t>
            </a:r>
          </a:p>
          <a:p>
            <a:endParaRPr/>
          </a:p>
          <a:p>
            <a:r>
              <a:t>Upload seulement:</a:t>
            </a:r>
          </a:p>
          <a:p>
            <a:r>
              <a:t>.\pipeline_Automation\workflow\Run_Single_Series_Full_Pipeline_And_Upload.ps1 -Series H7 -Mode Upload</a:t>
            </a:r>
          </a:p>
          <a:p>
            <a:endParaRPr/>
          </a:p>
          <a:p>
            <a:r>
              <a:t>Upload drivers toutes series:</a:t>
            </a:r>
          </a:p>
          <a:p>
            <a:r>
              <a:t>.\pipeline_Automation\upload\Upload_All_Drivers.ps1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Résumé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Config → Pipeline (23 steps) → Alfred → Upload → Vérification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Differences entre les modes et les 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206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Modes de Run_Single_Series_Full_Pipeline_And_Upload.ps1</a:t>
            </a:r>
          </a:p>
          <a:p>
            <a:pPr>
              <a:defRPr sz="1300" b="1"/>
            </a:pPr>
            <a:r>
              <a:t>Mode Prepare :</a:t>
            </a:r>
          </a:p>
          <a:p>
            <a:pPr>
              <a:defRPr sz="1300" b="0"/>
            </a:pPr>
            <a:r>
              <a:t>- Définit STM32CUBE_CONFIG pour une seule série</a:t>
            </a:r>
          </a:p>
          <a:p>
            <a:pPr>
              <a:defRPr sz="1300" b="0"/>
            </a:pPr>
            <a:r>
              <a:t>- Exécute la synchronisation des repos + audit des sous-modules</a:t>
            </a:r>
          </a:p>
          <a:p>
            <a:pPr>
              <a:defRPr sz="1300" b="0"/>
            </a:pPr>
            <a:r>
              <a:t>- Lance pipeline.run_full_workflow --skip-chunking</a:t>
            </a:r>
          </a:p>
          <a:p>
            <a:pPr>
              <a:defRPr sz="1300" b="0"/>
            </a:pPr>
            <a:r>
              <a:t>- Exporte les JSON ST-ready (issues, files, resolver, diagnostic)</a:t>
            </a:r>
          </a:p>
          <a:p>
            <a:pPr>
              <a:defRPr sz="1300" b="0"/>
            </a:pPr>
            <a:r>
              <a:t>- Exécute l’enrichissement images Alfred + patch PDF + validation schéma + contrôles placeholders</a:t>
            </a:r>
          </a:p>
          <a:p>
            <a:pPr>
              <a:defRPr sz="1300" b="0"/>
            </a:pPr>
          </a:p>
          <a:p>
            <a:pPr>
              <a:defRPr sz="1300" b="1"/>
            </a:pPr>
            <a:r>
              <a:t>Mode Upload :</a:t>
            </a:r>
          </a:p>
          <a:p>
            <a:pPr>
              <a:defRPr sz="1300" b="0"/>
            </a:pPr>
            <a:r>
              <a:t>- N’exécute PAS le pipeline ingestion/cleaning/enrichment</a:t>
            </a:r>
          </a:p>
          <a:p>
            <a:pPr>
              <a:defRPr sz="1300" b="0"/>
            </a:pPr>
            <a:r>
              <a:t>- Utilise les JSON de delivery existants sous datasets/07_delivery/st_ready/by_series/&lt;serie&gt;</a:t>
            </a:r>
          </a:p>
          <a:p>
            <a:pPr>
              <a:defRPr sz="1300" b="0"/>
            </a:pPr>
            <a:r>
              <a:t>- Crée ou alimente les datasources KB (issues/files/diagnostic/resolver)</a:t>
            </a:r>
          </a:p>
          <a:p>
            <a:pPr>
              <a:defRPr sz="1300" b="0"/>
            </a:pPr>
            <a:r>
              <a:t>- Uploade les datasets du repo parent et des drivers/sous-repos</a:t>
            </a:r>
          </a:p>
          <a:p>
            <a:pPr>
              <a:defRPr sz="1300" b="0"/>
            </a:pPr>
          </a:p>
          <a:p>
            <a:pPr>
              <a:defRPr sz="1300" b="1"/>
            </a:pPr>
            <a:r>
              <a:t>Mode Full :</a:t>
            </a:r>
          </a:p>
          <a:p>
            <a:pPr>
              <a:defRPr sz="1300" b="0"/>
            </a:pPr>
            <a:r>
              <a:t>- Équivalent à Prepare + Upload en une seule commande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97280"/>
            <a:ext cx="4023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run_full_workflow.py vs Run_Single_Series_Full_Pipeline_And_Upload.ps1</a:t>
            </a:r>
          </a:p>
          <a:p>
            <a:pPr>
              <a:defRPr sz="1300" b="1"/>
            </a:pPr>
            <a:r>
              <a:t>run_full_workflow.py :</a:t>
            </a:r>
          </a:p>
          <a:p>
            <a:pPr>
              <a:defRPr sz="1300" b="0"/>
            </a:pPr>
            <a:r>
              <a:t>- Orchestrateur Python du pipeline uniquement</a:t>
            </a:r>
          </a:p>
          <a:p>
            <a:pPr>
              <a:defRPr sz="1300" b="0"/>
            </a:pPr>
            <a:r>
              <a:t>- Exécute ingestion -&gt; cleaning -&gt; enrichment -&gt; similarité -&gt; chunking/stats/schéma</a:t>
            </a:r>
          </a:p>
          <a:p>
            <a:pPr>
              <a:defRPr sz="1300" b="0"/>
            </a:pPr>
            <a:r>
              <a:t>- Options : --skip-ingestion, --skip-chunking, --continue-on-error</a:t>
            </a:r>
          </a:p>
          <a:p>
            <a:pPr>
              <a:defRPr sz="1300" b="0"/>
            </a:pPr>
            <a:r>
              <a:t>- Helpers de delivery optionnels avec --export-st-ready</a:t>
            </a:r>
          </a:p>
          <a:p>
            <a:pPr>
              <a:defRPr sz="1300" b="0"/>
            </a:pPr>
            <a:r>
              <a:t>- Ne gère pas la création/l’upload des datasources KB</a:t>
            </a:r>
          </a:p>
          <a:p>
            <a:pPr>
              <a:defRPr sz="1300" b="0"/>
            </a:pPr>
          </a:p>
          <a:p>
            <a:pPr>
              <a:defRPr sz="1300" b="1"/>
            </a:pPr>
            <a:r>
              <a:t>Run_Single_Series_Full_Pipeline_And_Upload.ps1 :</a:t>
            </a:r>
          </a:p>
          <a:p>
            <a:pPr>
              <a:defRPr sz="1300" b="0"/>
            </a:pPr>
            <a:r>
              <a:t>- Wrapper opérationnel de bout en bout pour une série STM32</a:t>
            </a:r>
          </a:p>
          <a:p>
            <a:pPr>
              <a:defRPr sz="1300" b="0"/>
            </a:pPr>
            <a:r>
              <a:t>- Sélectionne la config série + appelle run_full_workflow.py</a:t>
            </a:r>
          </a:p>
          <a:p>
            <a:pPr>
              <a:defRPr sz="1300" b="0"/>
            </a:pPr>
            <a:r>
              <a:t>- Ajoute les contrôles de gate delivery et placeholders</a:t>
            </a:r>
          </a:p>
          <a:p>
            <a:pPr>
              <a:defRPr sz="1300" b="0"/>
            </a:pPr>
            <a:r>
              <a:t>- Gère create/add des datasources et l’upload JSON vers la KB</a:t>
            </a:r>
          </a:p>
          <a:p>
            <a:pPr>
              <a:defRPr sz="1300" b="0"/>
            </a:pPr>
            <a:r>
              <a:t>- Supporte les modes opérationnels Prepare / Upload / Full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64646"/>
                </a:solidFill>
              </a:defRPr>
            </a:pPr>
            <a:r>
              <a:t>Conseil : utiliser Prepare pour générer/valider les données, Upload pour pousser des JSON existants, Full pour l’automatisation complète.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t>Quand lancer Prepare / Upload /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269748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Mode Prepare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À utiliser quand vous avez besoin d’un retraitement complet des données d’une série.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Exécute sync, audit, run_full_workflow, export delivery, enrichissement Alfred, puis gates.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À lancer avant Upload si les données source ont changé.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Cas typique : onboarding d’une nouvelle série ou repos mis à jour.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51560"/>
            <a:ext cx="269748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Mode Upload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À utiliser quand les JSON ST-ready existent déjà et sont validés.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Ignore ingestion/cleaning/enrichment et pousse uniquement vers les datasources KB.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Idéal pour relancer après timeout API ou changement de datasource.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Le mode le plus rapide quand aucune régénération n’est nécessaire.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51560"/>
            <a:ext cx="2743200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Mode Full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À utiliser pour une automatisation complète de bout en bout en une commande.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Équivalent à Prepare puis Upload.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Adapté aux exécutions batch quand l’environnement est stable.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À éviter si vous avez seulement besoin de relancer un upload (utiliser Upload).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64646"/>
                </a:solidFill>
              </a:defRPr>
            </a:pPr>
            <a:r>
              <a:t>Règle simple : données changées -&gt; Prepare ; données prêtes -&gt; Upload ; premier run complet -&gt; Full.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4E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700" b="1">
                <a:solidFill>
                  <a:srgbClr val="FFFFFF"/>
                </a:solidFill>
              </a:defRPr>
            </a:pPr>
            <a:r>
              <a:t>Créer config_&lt;serie&gt;.json : quoi remplir et d’où viennent les informations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160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Étape 1 : créer le fichier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Cette commande crée seulement un fichier vide :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New-Item "shared/config/config_&lt;serie&gt;.json" -ItemType File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Ensuite, coller un modèle JSON (owner, repos, refs, rate limits).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3977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Étape 2 : remplir les champs requis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owner : en général STMicroelectronics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repos : repo parent + repos driver/CMSIS/BSP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repos_dir : racine locale des clones (par défaut GitHub_repos)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auto_clone_missing_repos : true pour clone/sync automatique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1880"/>
            <a:ext cx="4160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Source des informations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Nom du repo principal depuis la map des séries du workflow (STM32Cube&lt;Serie&gt;).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Sous-repos récupérés depuis le .gitmodules du repo parent.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Commande : python -m pipeline.evaluation.audit_config_submodules --fix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Cette commande auto-remplit les repos manquants + repo_clone_urls + linked_repo_refs.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3611880"/>
            <a:ext cx="39776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0A0A"/>
                </a:solidFill>
              </a:defRPr>
            </a:pPr>
            <a:r>
              <a:t>Comment le pipeline utilise la config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La config active est sélectionnée via STM32CUBE_CONFIG (shared/utils/paths.py).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L’ingestion utilise owner/repos et les paramètres de clone.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repo_clone_urls surcharge l’URL de clone quand le nom de repo diffère.</a:t>
            </a:r>
          </a:p>
          <a:p>
            <a:pPr>
              <a:defRPr sz="1250">
                <a:solidFill>
                  <a:srgbClr val="232323"/>
                </a:solidFill>
              </a:defRPr>
            </a:pPr>
            <a:r>
              <a:t>linked_repo_refs fixe les sous-repos sur des commits précis (reproductibilité).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73368"/>
            <a:ext cx="81838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64646"/>
                </a:solidFill>
              </a:defRPr>
            </a:pPr>
            <a:r>
              <a:t>Flux recommandé : créer la config -&gt; lancer audit submodules --fix -&gt; vérifier les refs -&gt; lancer le mode Prepare.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4754</Words>
  <Application>Microsoft Office PowerPoint</Application>
  <PresentationFormat>On-screen Show (4:3)</PresentationFormat>
  <Paragraphs>572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2026-06-26T09:48:45Z</dcterms:modified>
  <cp:category/>
</cp:coreProperties>
</file>