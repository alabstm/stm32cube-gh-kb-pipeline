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1A9B47-969F-4FB4-9DC4-5D1C1621205B}" v="4" dt="2026-06-25T16:04:04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r GHARBI" userId="ef92528f-00ab-4d87-966c-386bca485bd0" providerId="ADAL" clId="{F3D16DED-CAA7-4BF5-81E4-89DEDE7057F7}"/>
    <pc:docChg chg="undo custSel modSld">
      <pc:chgData name="Abir GHARBI" userId="ef92528f-00ab-4d87-966c-386bca485bd0" providerId="ADAL" clId="{F3D16DED-CAA7-4BF5-81E4-89DEDE7057F7}" dt="2026-06-26T08:06:27.778" v="85" actId="20577"/>
      <pc:docMkLst>
        <pc:docMk/>
      </pc:docMkLst>
      <pc:sldChg chg="addSp modSp mod">
        <pc:chgData name="Abir GHARBI" userId="ef92528f-00ab-4d87-966c-386bca485bd0" providerId="ADAL" clId="{F3D16DED-CAA7-4BF5-81E4-89DEDE7057F7}" dt="2026-06-25T15:38:29.972" v="22" actId="1076"/>
        <pc:sldMkLst>
          <pc:docMk/>
          <pc:sldMk cId="0" sldId="263"/>
        </pc:sldMkLst>
        <pc:spChg chg="mod">
          <ac:chgData name="Abir GHARBI" userId="ef92528f-00ab-4d87-966c-386bca485bd0" providerId="ADAL" clId="{F3D16DED-CAA7-4BF5-81E4-89DEDE7057F7}" dt="2026-06-25T15:38:17.006" v="19" actId="14100"/>
          <ac:spMkLst>
            <pc:docMk/>
            <pc:sldMk cId="0" sldId="263"/>
            <ac:spMk id="3" creationId="{00000000-0000-0000-0000-000000000000}"/>
          </ac:spMkLst>
        </pc:spChg>
        <pc:spChg chg="add mod">
          <ac:chgData name="Abir GHARBI" userId="ef92528f-00ab-4d87-966c-386bca485bd0" providerId="ADAL" clId="{F3D16DED-CAA7-4BF5-81E4-89DEDE7057F7}" dt="2026-06-25T15:38:29.972" v="22" actId="1076"/>
          <ac:spMkLst>
            <pc:docMk/>
            <pc:sldMk cId="0" sldId="263"/>
            <ac:spMk id="5" creationId="{9027F449-B326-96F9-96AD-56DCA0DCBD41}"/>
          </ac:spMkLst>
        </pc:spChg>
      </pc:sldChg>
      <pc:sldChg chg="modSp mod">
        <pc:chgData name="Abir GHARBI" userId="ef92528f-00ab-4d87-966c-386bca485bd0" providerId="ADAL" clId="{F3D16DED-CAA7-4BF5-81E4-89DEDE7057F7}" dt="2026-06-25T15:38:44.544" v="24" actId="20577"/>
        <pc:sldMkLst>
          <pc:docMk/>
          <pc:sldMk cId="0" sldId="264"/>
        </pc:sldMkLst>
        <pc:spChg chg="mod">
          <ac:chgData name="Abir GHARBI" userId="ef92528f-00ab-4d87-966c-386bca485bd0" providerId="ADAL" clId="{F3D16DED-CAA7-4BF5-81E4-89DEDE7057F7}" dt="2026-06-25T15:38:44.544" v="24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6-25T15:39:25.889" v="28" actId="1076"/>
        <pc:sldMkLst>
          <pc:docMk/>
          <pc:sldMk cId="0" sldId="265"/>
        </pc:sldMkLst>
        <pc:spChg chg="mod">
          <ac:chgData name="Abir GHARBI" userId="ef92528f-00ab-4d87-966c-386bca485bd0" providerId="ADAL" clId="{F3D16DED-CAA7-4BF5-81E4-89DEDE7057F7}" dt="2026-06-25T15:39:20.887" v="27" actId="14100"/>
          <ac:spMkLst>
            <pc:docMk/>
            <pc:sldMk cId="0" sldId="265"/>
            <ac:spMk id="2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6-25T15:39:25.889" v="28" actId="107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6-25T15:59:34.123" v="30" actId="20577"/>
        <pc:sldMkLst>
          <pc:docMk/>
          <pc:sldMk cId="0" sldId="269"/>
        </pc:sldMkLst>
        <pc:spChg chg="mod">
          <ac:chgData name="Abir GHARBI" userId="ef92528f-00ab-4d87-966c-386bca485bd0" providerId="ADAL" clId="{F3D16DED-CAA7-4BF5-81E4-89DEDE7057F7}" dt="2026-06-25T15:59:34.123" v="30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6-25T15:59:26.880" v="29" actId="1076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6-25T15:59:43.568" v="31" actId="1076"/>
        <pc:sldMkLst>
          <pc:docMk/>
          <pc:sldMk cId="0" sldId="270"/>
        </pc:sldMkLst>
        <pc:spChg chg="mod">
          <ac:chgData name="Abir GHARBI" userId="ef92528f-00ab-4d87-966c-386bca485bd0" providerId="ADAL" clId="{F3D16DED-CAA7-4BF5-81E4-89DEDE7057F7}" dt="2026-06-25T15:59:43.568" v="31" actId="1076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6-25T15:59:50.266" v="32" actId="1076"/>
        <pc:sldMkLst>
          <pc:docMk/>
          <pc:sldMk cId="0" sldId="271"/>
        </pc:sldMkLst>
        <pc:spChg chg="mod">
          <ac:chgData name="Abir GHARBI" userId="ef92528f-00ab-4d87-966c-386bca485bd0" providerId="ADAL" clId="{F3D16DED-CAA7-4BF5-81E4-89DEDE7057F7}" dt="2026-06-25T15:59:50.266" v="32" actId="1076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6-25T16:00:42.670" v="39" actId="20577"/>
        <pc:sldMkLst>
          <pc:docMk/>
          <pc:sldMk cId="0" sldId="274"/>
        </pc:sldMkLst>
        <pc:spChg chg="mod">
          <ac:chgData name="Abir GHARBI" userId="ef92528f-00ab-4d87-966c-386bca485bd0" providerId="ADAL" clId="{F3D16DED-CAA7-4BF5-81E4-89DEDE7057F7}" dt="2026-06-25T16:00:20.650" v="33" actId="20577"/>
          <ac:spMkLst>
            <pc:docMk/>
            <pc:sldMk cId="0" sldId="274"/>
            <ac:spMk id="2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6-25T16:00:42.670" v="39" actId="20577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6-25T16:03:15.273" v="59" actId="2710"/>
        <pc:sldMkLst>
          <pc:docMk/>
          <pc:sldMk cId="0" sldId="279"/>
        </pc:sldMkLst>
        <pc:spChg chg="mod">
          <ac:chgData name="Abir GHARBI" userId="ef92528f-00ab-4d87-966c-386bca485bd0" providerId="ADAL" clId="{F3D16DED-CAA7-4BF5-81E4-89DEDE7057F7}" dt="2026-06-25T16:03:15.273" v="59" actId="2710"/>
          <ac:spMkLst>
            <pc:docMk/>
            <pc:sldMk cId="0" sldId="279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6-25T16:04:04.931" v="63"/>
        <pc:sldMkLst>
          <pc:docMk/>
          <pc:sldMk cId="0" sldId="280"/>
        </pc:sldMkLst>
        <pc:spChg chg="mod">
          <ac:chgData name="Abir GHARBI" userId="ef92528f-00ab-4d87-966c-386bca485bd0" providerId="ADAL" clId="{F3D16DED-CAA7-4BF5-81E4-89DEDE7057F7}" dt="2026-06-25T16:04:04.931" v="63"/>
          <ac:spMkLst>
            <pc:docMk/>
            <pc:sldMk cId="0" sldId="280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6-25T16:05:14.708" v="67" actId="404"/>
        <pc:sldMkLst>
          <pc:docMk/>
          <pc:sldMk cId="0" sldId="287"/>
        </pc:sldMkLst>
        <pc:spChg chg="mod">
          <ac:chgData name="Abir GHARBI" userId="ef92528f-00ab-4d87-966c-386bca485bd0" providerId="ADAL" clId="{F3D16DED-CAA7-4BF5-81E4-89DEDE7057F7}" dt="2026-06-25T16:02:17.941" v="47" actId="27636"/>
          <ac:spMkLst>
            <pc:docMk/>
            <pc:sldMk cId="0" sldId="287"/>
            <ac:spMk id="2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6-25T16:05:14.708" v="67" actId="404"/>
          <ac:spMkLst>
            <pc:docMk/>
            <pc:sldMk cId="0" sldId="287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6-26T08:06:27.778" v="85" actId="20577"/>
        <pc:sldMkLst>
          <pc:docMk/>
          <pc:sldMk cId="0" sldId="288"/>
        </pc:sldMkLst>
        <pc:spChg chg="mod">
          <ac:chgData name="Abir GHARBI" userId="ef92528f-00ab-4d87-966c-386bca485bd0" providerId="ADAL" clId="{F3D16DED-CAA7-4BF5-81E4-89DEDE7057F7}" dt="2026-06-25T16:02:34.455" v="51" actId="27636"/>
          <ac:spMkLst>
            <pc:docMk/>
            <pc:sldMk cId="0" sldId="288"/>
            <ac:spMk id="2" creationId="{00000000-0000-0000-0000-000000000000}"/>
          </ac:spMkLst>
        </pc:spChg>
        <pc:spChg chg="mod">
          <ac:chgData name="Abir GHARBI" userId="ef92528f-00ab-4d87-966c-386bca485bd0" providerId="ADAL" clId="{F3D16DED-CAA7-4BF5-81E4-89DEDE7057F7}" dt="2026-06-26T08:06:27.778" v="85" actId="20577"/>
          <ac:spMkLst>
            <pc:docMk/>
            <pc:sldMk cId="0" sldId="288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6-26T07:57:57.550" v="76" actId="20577"/>
        <pc:sldMkLst>
          <pc:docMk/>
          <pc:sldMk cId="0" sldId="289"/>
        </pc:sldMkLst>
        <pc:spChg chg="mod">
          <ac:chgData name="Abir GHARBI" userId="ef92528f-00ab-4d87-966c-386bca485bd0" providerId="ADAL" clId="{F3D16DED-CAA7-4BF5-81E4-89DEDE7057F7}" dt="2026-06-26T07:57:57.550" v="76" actId="20577"/>
          <ac:spMkLst>
            <pc:docMk/>
            <pc:sldMk cId="0" sldId="289"/>
            <ac:spMk id="3" creationId="{00000000-0000-0000-0000-000000000000}"/>
          </ac:spMkLst>
        </pc:spChg>
      </pc:sldChg>
      <pc:sldChg chg="modSp mod">
        <pc:chgData name="Abir GHARBI" userId="ef92528f-00ab-4d87-966c-386bca485bd0" providerId="ADAL" clId="{F3D16DED-CAA7-4BF5-81E4-89DEDE7057F7}" dt="2026-06-26T07:58:48.547" v="82" actId="1076"/>
        <pc:sldMkLst>
          <pc:docMk/>
          <pc:sldMk cId="0" sldId="290"/>
        </pc:sldMkLst>
        <pc:spChg chg="mod">
          <ac:chgData name="Abir GHARBI" userId="ef92528f-00ab-4d87-966c-386bca485bd0" providerId="ADAL" clId="{F3D16DED-CAA7-4BF5-81E4-89DEDE7057F7}" dt="2026-06-26T07:58:48.547" v="82" actId="1076"/>
          <ac:spMkLst>
            <pc:docMk/>
            <pc:sldMk cId="0" sldId="29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Pipeline de Prétraitement</a:t>
            </a:r>
            <a:br/>
            <a:r>
              <a:t>STM32Cube → Knowledge Base</a:t>
            </a:r>
          </a:p>
          <a:p>
            <a:pPr algn="l">
              <a:defRPr sz="1800">
                <a:solidFill>
                  <a:srgbClr val="3CB4E6"/>
                </a:solidFill>
              </a:defRPr>
            </a:pPr>
            <a:r>
              <a:t>Atelier Pratique — Guide d'exécution complet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1. Vue d'ensemble du pipeline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2. Architecture du projet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3. Configuration d'une série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4. Étapes du pipeline (détail)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5. Enrichissement Alfred (images + PDF)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6. Upload vers la Knowledge Base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7. Scripts d'automatisation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8. Bonnes pratiques &amp; dépannage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Vue d'ensemble — Pipeline end-to-end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64008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972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GitHub API → raw_issues, raw_files, raw_prs, raw_commits</a:t>
            </a:r>
          </a:p>
        </p:txBody>
      </p:sp>
      <p:sp>
        <p:nvSpPr>
          <p:cNvPr id="5" name="Down Arrow 4"/>
          <p:cNvSpPr/>
          <p:nvPr/>
        </p:nvSpPr>
        <p:spPr>
          <a:xfrm>
            <a:off x="1463040" y="17373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22860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74519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Normalisation texte, extraction images [IMAGE ATTACHED], structuration</a:t>
            </a:r>
          </a:p>
        </p:txBody>
      </p:sp>
      <p:sp>
        <p:nvSpPr>
          <p:cNvPr id="8" name="Down Arrow 7"/>
          <p:cNvSpPr/>
          <p:nvPr/>
        </p:nvSpPr>
        <p:spPr>
          <a:xfrm>
            <a:off x="1463040" y="251460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228600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ENRICHMENT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Classification: layer, board, component, severity, is_valid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463040" y="3291839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228600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SIMILARITY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2900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TF-IDF cosine → related_issue_ids entre issues similaires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463040" y="406908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2286000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0624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Export JSON ST-ready: issues, files, resolver_cases, diagnostic_cards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463040" y="484632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4983480"/>
            <a:ext cx="22860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6. ALFRED (post-delivery)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9834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Vision API sur st_ready_issues_with_images → descriptions textuelles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63040" y="56235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" y="5760720"/>
            <a:ext cx="2286000" cy="64008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7. UPLOAD KB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76072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Push JSON enrichis vers Knowledge Base #793 (ST ChatGPT)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Alfred — Intégré dans le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Alfred est maintenant INTÉGRÉ dans run_full_workflow.py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--export-st-ready ajoute 6 steps (au lieu de 4)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→ export issues, files, resolver, diag, issues_with_images, Alfred images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Alfred images est la DERNIÈRE étape automatique du workflow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Séquence complète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Pipeline (17 steps) → Delivery (4 exports) → with_images → Alfred Vision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Ce que fait Alfred images automatiquement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Parcourt by_series/*/issues_json/st_ready_issues_with_images_*.json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Pour chaque issue avec images : télécharge, envoie à Alfred, remplace le texte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[IMAGE ATTACHED] → [IMAGE DESCRIPTION] texte descriptif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Modifie le fichier in-place (pas de fichier séparé)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Alfred PDF figures (étape 7, dans STEPS)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Enrichit les figures des PDFs AVANT le cleaning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Descriptions stockées dans data/pdf_image_descriptions.json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Injectées dans les docs_files lors du files_to_docs_v2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Architecture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PFE_Chatbot_STM32Cube/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shared/config/         → Configs par série (config_h7.json...)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pipeline/              → Code pipeline Python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ingestion/         → fetch_issues, fetch_files...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cleaning/          → clean_issues, clean_files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enrichment/        → issues_to_docs_v2, files_to_docs_v2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similarity/        → compute_issue_similarity_v2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chunking/          → docs_to_chunks (local)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delivery/          → export_st_ready_*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evaluation/        → stats, TF-IDF tests, schemas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pipeline_Automation/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alfred/            → enrich_json_images, enrich_pdf_figures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upload/            → Add_Data_Source_Files.py, Get_Persona_KBs.py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workflow/          → Scripts PS1 automatisation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data/                  → Fichiers intermédiaires (NON commités)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datasets/07_delivery/  → Outputs finaux ST-ready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└── GitHub_repos/          → Clones locaux (auto)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Configuration d'une Série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Fichier: shared/config/config_&lt;serie&gt;.json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"owner": "STMicroelectronics",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"repos": ["STM32CubeH7", "stm32h7xx-hal-driver", "cmsis_device_h7", ...],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"auto_clone_missing_repos": true,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"repo_clone_urls": { "stm32h7xx-hal-driver": "https://github.com/..." },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"github_token_env": "GITHUB_TOKEN"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Variable d'environnement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$env:STM32CUBE_CONFIG = "shared/config/config_h7.json"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Mapping sous-repos → drivers/ (delivery_paths.py)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Chaque sous-repo est routé sous by_series/&lt;serie&gt;/drivers/&lt;sous-repo&gt;/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Commande Principale — Pipeline Complet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Commande</a:t>
            </a:r>
            <a:r>
              <a:rPr dirty="0"/>
              <a:t> atelier </a:t>
            </a:r>
            <a:r>
              <a:rPr dirty="0" err="1"/>
              <a:t>recommandee</a:t>
            </a:r>
            <a:r>
              <a:rPr dirty="0"/>
              <a:t> (workflow </a:t>
            </a:r>
            <a:r>
              <a:rPr dirty="0" err="1"/>
              <a:t>complet</a:t>
            </a:r>
            <a:r>
              <a:rPr dirty="0"/>
              <a:t>):</a:t>
            </a:r>
          </a:p>
          <a:p>
            <a:endParaRPr dirty="0"/>
          </a:p>
          <a:p>
            <a:r>
              <a:rPr dirty="0"/>
              <a:t>.\</a:t>
            </a:r>
            <a:r>
              <a:rPr dirty="0" err="1"/>
              <a:t>pipeline_Automation</a:t>
            </a:r>
            <a:r>
              <a:rPr dirty="0"/>
              <a:t>\workflow\Run_Single_Series_Full_Pipeline_And_Upload.ps1 -Series H7</a:t>
            </a:r>
          </a:p>
          <a:p>
            <a:endParaRPr dirty="0"/>
          </a:p>
          <a:p>
            <a:r>
              <a:rPr dirty="0"/>
              <a:t>Mode debug (2 </a:t>
            </a:r>
            <a:r>
              <a:rPr dirty="0" err="1"/>
              <a:t>etapes</a:t>
            </a:r>
            <a:r>
              <a:rPr dirty="0"/>
              <a:t>):</a:t>
            </a:r>
          </a:p>
          <a:p>
            <a:r>
              <a:rPr dirty="0"/>
              <a:t>1) .\</a:t>
            </a:r>
            <a:r>
              <a:rPr dirty="0" err="1"/>
              <a:t>pipeline_Automation</a:t>
            </a:r>
            <a:r>
              <a:rPr dirty="0"/>
              <a:t>\workflow\Run_Single_Series_Full_Pipeline_And_Upload.ps1 -Series H7 -Mode Prepare</a:t>
            </a:r>
          </a:p>
          <a:p>
            <a:r>
              <a:rPr dirty="0"/>
              <a:t>2) .\</a:t>
            </a:r>
            <a:r>
              <a:rPr dirty="0" err="1"/>
              <a:t>pipeline_Automation</a:t>
            </a:r>
            <a:r>
              <a:rPr dirty="0"/>
              <a:t>\workflow\Run_Single_Series_Full_Pipeline_And_Upload.ps1 -Series H7 -Mode Upload</a:t>
            </a:r>
          </a:p>
          <a:p>
            <a:endParaRPr dirty="0"/>
          </a:p>
          <a:p>
            <a:r>
              <a:rPr dirty="0"/>
              <a:t>Option fallback (pipeline Python direct):</a:t>
            </a:r>
          </a:p>
          <a:p>
            <a:r>
              <a:rPr dirty="0"/>
              <a:t>$env:STM32CUBE_CONFIG = "shared/config/config_h7.json"</a:t>
            </a:r>
          </a:p>
          <a:p>
            <a:r>
              <a:rPr dirty="0"/>
              <a:t>python -m </a:t>
            </a:r>
            <a:r>
              <a:rPr dirty="0" err="1"/>
              <a:t>pipeline.run_full_workflow</a:t>
            </a:r>
            <a:r>
              <a:rPr dirty="0"/>
              <a:t> --export-st-ready --continue-on-error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Flags du Workflow — Contrôle fin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" y="968145"/>
            <a:ext cx="4704588" cy="620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Tous les flags </a:t>
            </a:r>
            <a:r>
              <a:rPr dirty="0" err="1"/>
              <a:t>disponibles</a:t>
            </a:r>
            <a:r>
              <a:rPr dirty="0"/>
              <a:t> :</a:t>
            </a:r>
            <a:endParaRPr lang="fr-FR"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endParaRPr lang="en-US" dirty="0"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--export-st-ready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Active les 6 steps de delivery + Alfred images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issues, files, resolver, </a:t>
            </a:r>
            <a:r>
              <a:rPr dirty="0" err="1"/>
              <a:t>diag</a:t>
            </a:r>
            <a:r>
              <a:rPr dirty="0"/>
              <a:t>, </a:t>
            </a:r>
            <a:r>
              <a:rPr dirty="0" err="1"/>
              <a:t>with_images</a:t>
            </a:r>
            <a:r>
              <a:rPr dirty="0"/>
              <a:t>, Alfred Vision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Sans </a:t>
            </a:r>
            <a:r>
              <a:rPr dirty="0" err="1"/>
              <a:t>ce</a:t>
            </a:r>
            <a:r>
              <a:rPr dirty="0"/>
              <a:t> flag, le pipeline </a:t>
            </a:r>
            <a:r>
              <a:rPr dirty="0" err="1"/>
              <a:t>s'arrête</a:t>
            </a:r>
            <a:r>
              <a:rPr dirty="0"/>
              <a:t> après la validation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--continue-on-error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Si un step </a:t>
            </a:r>
            <a:r>
              <a:rPr dirty="0" err="1"/>
              <a:t>échoue</a:t>
            </a:r>
            <a:r>
              <a:rPr dirty="0"/>
              <a:t>, passe au </a:t>
            </a:r>
            <a:r>
              <a:rPr dirty="0" err="1"/>
              <a:t>suivant</a:t>
            </a:r>
            <a:r>
              <a:rPr dirty="0"/>
              <a:t> au lieu de tout </a:t>
            </a:r>
            <a:r>
              <a:rPr dirty="0" err="1"/>
              <a:t>arrêter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Indispensable </a:t>
            </a:r>
            <a:r>
              <a:rPr dirty="0" err="1"/>
              <a:t>quand</a:t>
            </a:r>
            <a:r>
              <a:rPr dirty="0"/>
              <a:t> un sous-repo </a:t>
            </a:r>
            <a:r>
              <a:rPr dirty="0" err="1"/>
              <a:t>n'a</a:t>
            </a:r>
            <a:r>
              <a:rPr dirty="0"/>
              <a:t> pas </a:t>
            </a:r>
            <a:r>
              <a:rPr dirty="0" err="1"/>
              <a:t>d'issues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--skip-ingestion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</a:t>
            </a:r>
            <a:r>
              <a:rPr dirty="0" err="1"/>
              <a:t>Saute</a:t>
            </a:r>
            <a:r>
              <a:rPr dirty="0"/>
              <a:t> les 6 étapes </a:t>
            </a:r>
            <a:r>
              <a:rPr dirty="0" err="1"/>
              <a:t>d'ingestion</a:t>
            </a:r>
            <a:r>
              <a:rPr dirty="0"/>
              <a:t> GitHub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</a:t>
            </a:r>
            <a:r>
              <a:rPr dirty="0" err="1"/>
              <a:t>Utilise</a:t>
            </a:r>
            <a:r>
              <a:rPr dirty="0"/>
              <a:t> les </a:t>
            </a:r>
            <a:r>
              <a:rPr dirty="0" err="1"/>
              <a:t>fichiers</a:t>
            </a:r>
            <a:r>
              <a:rPr dirty="0"/>
              <a:t> raw_* déjà </a:t>
            </a:r>
            <a:r>
              <a:rPr dirty="0" err="1"/>
              <a:t>présents</a:t>
            </a:r>
            <a:r>
              <a:rPr dirty="0"/>
              <a:t> dans data/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Utile pour re-processer sans re-</a:t>
            </a:r>
            <a:r>
              <a:rPr dirty="0" err="1"/>
              <a:t>télécharger</a:t>
            </a:r>
            <a:r>
              <a:rPr dirty="0"/>
              <a:t> (</a:t>
            </a:r>
            <a:r>
              <a:rPr dirty="0" err="1"/>
              <a:t>économise</a:t>
            </a:r>
            <a:r>
              <a:rPr dirty="0"/>
              <a:t> le rate limit)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--skip-chunking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</a:t>
            </a:r>
            <a:r>
              <a:rPr dirty="0" err="1"/>
              <a:t>Saute</a:t>
            </a:r>
            <a:r>
              <a:rPr dirty="0"/>
              <a:t> le chunking local (étapes 13-14)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La </a:t>
            </a:r>
            <a:r>
              <a:rPr dirty="0" err="1"/>
              <a:t>plateforme</a:t>
            </a:r>
            <a:r>
              <a:rPr dirty="0"/>
              <a:t> ST fait son propre chunking à </a:t>
            </a:r>
            <a:r>
              <a:rPr dirty="0" err="1"/>
              <a:t>l'upload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27F449-B326-96F9-96AD-56DCA0DCBD41}"/>
              </a:ext>
            </a:extLst>
          </p:cNvPr>
          <p:cNvSpPr txBox="1"/>
          <p:nvPr/>
        </p:nvSpPr>
        <p:spPr>
          <a:xfrm>
            <a:off x="4686300" y="1716834"/>
            <a:ext cx="44577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lang="fr-FR" dirty="0"/>
              <a:t>--no-</a:t>
            </a:r>
            <a:r>
              <a:rPr lang="fr-FR" dirty="0" err="1"/>
              <a:t>enrich</a:t>
            </a:r>
            <a:r>
              <a:rPr lang="fr-FR" dirty="0"/>
              <a:t>-</a:t>
            </a:r>
            <a:r>
              <a:rPr lang="fr-FR" dirty="0" err="1"/>
              <a:t>pdf</a:t>
            </a:r>
            <a:endParaRPr lang="fr-FR"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lang="fr-FR" dirty="0"/>
              <a:t>  → Saute l'appel Alfred Vision sur les figures PDF (étape 7)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lang="fr-FR" dirty="0"/>
              <a:t>  → Utile si pas de proxy ou si les </a:t>
            </a:r>
            <a:r>
              <a:rPr lang="fr-FR" dirty="0" err="1"/>
              <a:t>PDFs</a:t>
            </a:r>
            <a:r>
              <a:rPr lang="fr-FR" dirty="0"/>
              <a:t> sont déjà enrichis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run_full_workflow.py — Fait TOUT (issues + files)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1024128"/>
            <a:ext cx="8046720" cy="5806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⚠️ Ce </a:t>
            </a:r>
            <a:r>
              <a:rPr dirty="0" err="1"/>
              <a:t>n'est</a:t>
            </a:r>
            <a:r>
              <a:rPr dirty="0"/>
              <a:t> PAS un pipeline 'issues only'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Il </a:t>
            </a:r>
            <a:r>
              <a:rPr dirty="0" err="1"/>
              <a:t>traite</a:t>
            </a:r>
            <a:r>
              <a:rPr dirty="0"/>
              <a:t> issues ET files (cleaning, enrichment, delivery des deux)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17 étapes de base + 4 </a:t>
            </a:r>
            <a:r>
              <a:rPr dirty="0" err="1"/>
              <a:t>optionnelles</a:t>
            </a:r>
            <a:r>
              <a:rPr dirty="0"/>
              <a:t> (delivery)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 err="1"/>
              <a:t>Liste</a:t>
            </a:r>
            <a:r>
              <a:rPr dirty="0"/>
              <a:t> STEPS (code </a:t>
            </a:r>
            <a:r>
              <a:rPr dirty="0" err="1"/>
              <a:t>réel</a:t>
            </a:r>
            <a:r>
              <a:rPr dirty="0"/>
              <a:t>)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STEPS = [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issues",     </a:t>
            </a:r>
            <a:r>
              <a:rPr dirty="0" err="1"/>
              <a:t>fetch_issues_main</a:t>
            </a:r>
            <a:r>
              <a:rPr dirty="0"/>
              <a:t>),      # 1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PRs",        </a:t>
            </a:r>
            <a:r>
              <a:rPr dirty="0" err="1"/>
              <a:t>fetch_prs_main</a:t>
            </a:r>
            <a:r>
              <a:rPr dirty="0"/>
              <a:t>),         # 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commits",    </a:t>
            </a:r>
            <a:r>
              <a:rPr dirty="0" err="1"/>
              <a:t>fetch_commits_main</a:t>
            </a:r>
            <a:r>
              <a:rPr dirty="0"/>
              <a:t>),     # 3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links",      </a:t>
            </a:r>
            <a:r>
              <a:rPr dirty="0" err="1"/>
              <a:t>fetch_links_main</a:t>
            </a:r>
            <a:r>
              <a:rPr dirty="0"/>
              <a:t>),       # 4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sync repos", </a:t>
            </a:r>
            <a:r>
              <a:rPr dirty="0" err="1"/>
              <a:t>sync_local_repos_main</a:t>
            </a:r>
            <a:r>
              <a:rPr dirty="0"/>
              <a:t>),  # 5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files",      </a:t>
            </a:r>
            <a:r>
              <a:rPr dirty="0" err="1"/>
              <a:t>fetch_files_main</a:t>
            </a:r>
            <a:r>
              <a:rPr dirty="0"/>
              <a:t>),       # 6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("Alfred PDF figures",   _</a:t>
            </a:r>
            <a:r>
              <a:rPr dirty="0" err="1"/>
              <a:t>enrich_pdf_main</a:t>
            </a:r>
            <a:r>
              <a:rPr dirty="0"/>
              <a:t>),       # 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("Cleaning issues",      </a:t>
            </a:r>
            <a:r>
              <a:rPr dirty="0" err="1"/>
              <a:t>clean_issues_main</a:t>
            </a:r>
            <a:r>
              <a:rPr dirty="0"/>
              <a:t>),      # 8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("Cleaning files",       </a:t>
            </a:r>
            <a:r>
              <a:rPr dirty="0" err="1"/>
              <a:t>clean_files_main</a:t>
            </a:r>
            <a:r>
              <a:rPr dirty="0"/>
              <a:t>),       # 9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("Enrichment issues V2", issues_to_docs_v2_main), # 10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("Enrichment files V2",  files_to_docs_v2_main),  # 11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("Similarity issues V2", </a:t>
            </a:r>
            <a:r>
              <a:rPr dirty="0" err="1"/>
              <a:t>similarity_main</a:t>
            </a:r>
            <a:r>
              <a:rPr dirty="0"/>
              <a:t>),        # 12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("Chunking issues V2",   </a:t>
            </a:r>
            <a:r>
              <a:rPr dirty="0" err="1"/>
              <a:t>chunks_issues_main</a:t>
            </a:r>
            <a:r>
              <a:rPr dirty="0"/>
              <a:t>),     # 13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("Chunking files V2",    </a:t>
            </a:r>
            <a:r>
              <a:rPr dirty="0" err="1"/>
              <a:t>chunks_files_main</a:t>
            </a:r>
            <a:r>
              <a:rPr dirty="0"/>
              <a:t>),      # 14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("Stats issues V2",      </a:t>
            </a:r>
            <a:r>
              <a:rPr dirty="0" err="1"/>
              <a:t>stats_issues_main</a:t>
            </a:r>
            <a:r>
              <a:rPr dirty="0"/>
              <a:t>),      # 15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("Stats files V2",       </a:t>
            </a:r>
            <a:r>
              <a:rPr dirty="0" err="1"/>
              <a:t>stats_files_main</a:t>
            </a:r>
            <a:r>
              <a:rPr dirty="0"/>
              <a:t>),       # 16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("Schema validation",    </a:t>
            </a:r>
            <a:r>
              <a:rPr dirty="0" err="1"/>
              <a:t>validate_schemas_main</a:t>
            </a:r>
            <a:r>
              <a:rPr dirty="0"/>
              <a:t>),  # 17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run_full_workflow.py — Fonctionnement interne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859536"/>
            <a:ext cx="8046720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 err="1"/>
              <a:t>Chaque</a:t>
            </a:r>
            <a:r>
              <a:rPr dirty="0"/>
              <a:t> step = un tuple (label, </a:t>
            </a:r>
            <a:r>
              <a:rPr dirty="0" err="1"/>
              <a:t>fonction</a:t>
            </a:r>
            <a:r>
              <a:rPr dirty="0"/>
              <a:t> Python)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("Cleaning issues", </a:t>
            </a:r>
            <a:r>
              <a:rPr dirty="0" err="1"/>
              <a:t>clean_issues_main</a:t>
            </a:r>
            <a:r>
              <a:rPr dirty="0"/>
              <a:t>) → </a:t>
            </a:r>
            <a:r>
              <a:rPr dirty="0" err="1"/>
              <a:t>appelle</a:t>
            </a:r>
            <a:r>
              <a:rPr dirty="0"/>
              <a:t> </a:t>
            </a:r>
            <a:r>
              <a:rPr dirty="0" err="1"/>
              <a:t>clean_issues_main</a:t>
            </a:r>
            <a:r>
              <a:rPr dirty="0"/>
              <a:t>()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Le label </a:t>
            </a:r>
            <a:r>
              <a:rPr dirty="0" err="1"/>
              <a:t>sert</a:t>
            </a:r>
            <a:r>
              <a:rPr dirty="0"/>
              <a:t> pour le print [1/17] et le </a:t>
            </a:r>
            <a:r>
              <a:rPr dirty="0" err="1"/>
              <a:t>filtrage</a:t>
            </a:r>
            <a:r>
              <a:rPr dirty="0"/>
              <a:t> par flag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Les flags FILTRENT la </a:t>
            </a:r>
            <a:r>
              <a:rPr dirty="0" err="1"/>
              <a:t>liste</a:t>
            </a:r>
            <a:r>
              <a:rPr dirty="0"/>
              <a:t> avant </a:t>
            </a:r>
            <a:r>
              <a:rPr dirty="0" err="1"/>
              <a:t>exécution</a:t>
            </a:r>
            <a:r>
              <a:rPr dirty="0"/>
              <a:t>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--skip-ingestion  → retire tout step </a:t>
            </a:r>
            <a:r>
              <a:rPr dirty="0" err="1"/>
              <a:t>dont</a:t>
            </a:r>
            <a:r>
              <a:rPr dirty="0"/>
              <a:t> </a:t>
            </a:r>
            <a:r>
              <a:rPr dirty="0" err="1"/>
              <a:t>label.startswith</a:t>
            </a:r>
            <a:r>
              <a:rPr dirty="0"/>
              <a:t>("Ingestion")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--skip-chunking   → retire tout step </a:t>
            </a:r>
            <a:r>
              <a:rPr dirty="0" err="1"/>
              <a:t>dont</a:t>
            </a:r>
            <a:r>
              <a:rPr dirty="0"/>
              <a:t> </a:t>
            </a:r>
            <a:r>
              <a:rPr dirty="0" err="1"/>
              <a:t>label.startswith</a:t>
            </a:r>
            <a:r>
              <a:rPr dirty="0"/>
              <a:t>("Chunking")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--no-enrich-pdf   → retire tout step </a:t>
            </a:r>
            <a:r>
              <a:rPr dirty="0" err="1"/>
              <a:t>dont</a:t>
            </a:r>
            <a:r>
              <a:rPr dirty="0"/>
              <a:t> </a:t>
            </a:r>
            <a:r>
              <a:rPr dirty="0" err="1"/>
              <a:t>label.startswith</a:t>
            </a:r>
            <a:r>
              <a:rPr dirty="0"/>
              <a:t>("Alfred")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--export-st-ready AJOUTE 6 steps à la fin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("Delivery ST-ready issues",           </a:t>
            </a:r>
            <a:r>
              <a:rPr dirty="0" err="1"/>
              <a:t>export_issues_all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("Delivery ST-ready files",            </a:t>
            </a:r>
            <a:r>
              <a:rPr dirty="0" err="1"/>
              <a:t>export_files_all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("Delivery ST-ready resolver",         </a:t>
            </a:r>
            <a:r>
              <a:rPr dirty="0" err="1"/>
              <a:t>export_resolver_all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("Delivery ST-ready </a:t>
            </a:r>
            <a:r>
              <a:rPr dirty="0" err="1"/>
              <a:t>diag</a:t>
            </a:r>
            <a:r>
              <a:rPr dirty="0"/>
              <a:t> cards",       </a:t>
            </a:r>
            <a:r>
              <a:rPr dirty="0" err="1"/>
              <a:t>export_diag_all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("Delivery ST-ready issues with </a:t>
            </a:r>
            <a:r>
              <a:rPr dirty="0" err="1"/>
              <a:t>imgs</a:t>
            </a:r>
            <a:r>
              <a:rPr dirty="0"/>
              <a:t>", </a:t>
            </a:r>
            <a:r>
              <a:rPr dirty="0" err="1"/>
              <a:t>export_with_images_all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("Alfred image descriptions",          _</a:t>
            </a:r>
            <a:r>
              <a:rPr dirty="0" err="1"/>
              <a:t>enrich_alfred_images_main</a:t>
            </a:r>
            <a:r>
              <a:rPr dirty="0"/>
              <a:t>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Gestion </a:t>
            </a:r>
            <a:r>
              <a:rPr dirty="0" err="1"/>
              <a:t>d'erreurs</a:t>
            </a:r>
            <a:r>
              <a:rPr dirty="0"/>
              <a:t>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Sans --continue-on-error → exception = STOP </a:t>
            </a:r>
            <a:r>
              <a:rPr dirty="0" err="1"/>
              <a:t>immédiat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Avec --continue-on-error → print [WARN] + passe au step </a:t>
            </a:r>
            <a:r>
              <a:rPr dirty="0" err="1"/>
              <a:t>suivant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Config : $env:STM32CUBE_CONFIG → shared/utils/paths.py → </a:t>
            </a:r>
            <a:r>
              <a:rPr dirty="0" err="1"/>
              <a:t>get_config_path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run_full_workflow vs Run_Issues_Pipeline_For_All_Repos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run_full_workflow.py (Python)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Fait TOUT : issues + files + similarity + chunking + eval + delivery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17-21 étapes complètes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Utilisé pour un traitement complet d'une série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Run_Issues_Pipeline_For_All_Repos.ps1 (PowerShell)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Raccourci ISSUES-ONLY : clean → enrich → [similarity] → [chunking] → delivery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Seulement 3-5 étapes (pas de files, pas d'ingestion)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Suppose que les raw_issues sont DÉJÀ téléchargés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Utilisé pour re-processer rapidement les issues après un fix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Quand utiliser lequel ?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Nouvelle série de zéro → run_full_workflow (complet)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 dans l'enrichissement issues → Run_Issues_Pipeline (rapide)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Mise à jour des files seulement → lancer les étapes files individuellement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Batch — Lancer toutes les séries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Script PowerShell batch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$series = @("config_c0", "config_f0", "config_f1", "config_f2",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"config_f3", "config_f7", "config_g0", "config_h7rs")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foreach ($s in $series) {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Write-Host "=== Processing $s ===" -ForegroundColor Cyan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$env:STM32CUBE_CONFIG = "shared/config/$s.json"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pipeline.run_full_workflow --export-st-ready --continue-on-error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Points importants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Chaque itération est INDÉPENDANTE (son propre config, ses propres data/)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Si une série échoue, les autres continuent grâce à --continue-on-error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Les fichiers data/ sont nommés par repo → pas de collision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Durée totale : ~10-30 min/série (dépend du nombre d'issues)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Voir aussi : pipeline_Automation/workflow/Run_Issues_Pipeline_For_All_Repos.ps1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Étapes du Pipeline — Détail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Étape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pipeline/ingestion/fetch_issues.py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data/raw_issues_&lt;repo&gt;.json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PRs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pipeline/ingestion/fetch_prs.py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data/raw_prs_&lt;repo&gt;.json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Commits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pipeline/ingestion/fetch_commits.py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data/raw_commits_&lt;repo&gt;.json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fetch_issue_pr_commit_links.py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data/links_&lt;repo&gt;.json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Sync Repos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repo_sync_service.py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GitHub_repos/&lt;repo&gt;/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pipeline/ingestion/fetch_files.py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data/raw_files_&lt;repo&gt;.json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Clean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pipeline/cleaning/clean_issues.py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data/clean_issues_&lt;repo&gt;.json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Clean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pipeline/cleaning/clean_files.py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data/clean_files_&lt;repo&gt;.json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pipeline/enrichment/issues_to_docs_v2.py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data/docs_issues_&lt;repo&gt;_v2.json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pipeline/enrichment/files_to_docs_v2.py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data/docs_files_&lt;repo&gt;_v2.json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compute_issue_similarity_v2.py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docs_issues_&lt;repo&gt;_v2_sim.json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export_st_ready_*.py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datasets/07_delivery/st_ready/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rPr lang="fr-FR" dirty="0"/>
              <a:t> </a:t>
            </a:r>
            <a:r>
              <a:rPr dirty="0" err="1"/>
              <a:t>Chaque</a:t>
            </a:r>
            <a:r>
              <a:rPr dirty="0"/>
              <a:t> étape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lancée</a:t>
            </a:r>
            <a:r>
              <a:rPr dirty="0"/>
              <a:t> SEULE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978408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Ingestion </a:t>
            </a:r>
            <a:r>
              <a:rPr dirty="0" err="1"/>
              <a:t>seule</a:t>
            </a:r>
            <a:r>
              <a:rPr dirty="0"/>
              <a:t> (</a:t>
            </a:r>
            <a:r>
              <a:rPr dirty="0" err="1"/>
              <a:t>une</a:t>
            </a:r>
            <a:r>
              <a:rPr dirty="0"/>
              <a:t> étape)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pipeline.ingestion.fetch_issues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pipeline.ingestion.fetch_files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Cleaning seul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pipeline.cleaning.clean_issues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pipeline.cleaning.clean_files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 err="1"/>
              <a:t>Enrichissement</a:t>
            </a:r>
            <a:r>
              <a:rPr dirty="0"/>
              <a:t> seul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pipeline.enrichment.issues_to_docs_v2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pipeline.enrichment.files_to_docs_v2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Similarity </a:t>
            </a:r>
            <a:r>
              <a:rPr dirty="0" err="1"/>
              <a:t>seule</a:t>
            </a:r>
            <a:r>
              <a:rPr dirty="0"/>
              <a:t>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pipeline.similarity.compute_issue_similarity_v2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Delivery seul (par type)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pipeline.delivery.export_st_ready_issues</a:t>
            </a:r>
            <a:r>
              <a:rPr dirty="0"/>
              <a:t> --repo STM32CubeH7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pipeline.delivery.export_st_ready_files</a:t>
            </a:r>
            <a:r>
              <a:rPr dirty="0"/>
              <a:t> --repo STM32CubeH7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pipeline.delivery.export_st_ready_diagnostic_cards</a:t>
            </a:r>
            <a:r>
              <a:rPr dirty="0"/>
              <a:t> --repo STM32CubeH7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pipeline.delivery.export_st_ready_resolver_cases</a:t>
            </a:r>
            <a:r>
              <a:rPr dirty="0"/>
              <a:t> --repo STM32CubeH7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Évaluation &amp; Validation — Commandes individuelles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033272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Stats issues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pipeline.evaluation.test_stats_issues_v2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Affiche : </a:t>
            </a:r>
            <a:r>
              <a:rPr dirty="0" err="1"/>
              <a:t>nb</a:t>
            </a:r>
            <a:r>
              <a:rPr dirty="0"/>
              <a:t> issues, couverture layer/board/component, distribution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Stats files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pipeline.evaluation.test_stats_files_v2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Affiche : </a:t>
            </a:r>
            <a:r>
              <a:rPr dirty="0" err="1"/>
              <a:t>nb</a:t>
            </a:r>
            <a:r>
              <a:rPr dirty="0"/>
              <a:t> </a:t>
            </a:r>
            <a:r>
              <a:rPr dirty="0" err="1"/>
              <a:t>fichiers</a:t>
            </a:r>
            <a:r>
              <a:rPr dirty="0"/>
              <a:t>, types, </a:t>
            </a:r>
            <a:r>
              <a:rPr dirty="0" err="1"/>
              <a:t>tailles</a:t>
            </a:r>
            <a:r>
              <a:rPr dirty="0"/>
              <a:t>, couverture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Validation </a:t>
            </a:r>
            <a:r>
              <a:rPr dirty="0" err="1"/>
              <a:t>schémas</a:t>
            </a:r>
            <a:r>
              <a:rPr dirty="0"/>
              <a:t>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pipeline.evaluation.validate_schemas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</a:t>
            </a:r>
            <a:r>
              <a:rPr dirty="0" err="1"/>
              <a:t>Vérifie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les JSON </a:t>
            </a:r>
            <a:r>
              <a:rPr dirty="0" err="1"/>
              <a:t>respectent</a:t>
            </a:r>
            <a:r>
              <a:rPr dirty="0"/>
              <a:t> les </a:t>
            </a:r>
            <a:r>
              <a:rPr dirty="0" err="1"/>
              <a:t>schémas</a:t>
            </a:r>
            <a:r>
              <a:rPr dirty="0"/>
              <a:t> shared/schemas/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Rapport </a:t>
            </a:r>
            <a:r>
              <a:rPr dirty="0" err="1"/>
              <a:t>d'évaluation</a:t>
            </a:r>
            <a:r>
              <a:rPr dirty="0"/>
              <a:t> </a:t>
            </a:r>
            <a:r>
              <a:rPr dirty="0" err="1"/>
              <a:t>complet</a:t>
            </a:r>
            <a:r>
              <a:rPr dirty="0"/>
              <a:t> (</a:t>
            </a:r>
            <a:r>
              <a:rPr dirty="0" err="1"/>
              <a:t>graphiques</a:t>
            </a:r>
            <a:r>
              <a:rPr dirty="0"/>
              <a:t> + Excel)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pipeline.evaluation.generate_evaluation_report</a:t>
            </a:r>
            <a:r>
              <a:rPr dirty="0"/>
              <a:t> --all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</a:t>
            </a:r>
            <a:r>
              <a:rPr dirty="0" err="1"/>
              <a:t>Génère</a:t>
            </a:r>
            <a:r>
              <a:rPr dirty="0"/>
              <a:t> PNG + XLSX dans datasets/07_delivery/</a:t>
            </a:r>
            <a:r>
              <a:rPr dirty="0" err="1"/>
              <a:t>st_ready</a:t>
            </a:r>
            <a:r>
              <a:rPr dirty="0"/>
              <a:t>/</a:t>
            </a:r>
            <a:r>
              <a:rPr dirty="0" err="1"/>
              <a:t>evaluation_report</a:t>
            </a:r>
            <a:r>
              <a:rPr dirty="0"/>
              <a:t>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Test TF-IDF (recherche)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pipeline.evaluation.test_tfidf_search_issues_v2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Teste la </a:t>
            </a:r>
            <a:r>
              <a:rPr dirty="0" err="1"/>
              <a:t>qualité</a:t>
            </a:r>
            <a:r>
              <a:rPr dirty="0"/>
              <a:t> de retrieval sur des queries </a:t>
            </a:r>
            <a:r>
              <a:rPr dirty="0" err="1"/>
              <a:t>prédéfinies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Stage 2 — Cleaning (Détail)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Ce </a:t>
            </a:r>
            <a:r>
              <a:rPr dirty="0" err="1"/>
              <a:t>que</a:t>
            </a:r>
            <a:r>
              <a:rPr dirty="0"/>
              <a:t> fait le cleaning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Normalise</a:t>
            </a:r>
            <a:r>
              <a:rPr dirty="0"/>
              <a:t> le </a:t>
            </a:r>
            <a:r>
              <a:rPr dirty="0" err="1"/>
              <a:t>texte</a:t>
            </a:r>
            <a:r>
              <a:rPr dirty="0"/>
              <a:t> (retours chariot, backticks, </a:t>
            </a:r>
            <a:r>
              <a:rPr dirty="0" err="1"/>
              <a:t>espaces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Extrait les images → markers [IMAGE ATTACHED] + </a:t>
            </a:r>
            <a:r>
              <a:rPr dirty="0" err="1"/>
              <a:t>collecte</a:t>
            </a:r>
            <a:r>
              <a:rPr dirty="0"/>
              <a:t> URLs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Structure: Title + Body + Comments → champ </a:t>
            </a:r>
            <a:r>
              <a:rPr dirty="0" err="1"/>
              <a:t>clean_text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Conserve les </a:t>
            </a:r>
            <a:r>
              <a:rPr dirty="0" err="1"/>
              <a:t>métadonnées</a:t>
            </a:r>
            <a:r>
              <a:rPr dirty="0"/>
              <a:t> brutes (labels, dates, état)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Ce </a:t>
            </a:r>
            <a:r>
              <a:rPr dirty="0" err="1"/>
              <a:t>que</a:t>
            </a:r>
            <a:r>
              <a:rPr dirty="0"/>
              <a:t> le cleaning NE fait PAS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❌ Pas de classification (layer, board, component)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❌ Pas de </a:t>
            </a:r>
            <a:r>
              <a:rPr dirty="0" err="1"/>
              <a:t>détection</a:t>
            </a:r>
            <a:r>
              <a:rPr dirty="0"/>
              <a:t> de </a:t>
            </a:r>
            <a:r>
              <a:rPr dirty="0" err="1"/>
              <a:t>validité</a:t>
            </a:r>
            <a:r>
              <a:rPr dirty="0"/>
              <a:t> (</a:t>
            </a:r>
            <a:r>
              <a:rPr dirty="0" err="1"/>
              <a:t>is_valid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→ </a:t>
            </a: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tâches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faites par </a:t>
            </a:r>
            <a:r>
              <a:rPr dirty="0" err="1"/>
              <a:t>l'ENRICHISSEMENT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Output: data/</a:t>
            </a:r>
            <a:r>
              <a:rPr dirty="0" err="1"/>
              <a:t>clean_issues</a:t>
            </a:r>
            <a:r>
              <a:rPr dirty="0"/>
              <a:t>_&lt;repo&gt;.</a:t>
            </a:r>
            <a:r>
              <a:rPr dirty="0" err="1"/>
              <a:t>json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{ repo, </a:t>
            </a:r>
            <a:r>
              <a:rPr dirty="0" err="1"/>
              <a:t>issue_number</a:t>
            </a:r>
            <a:r>
              <a:rPr dirty="0"/>
              <a:t>, title, state, labels, </a:t>
            </a:r>
            <a:r>
              <a:rPr dirty="0" err="1"/>
              <a:t>clean_text</a:t>
            </a:r>
            <a:r>
              <a:rPr dirty="0"/>
              <a:t>, </a:t>
            </a:r>
            <a:r>
              <a:rPr dirty="0" err="1"/>
              <a:t>image_urls</a:t>
            </a:r>
            <a:r>
              <a:rPr dirty="0"/>
              <a:t>, </a:t>
            </a:r>
            <a:r>
              <a:rPr dirty="0" err="1"/>
              <a:t>images_count</a:t>
            </a:r>
            <a:r>
              <a:rPr dirty="0"/>
              <a:t> 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Stage 3 — Enrichissement (Détail)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Heuristiques NLP ajoutées par issues_to_docs_v2.py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layer: HAL, BSP, Middleware, Application, CMSIS (détecté via labels + texte)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component: SPI, I2C, USB, CRYP... (regex sur titre + body)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board: NUCLEO-H743ZI, STM32H750B-DK... (patterns de noms de cartes)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severity: critical, normal, low (labels + mots-clés)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issue_kind: bug, question, feature_request (labels)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is_valid: true si texte &gt; 100 chars + pas bot/spam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Métriques cibles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Couverture layer ≥ 85%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Couverture component ≥ 70%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Couverture board ≥ 60%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Taux validité ≥ 85%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Stage 5 — Delivery (Structure Output)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Sortie sous datasets/07_delivery/st_ready/by_series/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stm32cubeh7/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issues_json/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st_ready_issues_stm32cubeh7.json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st_ready_issues_with_images_stm32cubeh7.json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files_json/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st_ready_files_stm32cubeh7.json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diagnostic_cards_json/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st_ready_diagnostic_cards_stm32cubeh7.json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resolver_cases_json/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st_ready_resolver_cases_stm32cubeh7.json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└── drivers/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stm32h7xx-hal-driver/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issues_json/ files_json/ diagnostic_cards_json/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cmsis_device_h7/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└── stm32h7xx-nucleo-bsp/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rPr lang="fr-FR" dirty="0"/>
              <a:t> </a:t>
            </a:r>
            <a:r>
              <a:rPr dirty="0"/>
              <a:t>Alfred Vision — </a:t>
            </a:r>
            <a:r>
              <a:rPr dirty="0" err="1"/>
              <a:t>Enrichissement</a:t>
            </a:r>
            <a:r>
              <a:rPr dirty="0"/>
              <a:t>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0070C0"/>
                </a:solidFill>
              </a:rPr>
              <a:t>1. Images issues (</a:t>
            </a:r>
            <a:r>
              <a:rPr dirty="0" err="1">
                <a:solidFill>
                  <a:srgbClr val="0070C0"/>
                </a:solidFill>
              </a:rPr>
              <a:t>automatique</a:t>
            </a:r>
            <a:r>
              <a:rPr dirty="0">
                <a:solidFill>
                  <a:srgbClr val="0070C0"/>
                </a:solidFill>
              </a:rPr>
              <a:t> via workflow)</a:t>
            </a:r>
            <a:endParaRPr lang="fr-FR" dirty="0">
              <a:solidFill>
                <a:srgbClr val="0070C0"/>
              </a:solidFill>
            </a:endParaRPr>
          </a:p>
          <a:p>
            <a:endParaRPr dirty="0"/>
          </a:p>
          <a:p>
            <a:r>
              <a:rPr dirty="0"/>
              <a:t>- Le workflow </a:t>
            </a:r>
            <a:r>
              <a:rPr dirty="0" err="1"/>
              <a:t>enrichit</a:t>
            </a:r>
            <a:r>
              <a:rPr dirty="0"/>
              <a:t> les </a:t>
            </a:r>
            <a:r>
              <a:rPr dirty="0" err="1"/>
              <a:t>fichiers</a:t>
            </a:r>
            <a:r>
              <a:rPr dirty="0"/>
              <a:t> </a:t>
            </a:r>
            <a:r>
              <a:rPr dirty="0" err="1"/>
              <a:t>st_ready_issues_with_images</a:t>
            </a:r>
            <a:r>
              <a:rPr dirty="0"/>
              <a:t>_*.</a:t>
            </a:r>
            <a:r>
              <a:rPr dirty="0" err="1"/>
              <a:t>json</a:t>
            </a:r>
            <a:endParaRPr dirty="0"/>
          </a:p>
          <a:p>
            <a:r>
              <a:rPr dirty="0"/>
              <a:t>- Integration in-place: [IMAGE ATTACHED] -&gt; [IMAGE DESCRIPTION]</a:t>
            </a:r>
          </a:p>
          <a:p>
            <a:r>
              <a:rPr dirty="0"/>
              <a:t>- </a:t>
            </a:r>
            <a:r>
              <a:rPr dirty="0" err="1"/>
              <a:t>Fichier</a:t>
            </a:r>
            <a:r>
              <a:rPr dirty="0"/>
              <a:t> final H7: datasets/07_delivery/</a:t>
            </a:r>
            <a:r>
              <a:rPr dirty="0" err="1"/>
              <a:t>st_ready</a:t>
            </a:r>
            <a:r>
              <a:rPr dirty="0"/>
              <a:t>/</a:t>
            </a:r>
            <a:r>
              <a:rPr dirty="0" err="1"/>
              <a:t>by_series</a:t>
            </a:r>
            <a:r>
              <a:rPr dirty="0"/>
              <a:t>/stm32cubeh7/</a:t>
            </a:r>
            <a:r>
              <a:rPr dirty="0" err="1"/>
              <a:t>issues_json</a:t>
            </a:r>
            <a:r>
              <a:rPr dirty="0"/>
              <a:t>/st_ready_issues_with_images_stm32cubeh7.json</a:t>
            </a:r>
          </a:p>
          <a:p>
            <a:r>
              <a:rPr dirty="0"/>
              <a:t>- Resume Alfred: .../st_ready_issues_with_images_stm32cubeh7__alfred_summary.json</a:t>
            </a:r>
          </a:p>
          <a:p>
            <a:endParaRPr dirty="0"/>
          </a:p>
          <a:p>
            <a:r>
              <a:rPr dirty="0">
                <a:solidFill>
                  <a:srgbClr val="0070C0"/>
                </a:solidFill>
              </a:rPr>
              <a:t>2. Figures PDF</a:t>
            </a:r>
            <a:endParaRPr lang="fr-FR" dirty="0">
              <a:solidFill>
                <a:srgbClr val="0070C0"/>
              </a:solidFill>
            </a:endParaRPr>
          </a:p>
          <a:p>
            <a:endParaRPr dirty="0">
              <a:solidFill>
                <a:srgbClr val="0070C0"/>
              </a:solidFill>
            </a:endParaRPr>
          </a:p>
          <a:p>
            <a:r>
              <a:rPr dirty="0"/>
              <a:t>- enrich_pdf_figures_with_alfred.py </a:t>
            </a:r>
            <a:r>
              <a:rPr dirty="0" err="1"/>
              <a:t>decrit</a:t>
            </a:r>
            <a:r>
              <a:rPr dirty="0"/>
              <a:t> les figures</a:t>
            </a:r>
          </a:p>
          <a:p>
            <a:r>
              <a:rPr dirty="0"/>
              <a:t>- les descriptions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patchees</a:t>
            </a:r>
            <a:r>
              <a:rPr dirty="0"/>
              <a:t> dans </a:t>
            </a:r>
            <a:r>
              <a:rPr dirty="0" err="1"/>
              <a:t>files_json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Séries avec images issues (Alfred Vision)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Série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Issues avec images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Images total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Alfred OK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97/98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61/62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48/48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F0/F1/F2/F3/H7RS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quelques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Upload vers la Knowledge Base #793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Script: pipeline_Automation/upload/Add_Data_Source_Files.py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Créer une nouvelle datasource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Add_Data_Source_Files.py --kb 793 --operation new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--datasource-name "STM32F7 Issues" --remote-user "x@st.com"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--processor JSON --processor-params "base64:$b64" --json-split-size 1000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--files &lt;chemin.json&gt;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Ajouter à une datasource existante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Add_Data_Source_Files.py --kb 793 --operation add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--datasource-id 29276 ... --files &lt;chemin.json&gt;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Upload drivers automatisé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.\pipeline_Automation\upload\Upload_All_Drivers.ps1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Vérifier la KB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pipeline_Automation/upload/Get_Persona_KBs.py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Processor Params — 4 types de JSON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rootTagPath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Label Template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ExternalURL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{{repo}} issue #{{issue_number}} - {{issue_title}}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github.com/.../issues/{{issue_number}}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{{repo}} {{file_type}} - {{path}}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github.com/.../{{root_ref}}/{{path_url}}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resolver_cases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{{label}}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github.com/.../issues/{{issue_number}}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Diag 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{{label}}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github.com/.../issues/{{evidence_refs[0].id}}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Structure de la KB — 1 datasource par série ×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Organisation dans KB #793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Issues (#24406) — 8 fichiers, 359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Files (#29041) — 16 fichiers, 5327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Diagnostic Cards (#24408)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Resolver Cases (#24410)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STM32F4 Issues (#28099) — 7 fichiers, 1917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STM32F4 Files (#29042) — 21 fichiers, 5948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... (même pattern pour chaque série)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Règle : les drivers vont dans la MÊME datasource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st_ready_issues_stm32h7xx-hal-driver.json → DS "STM32H7 Issues"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st_ready_files_cmsis_device_h7.json → DS "STM32H7 Files"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Checklist — Ajouter une Nouvelle Série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1. </a:t>
            </a:r>
            <a:r>
              <a:rPr dirty="0" err="1"/>
              <a:t>Créer</a:t>
            </a:r>
            <a:r>
              <a:rPr dirty="0"/>
              <a:t> shared/config/config_&lt;</a:t>
            </a:r>
            <a:r>
              <a:rPr dirty="0" err="1"/>
              <a:t>serie</a:t>
            </a:r>
            <a:r>
              <a:rPr dirty="0"/>
              <a:t>&gt;.</a:t>
            </a:r>
            <a:r>
              <a:rPr dirty="0" err="1"/>
              <a:t>json</a:t>
            </a:r>
            <a:r>
              <a:rPr dirty="0"/>
              <a:t> (repos + </a:t>
            </a:r>
            <a:r>
              <a:rPr dirty="0" err="1"/>
              <a:t>clone_urls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2. </a:t>
            </a:r>
            <a:r>
              <a:rPr dirty="0" err="1"/>
              <a:t>Ajouter</a:t>
            </a:r>
            <a:r>
              <a:rPr dirty="0"/>
              <a:t> mapping dans pipeline/delivery/delivery_paths.py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3. Lancer le pipeline </a:t>
            </a:r>
            <a:r>
              <a:rPr dirty="0" err="1"/>
              <a:t>complet</a:t>
            </a:r>
            <a:r>
              <a:rPr dirty="0"/>
              <a:t>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$env:STM32CUBE_CONFIG = "shared/config/</a:t>
            </a:r>
            <a:r>
              <a:rPr dirty="0" err="1"/>
              <a:t>config_xx.json</a:t>
            </a:r>
            <a:r>
              <a:rPr dirty="0"/>
              <a:t>"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pipeline.run_full_workflow</a:t>
            </a:r>
            <a:r>
              <a:rPr dirty="0"/>
              <a:t> --export-st-ready --continue-on-error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</a:t>
            </a:r>
            <a:r>
              <a:rPr dirty="0" err="1"/>
              <a:t>Inclut</a:t>
            </a:r>
            <a:r>
              <a:rPr dirty="0"/>
              <a:t> </a:t>
            </a:r>
            <a:r>
              <a:rPr dirty="0" err="1"/>
              <a:t>automatiquement</a:t>
            </a:r>
            <a:r>
              <a:rPr dirty="0"/>
              <a:t>: delivery + export </a:t>
            </a:r>
            <a:r>
              <a:rPr dirty="0" err="1"/>
              <a:t>with_images</a:t>
            </a:r>
            <a:r>
              <a:rPr dirty="0"/>
              <a:t> + Alfred images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4. </a:t>
            </a:r>
            <a:r>
              <a:rPr dirty="0" err="1"/>
              <a:t>Vérifier</a:t>
            </a:r>
            <a:r>
              <a:rPr dirty="0"/>
              <a:t> </a:t>
            </a:r>
            <a:r>
              <a:rPr dirty="0" err="1"/>
              <a:t>by_series</a:t>
            </a:r>
            <a:r>
              <a:rPr dirty="0"/>
              <a:t>/&lt;</a:t>
            </a:r>
            <a:r>
              <a:rPr dirty="0" err="1"/>
              <a:t>serie</a:t>
            </a:r>
            <a:r>
              <a:rPr dirty="0"/>
              <a:t>&gt;/ : issues, files, </a:t>
            </a:r>
            <a:r>
              <a:rPr dirty="0" err="1"/>
              <a:t>diag</a:t>
            </a:r>
            <a:r>
              <a:rPr dirty="0"/>
              <a:t>, resolver, drivers/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5. Alfred PDF figures (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pdf_image_tasks</a:t>
            </a:r>
            <a:r>
              <a:rPr dirty="0"/>
              <a:t> non vide)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pipeline_Automation/alfred/enrich_pdf_figures_with_alfred.py --repo &lt;Repo&gt;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</a:t>
            </a:r>
            <a:r>
              <a:rPr dirty="0" err="1"/>
              <a:t>Puis</a:t>
            </a:r>
            <a:r>
              <a:rPr dirty="0"/>
              <a:t> re-run: files_to_docs_v2 + </a:t>
            </a:r>
            <a:r>
              <a:rPr dirty="0" err="1"/>
              <a:t>export_st_ready_files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6. Upload repo principal (new </a:t>
            </a:r>
            <a:r>
              <a:rPr dirty="0" err="1"/>
              <a:t>datasource</a:t>
            </a:r>
            <a:r>
              <a:rPr dirty="0"/>
              <a:t> × 4 types)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7. Upload issues </a:t>
            </a:r>
            <a:r>
              <a:rPr dirty="0" err="1"/>
              <a:t>with_images</a:t>
            </a:r>
            <a:r>
              <a:rPr dirty="0"/>
              <a:t> </a:t>
            </a:r>
            <a:r>
              <a:rPr dirty="0" err="1"/>
              <a:t>enrichies</a:t>
            </a:r>
            <a:r>
              <a:rPr dirty="0"/>
              <a:t> Alfred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8. Upload files PDF-</a:t>
            </a:r>
            <a:r>
              <a:rPr dirty="0" err="1"/>
              <a:t>enrichies</a:t>
            </a:r>
            <a:r>
              <a:rPr dirty="0"/>
              <a:t> (</a:t>
            </a:r>
            <a:r>
              <a:rPr dirty="0" err="1"/>
              <a:t>suffixe</a:t>
            </a:r>
            <a:r>
              <a:rPr dirty="0"/>
              <a:t> _</a:t>
            </a:r>
            <a:r>
              <a:rPr dirty="0" err="1"/>
              <a:t>pdf_enriched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déjà </a:t>
            </a:r>
            <a:r>
              <a:rPr dirty="0" err="1"/>
              <a:t>uploadé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9. </a:t>
            </a:r>
            <a:r>
              <a:rPr dirty="0" err="1"/>
              <a:t>Mettre</a:t>
            </a:r>
            <a:r>
              <a:rPr dirty="0"/>
              <a:t> à jour Upload_All_Drivers.ps1 + upload_alfred_issues_all_series.py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10. Lancer Upload_All_Drivers.ps1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11. </a:t>
            </a:r>
            <a:r>
              <a:rPr dirty="0" err="1"/>
              <a:t>Vérifier</a:t>
            </a:r>
            <a:r>
              <a:rPr dirty="0"/>
              <a:t>: Get_Persona_KBs.py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914400"/>
            <a:ext cx="8046720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 err="1"/>
              <a:t>Exécution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Toujours</a:t>
            </a:r>
            <a:r>
              <a:rPr dirty="0"/>
              <a:t> --continue-on-error (un sous-repo vide ne </a:t>
            </a:r>
            <a:r>
              <a:rPr dirty="0" err="1"/>
              <a:t>bloque</a:t>
            </a:r>
            <a:r>
              <a:rPr dirty="0"/>
              <a:t> pas)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--skip-ingestion pour re-processer sans re-</a:t>
            </a:r>
            <a:r>
              <a:rPr dirty="0" err="1"/>
              <a:t>télécharger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Vérifier</a:t>
            </a:r>
            <a:r>
              <a:rPr dirty="0"/>
              <a:t> summary_*.</a:t>
            </a:r>
            <a:r>
              <a:rPr dirty="0" err="1"/>
              <a:t>json</a:t>
            </a:r>
            <a:r>
              <a:rPr dirty="0"/>
              <a:t> avant upload (</a:t>
            </a:r>
            <a:r>
              <a:rPr dirty="0" err="1"/>
              <a:t>cohérence</a:t>
            </a:r>
            <a:r>
              <a:rPr dirty="0"/>
              <a:t> counts)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Upload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Ne pas uploader les </a:t>
            </a:r>
            <a:r>
              <a:rPr dirty="0" err="1"/>
              <a:t>fichiers</a:t>
            </a:r>
            <a:r>
              <a:rPr dirty="0"/>
              <a:t> vides (</a:t>
            </a:r>
            <a:r>
              <a:rPr dirty="0" err="1"/>
              <a:t>resolver_cases</a:t>
            </a:r>
            <a:r>
              <a:rPr dirty="0"/>
              <a:t> = [])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1 </a:t>
            </a:r>
            <a:r>
              <a:rPr dirty="0" err="1"/>
              <a:t>datasource</a:t>
            </a:r>
            <a:r>
              <a:rPr dirty="0"/>
              <a:t> = 1 </a:t>
            </a:r>
            <a:r>
              <a:rPr dirty="0" err="1"/>
              <a:t>série</a:t>
            </a:r>
            <a:r>
              <a:rPr dirty="0"/>
              <a:t> + 1 type </a:t>
            </a:r>
            <a:r>
              <a:rPr dirty="0" err="1"/>
              <a:t>d'artifact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Les drivers </a:t>
            </a:r>
            <a:r>
              <a:rPr dirty="0" err="1"/>
              <a:t>vont</a:t>
            </a:r>
            <a:r>
              <a:rPr dirty="0"/>
              <a:t> dans la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datasource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 repo principal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lang="fr-FR"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lang="en-US" dirty="0"/>
              <a:t>Alfred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lang="en-US" dirty="0"/>
              <a:t>• PAS </a:t>
            </a:r>
            <a:r>
              <a:rPr lang="en-US" dirty="0" err="1"/>
              <a:t>besoin</a:t>
            </a:r>
            <a:r>
              <a:rPr lang="en-US" dirty="0"/>
              <a:t> de --use-proxy (</a:t>
            </a:r>
            <a:r>
              <a:rPr lang="en-US" dirty="0" err="1"/>
              <a:t>accès</a:t>
            </a:r>
            <a:r>
              <a:rPr lang="en-US" dirty="0"/>
              <a:t> direct </a:t>
            </a:r>
            <a:r>
              <a:rPr lang="en-US" dirty="0" err="1"/>
              <a:t>depuis</a:t>
            </a:r>
            <a:r>
              <a:rPr lang="en-US" dirty="0"/>
              <a:t> réseau ST)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lang="en-US" dirty="0"/>
              <a:t>• </a:t>
            </a:r>
            <a:r>
              <a:rPr lang="en-US" dirty="0" err="1"/>
              <a:t>Vérifier</a:t>
            </a:r>
            <a:r>
              <a:rPr lang="en-US" dirty="0"/>
              <a:t> 0 [IMAGE DESCRIPTION UNAVAILABLE] après </a:t>
            </a:r>
            <a:r>
              <a:rPr lang="en-US" dirty="0" err="1"/>
              <a:t>enrichissement</a:t>
            </a:r>
            <a:endParaRPr lang="en-US"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lang="en-US" dirty="0"/>
              <a:t>• Upload_All_Drivers.ps1 a un throttle de 5s + retry auto (rate limit API)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Git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JAMAIS commit data/*.</a:t>
            </a:r>
            <a:r>
              <a:rPr dirty="0" err="1"/>
              <a:t>json</a:t>
            </a:r>
            <a:r>
              <a:rPr dirty="0"/>
              <a:t> (&gt; 100 MB → push </a:t>
            </a:r>
            <a:r>
              <a:rPr dirty="0" err="1"/>
              <a:t>rejeté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.</a:t>
            </a:r>
            <a:r>
              <a:rPr dirty="0" err="1"/>
              <a:t>gitignore</a:t>
            </a:r>
            <a:r>
              <a:rPr dirty="0"/>
              <a:t> </a:t>
            </a:r>
            <a:r>
              <a:rPr dirty="0" err="1"/>
              <a:t>exclut</a:t>
            </a:r>
            <a:r>
              <a:rPr dirty="0"/>
              <a:t> data/raw_*, data/clean_*, data/docs_*, data/chunks_*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datasets/07_delivery/ EST </a:t>
            </a:r>
            <a:r>
              <a:rPr dirty="0" err="1"/>
              <a:t>commité</a:t>
            </a:r>
            <a:r>
              <a:rPr dirty="0"/>
              <a:t> (&lt; 50 MB, </a:t>
            </a:r>
            <a:r>
              <a:rPr dirty="0" err="1"/>
              <a:t>c'est</a:t>
            </a:r>
            <a:r>
              <a:rPr dirty="0"/>
              <a:t> le </a:t>
            </a:r>
            <a:r>
              <a:rPr dirty="0" err="1"/>
              <a:t>livrable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Dépannage — Erreurs Courantes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Erreur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Cause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FileNotFoundError: with_images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Série sans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Normal — skip Alfred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empty JSON arrays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Resolver vide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Normal — série sans 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skipped_existing_files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Fichier déjà dans 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Supprimer dans KB Mgmt ou --operation new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 file size &gt; 100MB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data/*.json dans 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Vérifier .gitignore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rate limit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Trop d'appels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Attendre 1h ou ↑ issues_sleep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Enrichment 0% sous-repo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Pas de docs_issues_v2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Normal pour BSP/CMSIS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argparse error in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sys.argv pollution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Fix: sys.argv isolé (déjà fait)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Dépannage — Explications détaillées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"FileNotFoundError: st_ready_issues_with_images_*.json"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 fichier with_images n'est généré QUE si des issues ont des [IMAGE ATTACHED]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Les sous-repos BSP/CMSIS n'ont souvent aucune image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Le workflow skip automatiquement les séries sans images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"All selected files are empty JSON arrays"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 resolver_cases.json contient [] car aucune issue n'a un fix documenté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Diagnostic cards ≠ resolver cases : diag décrit le problème, resolver le fix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Normal, ne pas forcer l'upload (--empty-json-policy upload)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"skipped_existing_files: [fichier.json]"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 fichier a déjà été uploadé dans ce datasource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L'API refuse les doublons par nom de fichier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Supprimer l'ancien dans KB Management, puis re-uploader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Ou créer un nouveau datasource (--operation new)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Dépannage — Explications (suite)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"error: File exceeds GitHub file size limit of 100.00 MB"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Les fichiers data/ (raw, clean, docs, chunks) sont TRÈS gros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chunks_files_stm32cubec0_v2.json = 114 MB !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Vérifier que .gitignore contient : data/raw_*, data/clean_*, data/docs_*, data/chunks_*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Si déjà commité : git rm --cached data/&lt;fichier&gt;.json + amend commit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"rate limit" GitHub API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GitHub: 5000 req/h avec token, 60/h sans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 pipeline fait beaucoup d'appels (issues + comments + PRs)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Vérifier que $env:GITHUB_TOKEN est défini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Augmenter issues_sleep dans config (0.2 → 0.5)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Ou utiliser --skip-ingestion si les raw sont déjà là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"Enrichment 0% pour un sous-repo BSP"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Les sous-repos BSP/CMSIS ont très peu d'issues (souvent 0-5)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 script d'évaluation ne trouve pas de docs_issues_*_v2.json dédié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Normal, le contenu est agrégé dans le repo principal de la série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Dépannage — Rate Limit API upload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"Auth precheck failed. HTTP status=404" (nginx 404)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L'API api-ai-bridge.st.com rate-limite après ~20 requêtes rapides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 reverse proxy nginx retourne 404 au lieu de 429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Fix déjà appliqué dans Upload_All_Drivers.ps1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$uploadDelaySec = 5 (pause entre chaque upload)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$retryCount = 2 (2 tentatives si échec)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$retryDelaySec = 30 (attente avant retry)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"skipped_existing_files" — fichier déjà dans la datasource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L'API refuse les fichiers ayant le même nom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Solution 1 : Supprimer l'ancien dans KB Management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Solution 2 : Renommer avec suffixe _pdf_enriched avant upload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Copy-Item st_ready_files_*.json st_ready_files_*_pdf_enriched.json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Proxy "502 Bad Gateway"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 proxy 185.46.212.88 est parfois down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Lancer SANS --use-proxy (accès direct depuis réseau ST)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Scripts d'Automatisation — Résumé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Workflow serie complet (prepare + upload KB):</a:t>
            </a:r>
          </a:p>
          <a:p>
            <a:r>
              <a:t>.\pipeline_Automation\workflow\Run_Single_Series_Full_Pipeline_And_Upload.ps1 -Series H7</a:t>
            </a:r>
          </a:p>
          <a:p>
            <a:endParaRPr/>
          </a:p>
          <a:p>
            <a:r>
              <a:t>Prepare seulement:</a:t>
            </a:r>
          </a:p>
          <a:p>
            <a:r>
              <a:t>.\pipeline_Automation\workflow\Run_Single_Series_Full_Pipeline_And_Upload.ps1 -Series H7 -Mode Prepare</a:t>
            </a:r>
          </a:p>
          <a:p>
            <a:endParaRPr/>
          </a:p>
          <a:p>
            <a:r>
              <a:t>Upload seulement:</a:t>
            </a:r>
          </a:p>
          <a:p>
            <a:r>
              <a:t>.\pipeline_Automation\workflow\Run_Single_Series_Full_Pipeline_And_Upload.ps1 -Series H7 -Mode Upload</a:t>
            </a:r>
          </a:p>
          <a:p>
            <a:endParaRPr/>
          </a:p>
          <a:p>
            <a:r>
              <a:t>Upload drivers toutes series:</a:t>
            </a:r>
          </a:p>
          <a:p>
            <a:r>
              <a:t>.\pipeline_Automation\upload\Upload_All_Drivers.ps1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Résumé</a:t>
            </a:r>
          </a:p>
          <a:p>
            <a:pPr algn="l">
              <a:defRPr sz="1800">
                <a:solidFill>
                  <a:srgbClr val="3CB4E6"/>
                </a:solidFill>
              </a:defRPr>
            </a:pPr>
            <a:r>
              <a:t>Config → Pipeline (23 steps) → Alfred → Upload → Vérification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Demo Alfred - Exemple 1 (Issue #335)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Issue: warning -</a:t>
            </a:r>
            <a:r>
              <a:rPr sz="2000" dirty="0" err="1"/>
              <a:t>Wcast</a:t>
            </a:r>
            <a:r>
              <a:rPr sz="2000" dirty="0"/>
              <a:t>-align sur STM32CubeH7</a:t>
            </a:r>
          </a:p>
          <a:p>
            <a:r>
              <a:rPr sz="2000" dirty="0"/>
              <a:t>Integration dans </a:t>
            </a:r>
            <a:r>
              <a:rPr sz="2000" dirty="0" err="1"/>
              <a:t>st_ready_text</a:t>
            </a:r>
            <a:r>
              <a:rPr sz="2000" dirty="0"/>
              <a:t>: [IMAGE DESCRIPTION] Screenshot of an Eclipse/STM32CubeIDE project properties...</a:t>
            </a:r>
          </a:p>
          <a:p>
            <a:r>
              <a:rPr sz="2000" dirty="0"/>
              <a:t>Description Alfred (</a:t>
            </a:r>
            <a:r>
              <a:rPr sz="2000" dirty="0" err="1"/>
              <a:t>image_analyses</a:t>
            </a:r>
            <a:r>
              <a:rPr sz="2000" dirty="0"/>
              <a:t>): MCU/MPU GCC Linker &gt; Miscellaneous, flags linker </a:t>
            </a:r>
            <a:r>
              <a:rPr sz="2000" dirty="0" err="1"/>
              <a:t>detectes</a:t>
            </a:r>
            <a:endParaRPr sz="2000" dirty="0"/>
          </a:p>
          <a:p>
            <a:r>
              <a:rPr sz="2000" dirty="0"/>
              <a:t>Impact retrieval: les captures IDE </a:t>
            </a:r>
            <a:r>
              <a:rPr sz="2000" dirty="0" err="1"/>
              <a:t>deviennent</a:t>
            </a:r>
            <a:r>
              <a:rPr sz="2000" dirty="0"/>
              <a:t> </a:t>
            </a:r>
            <a:r>
              <a:rPr sz="2000" dirty="0" err="1"/>
              <a:t>recherchables</a:t>
            </a:r>
            <a:r>
              <a:rPr sz="2000" dirty="0"/>
              <a:t> dans la KB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Demo Alfred - Exemple 2 (Issue #333)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Issue: compile warnings avec flags GCC</a:t>
            </a:r>
            <a:endParaRPr lang="fr-FR" sz="2000" dirty="0"/>
          </a:p>
          <a:p>
            <a:endParaRPr sz="2000" dirty="0"/>
          </a:p>
          <a:p>
            <a:r>
              <a:rPr sz="2000" dirty="0"/>
              <a:t>Integration dans </a:t>
            </a:r>
            <a:r>
              <a:rPr sz="2000" dirty="0" err="1"/>
              <a:t>st_ready_text</a:t>
            </a:r>
            <a:r>
              <a:rPr sz="2000" dirty="0"/>
              <a:t>: [IMAGE DESCRIPTION] Screenshot of the STM32CubeIDE 'About' dialog...</a:t>
            </a:r>
            <a:endParaRPr lang="fr-FR" sz="2000" dirty="0"/>
          </a:p>
          <a:p>
            <a:endParaRPr sz="2000" dirty="0"/>
          </a:p>
          <a:p>
            <a:r>
              <a:rPr sz="2000" dirty="0"/>
              <a:t>Description Alfred (</a:t>
            </a:r>
            <a:r>
              <a:rPr sz="2000" dirty="0" err="1"/>
              <a:t>image_analyses</a:t>
            </a:r>
            <a:r>
              <a:rPr sz="2000" dirty="0"/>
              <a:t>): Version STM32CubeIDE 2.0.0 + Build 26820...</a:t>
            </a:r>
            <a:endParaRPr lang="fr-FR" sz="2000" dirty="0"/>
          </a:p>
          <a:p>
            <a:endParaRPr sz="2000" dirty="0"/>
          </a:p>
          <a:p>
            <a:r>
              <a:rPr sz="2000" dirty="0"/>
              <a:t>Impact retrieval: le </a:t>
            </a:r>
            <a:r>
              <a:rPr sz="2000" dirty="0" err="1"/>
              <a:t>contexte</a:t>
            </a:r>
            <a:r>
              <a:rPr sz="2000" dirty="0"/>
              <a:t> de version </a:t>
            </a:r>
            <a:r>
              <a:rPr sz="2000" dirty="0" err="1"/>
              <a:t>outil</a:t>
            </a:r>
            <a:r>
              <a:rPr sz="2000" dirty="0"/>
              <a:t> est </a:t>
            </a:r>
            <a:r>
              <a:rPr sz="2000" dirty="0" err="1"/>
              <a:t>indexe</a:t>
            </a:r>
            <a:r>
              <a:rPr sz="2000" dirty="0"/>
              <a:t> et exploitable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Preuve concrete - Issue #335 (avant/apres Alfred)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25963"/>
          </a:xfrm>
        </p:spPr>
        <p:txBody>
          <a:bodyPr>
            <a:normAutofit/>
          </a:bodyPr>
          <a:lstStyle/>
          <a:p>
            <a:r>
              <a:rPr sz="1800" dirty="0"/>
              <a:t>JSON </a:t>
            </a:r>
            <a:r>
              <a:rPr sz="1800" dirty="0" err="1"/>
              <a:t>concret</a:t>
            </a:r>
            <a:r>
              <a:rPr sz="1800" dirty="0"/>
              <a:t> compare (H7): st_ready_issues_with_images_stm32cubeh7.json vs ..._</a:t>
            </a:r>
            <a:r>
              <a:rPr sz="1800" dirty="0" err="1"/>
              <a:t>with_alfred_image_text.json</a:t>
            </a:r>
            <a:endParaRPr lang="fr-FR" sz="1800" dirty="0"/>
          </a:p>
          <a:p>
            <a:endParaRPr sz="1800" dirty="0"/>
          </a:p>
          <a:p>
            <a:r>
              <a:rPr sz="1800" dirty="0"/>
              <a:t>Extrait A: [IMAGE DESCRIPTION] Screenshot of an Eclipse/STM32CubeIDE project properties window on Tool Settings...</a:t>
            </a:r>
            <a:endParaRPr lang="fr-FR" sz="1800" dirty="0"/>
          </a:p>
          <a:p>
            <a:endParaRPr sz="1800" dirty="0"/>
          </a:p>
          <a:p>
            <a:r>
              <a:rPr sz="1800" dirty="0"/>
              <a:t>Extrait B: [IMAGE DESCRIPTION] Screenshot of an Eclipse-based STM32CubeIDE project properties/build settings window...</a:t>
            </a:r>
            <a:endParaRPr lang="fr-FR" sz="1800" dirty="0"/>
          </a:p>
          <a:p>
            <a:endParaRPr sz="1800" dirty="0"/>
          </a:p>
          <a:p>
            <a:r>
              <a:rPr sz="1800" dirty="0"/>
              <a:t>Verdict: description </a:t>
            </a:r>
            <a:r>
              <a:rPr sz="1800" dirty="0" err="1"/>
              <a:t>pertinente</a:t>
            </a:r>
            <a:r>
              <a:rPr sz="1800" dirty="0"/>
              <a:t> et utile pour retrieval (</a:t>
            </a:r>
            <a:r>
              <a:rPr sz="1800" dirty="0" err="1"/>
              <a:t>contexte</a:t>
            </a:r>
            <a:r>
              <a:rPr sz="1800" dirty="0"/>
              <a:t> build/linker bien capture).</a:t>
            </a:r>
            <a:endParaRPr lang="fr-FR" sz="1800" dirty="0"/>
          </a:p>
          <a:p>
            <a:endParaRPr sz="1800" dirty="0"/>
          </a:p>
          <a:p>
            <a:r>
              <a:rPr sz="1800" dirty="0"/>
              <a:t>Critique: formulation </a:t>
            </a:r>
            <a:r>
              <a:rPr sz="1800" dirty="0" err="1"/>
              <a:t>redondante</a:t>
            </a:r>
            <a:r>
              <a:rPr sz="1800" dirty="0"/>
              <a:t>, </a:t>
            </a:r>
            <a:r>
              <a:rPr sz="1800" dirty="0" err="1"/>
              <a:t>texte</a:t>
            </a:r>
            <a:r>
              <a:rPr sz="1800" dirty="0"/>
              <a:t> </a:t>
            </a:r>
            <a:r>
              <a:rPr sz="1800" dirty="0" err="1"/>
              <a:t>parfois</a:t>
            </a:r>
            <a:r>
              <a:rPr sz="1800" dirty="0"/>
              <a:t> trop long pour index compact.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Preuve concrete - Issue #333 (qualite Alfred)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3080"/>
            <a:ext cx="8229600" cy="4525963"/>
          </a:xfrm>
        </p:spPr>
        <p:txBody>
          <a:bodyPr>
            <a:normAutofit/>
          </a:bodyPr>
          <a:lstStyle/>
          <a:p>
            <a:r>
              <a:rPr sz="1800" dirty="0"/>
              <a:t>Capture 'About STM32CubeIDE' </a:t>
            </a:r>
            <a:r>
              <a:rPr sz="1800" dirty="0" err="1"/>
              <a:t>detectee</a:t>
            </a:r>
            <a:r>
              <a:rPr sz="1800" dirty="0"/>
              <a:t> dans </a:t>
            </a:r>
            <a:r>
              <a:rPr sz="1800" dirty="0" err="1"/>
              <a:t>st_ready_text</a:t>
            </a:r>
            <a:endParaRPr lang="fr-FR" sz="1800" dirty="0"/>
          </a:p>
          <a:p>
            <a:endParaRPr sz="1800" dirty="0"/>
          </a:p>
          <a:p>
            <a:r>
              <a:rPr sz="1800" dirty="0"/>
              <a:t>Extrait A: product name + version/build timestamp</a:t>
            </a:r>
            <a:endParaRPr lang="fr-FR" sz="1800" dirty="0"/>
          </a:p>
          <a:p>
            <a:endParaRPr sz="1800" dirty="0"/>
          </a:p>
          <a:p>
            <a:r>
              <a:rPr sz="1800" dirty="0"/>
              <a:t>Extrait B: Version 2.0.0 + Build 26820 </a:t>
            </a:r>
            <a:r>
              <a:rPr sz="1800" dirty="0" err="1"/>
              <a:t>explicites</a:t>
            </a:r>
            <a:endParaRPr lang="fr-FR" sz="1800" dirty="0"/>
          </a:p>
          <a:p>
            <a:endParaRPr sz="1800" dirty="0"/>
          </a:p>
          <a:p>
            <a:r>
              <a:rPr sz="1800" dirty="0"/>
              <a:t>Verdict: forte </a:t>
            </a:r>
            <a:r>
              <a:rPr sz="1800" dirty="0" err="1"/>
              <a:t>valeur</a:t>
            </a:r>
            <a:r>
              <a:rPr sz="1800" dirty="0"/>
              <a:t> diagnostic (version </a:t>
            </a:r>
            <a:r>
              <a:rPr sz="1800" dirty="0" err="1"/>
              <a:t>outillage</a:t>
            </a:r>
            <a:r>
              <a:rPr sz="1800" dirty="0"/>
              <a:t> searchable et </a:t>
            </a:r>
            <a:r>
              <a:rPr sz="1800" dirty="0" err="1"/>
              <a:t>traçable</a:t>
            </a:r>
            <a:r>
              <a:rPr sz="1800" dirty="0"/>
              <a:t>).</a:t>
            </a:r>
            <a:endParaRPr lang="fr-FR" sz="1800" dirty="0"/>
          </a:p>
          <a:p>
            <a:endParaRPr sz="1800" dirty="0"/>
          </a:p>
          <a:p>
            <a:r>
              <a:rPr sz="1800" dirty="0"/>
              <a:t>Critique: pas de score de </a:t>
            </a:r>
            <a:r>
              <a:rPr sz="1800" dirty="0" err="1"/>
              <a:t>confiance</a:t>
            </a:r>
            <a:r>
              <a:rPr sz="1800" dirty="0"/>
              <a:t>, </a:t>
            </a:r>
            <a:r>
              <a:rPr sz="1800" dirty="0" err="1"/>
              <a:t>qualite</a:t>
            </a:r>
            <a:r>
              <a:rPr sz="1800" dirty="0"/>
              <a:t> depend de la </a:t>
            </a:r>
            <a:r>
              <a:rPr sz="1800" dirty="0" err="1"/>
              <a:t>lisibilite</a:t>
            </a:r>
            <a:r>
              <a:rPr sz="1800" dirty="0"/>
              <a:t> image/OCR.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 Files/PDF - sortie Alfred + critique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 concrete: data/pdf_image_descriptions.json</a:t>
            </a:r>
          </a:p>
          <a:p>
            <a:r>
              <a:t>Figure ID: STM32CubeWL:Documentation/STM32CubeWLGettingStarted.pdf:p2:f1</a:t>
            </a:r>
          </a:p>
          <a:p>
            <a:r>
              <a:t>Sortie: layered software stack diagram (applications, middleware, HAL/LL, utilities).</a:t>
            </a:r>
          </a:p>
          <a:p>
            <a:r>
              <a:t>Verdict: semantique precise et exploitable pour RAG sur docs PDF.</a:t>
            </a:r>
          </a:p>
          <a:p>
            <a:r>
              <a:t>Critique: certaines sorties sont verbeuses et parfois sur-descriptives sur tableaux non techniques.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5140</Words>
  <Application>Microsoft Office PowerPoint</Application>
  <PresentationFormat>On-screen Show (4:3)</PresentationFormat>
  <Paragraphs>610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 Alfred - Exemple 1 (Issue #335)</vt:lpstr>
      <vt:lpstr>Demo Alfred - Exemple 2 (Issue #333)</vt:lpstr>
      <vt:lpstr>Preuve concrete - Issue #335 (avant/apres Alfred)</vt:lpstr>
      <vt:lpstr>Preuve concrete - Issue #333 (qualite Alfred)</vt:lpstr>
      <vt:lpstr>Exemple Files/PDF - sortie Alfred + critique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Abir GHARBI</cp:lastModifiedBy>
  <cp:revision>1</cp:revision>
  <dcterms:created xsi:type="dcterms:W3CDTF">2013-01-27T09:14:16Z</dcterms:created>
  <dcterms:modified xsi:type="dcterms:W3CDTF">2026-06-26T08:06:36Z</dcterms:modified>
  <cp:category/>
</cp:coreProperties>
</file>