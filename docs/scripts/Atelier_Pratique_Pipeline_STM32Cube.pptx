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atelier mise a jour apres les modifications de l'automatisation (runner-check, fallback IDs, sync config globale).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slide introduit les outcomes attendus de l'atelier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que l'upload n'est lance que si un runner self-hosted est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Full pour run complet, Upload pour reprise rapide apres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Recommander Replace pour production, Add pour cas incrementaux cibles.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evolution corrige le cas 'KbDataSourceEntity not found' observe sur WB.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Evite les ecarts entre snapshots de serie et kb_datasource_ids globale.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comment la qualite est protegee avant publication dans la KB.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Runbook a suivre pendant l'atelier et en exploitation courante.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Clore sur la maturite operationnelle et le plan d'industrialisation.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Atelier Pratique - Pipeline STM32Cube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Ingestion a Upload KB #793 avec gouvernance Add/Replace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Comprendre le flux de bout en bout: Ingestion -&gt; Delivery -&gt; Upload</a:t>
            </a:r>
          </a:p>
          <a:p>
            <a:pPr>
              <a:defRPr sz="2100"/>
            </a:pPr>
            <a:r>
              <a:t>Executer une serie en mode Full, Prepare ou Upload</a:t>
            </a:r>
          </a:p>
          <a:p>
            <a:pPr>
              <a:defRPr sz="2100"/>
            </a:pPr>
            <a:r>
              <a:t>Garantir un upload robuste et tracable vers la KB #793</a:t>
            </a:r>
          </a:p>
          <a:p>
            <a:pPr>
              <a:defRPr sz="2100"/>
            </a:pPr>
            <a:r>
              <a:t>Maintenir les IDs datasource coherents dans les snapshots et la config globale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CI/CD Actuelle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Workflow: .github/workflows/auto_update_kb.yml</a:t>
            </a:r>
          </a:p>
          <a:p>
            <a:pPr>
              <a:defRPr sz="2100"/>
            </a:pPr>
            <a:r>
              <a:t>prepare: normalise les inputs et construit la matrice series</a:t>
            </a:r>
          </a:p>
          <a:p>
            <a:pPr>
              <a:defRPr sz="2100"/>
            </a:pPr>
            <a:r>
              <a:t>runner-check: verifie la disponibilite du self-hosted runner</a:t>
            </a:r>
          </a:p>
          <a:p>
            <a:pPr>
              <a:defRPr sz="2100"/>
            </a:pPr>
            <a:r>
              <a:t>run-series: execute le script PowerShell serie par serie</a:t>
            </a:r>
          </a:p>
          <a:p>
            <a:pPr>
              <a:defRPr sz="2100"/>
            </a:pPr>
            <a:r>
              <a:t>runner-offline-notice: publie Upload Deferred si runner offline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Commande Atelier Recommandee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Run_Single_Series_Full_Pipeline_And_Upload.ps1 centralise prepare + upload</a:t>
            </a:r>
          </a:p>
          <a:p>
            <a:pPr>
              <a:defRPr sz="2100"/>
            </a:pPr>
            <a:r>
              <a:t>Exemple: -Series WB -Mode Full -ExistingDatasourceMode Replace</a:t>
            </a:r>
          </a:p>
          <a:p>
            <a:pPr>
              <a:defRPr sz="2100"/>
            </a:pPr>
            <a:r>
              <a:t>Mode Prepare: genere et valide sans upload</a:t>
            </a:r>
          </a:p>
          <a:p>
            <a:pPr>
              <a:defRPr sz="2100"/>
            </a:pPr>
            <a:r>
              <a:t>Mode Upload: rejoue uniquement la phase upload</a:t>
            </a:r>
          </a:p>
          <a:p>
            <a:pPr>
              <a:defRPr sz="2100"/>
            </a:pPr>
            <a:r>
              <a:t>placeholder_policy Fail protege contre les placeholders non resolus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vs Replace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Add: ajoute de nouveaux fichiers dans une datasource existante</a:t>
            </a:r>
          </a:p>
          <a:p>
            <a:pPr>
              <a:defRPr sz="2100"/>
            </a:pPr>
            <a:r>
              <a:t>Replace: nettoie puis republie pour garder la KB a jour sans doublons</a:t>
            </a:r>
          </a:p>
          <a:p>
            <a:pPr>
              <a:defRPr sz="2100"/>
            </a:pPr>
            <a:r>
              <a:t>Replace active un controle strict fail-on-existing-files</a:t>
            </a:r>
          </a:p>
          <a:p>
            <a:pPr>
              <a:defRPr sz="2100"/>
            </a:pPr>
            <a:r>
              <a:t>Le choix est passe de bout en bout (workflow -&gt; script -&gt; uploader)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Robustesse sur IDs Datasource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Si un ID sauvegarde est perime: recreation automatique de la datasource</a:t>
            </a:r>
          </a:p>
          <a:p>
            <a:pPr>
              <a:defRPr sz="2100"/>
            </a:pPr>
            <a:r>
              <a:t>Fallback actif en mode Replace et en mode Add</a:t>
            </a:r>
          </a:p>
          <a:p>
            <a:pPr>
              <a:defRPr sz="2100"/>
            </a:pPr>
            <a:r>
              <a:t>Snapshot incremental: issues, files, diagnostic, resolver</a:t>
            </a:r>
          </a:p>
          <a:p>
            <a:pPr>
              <a:defRPr sz="2100"/>
            </a:pPr>
            <a:r>
              <a:t>last_successful_stage permet une reprise claire apres echec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 Config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Les IDs uploades sont ecrits dans upload_datasource_ids_&lt;slug&gt;.json</a:t>
            </a:r>
          </a:p>
          <a:p>
            <a:pPr>
              <a:defRPr sz="2100"/>
            </a:pPr>
            <a:r>
              <a:t>Le script synchronise aussi shared/config/config_all_series.json</a:t>
            </a:r>
          </a:p>
          <a:p>
            <a:pPr>
              <a:defRPr sz="2100"/>
            </a:pPr>
            <a:r>
              <a:t>Mise a jour automatique des cles issues/files/diagnostic/resolver</a:t>
            </a:r>
          </a:p>
          <a:p>
            <a:pPr>
              <a:defRPr sz="2100"/>
            </a:pPr>
            <a:r>
              <a:t>Exemple WB: IDs remplis automatiquement apres upload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et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Schema validation avant upload (sauf skip explicite)</a:t>
            </a:r>
          </a:p>
          <a:p>
            <a:pPr>
              <a:defRPr sz="2100"/>
            </a:pPr>
            <a:r>
              <a:t>Placeholder gate (Fail/Warn/Off) pour images/PDF Alfred</a:t>
            </a:r>
          </a:p>
          <a:p>
            <a:pPr>
              <a:defRPr sz="2100"/>
            </a:pPr>
            <a:r>
              <a:t>fail-fast=false sur matrix pour isoler les erreurs par serie</a:t>
            </a:r>
          </a:p>
          <a:p>
            <a:pPr>
              <a:defRPr sz="2100"/>
            </a:pPr>
            <a:r>
              <a:t>Artifacts et step summaries conserves pour audit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Runbook Operateur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1) Lancer un pilote en mode Prepare</a:t>
            </a:r>
          </a:p>
          <a:p>
            <a:pPr>
              <a:defRPr sz="2100"/>
            </a:pPr>
            <a:r>
              <a:t>2) Verifier summaries et validate_schemas</a:t>
            </a:r>
          </a:p>
          <a:p>
            <a:pPr>
              <a:defRPr sz="2100"/>
            </a:pPr>
            <a:r>
              <a:t>3) Lancer Full en Replace pour mise a jour propre</a:t>
            </a:r>
          </a:p>
          <a:p>
            <a:pPr>
              <a:defRPr sz="2100"/>
            </a:pPr>
            <a:r>
              <a:t>4) Utiliser Upload pour reprise rapide</a:t>
            </a:r>
          </a:p>
          <a:p>
            <a:pPr>
              <a:defRPr sz="2100"/>
            </a:pPr>
            <a:r>
              <a:t>5) Verifier kb_datasource_ids dans config_all_series.json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Pipeline outille pour production: traceable, resumable, governable</a:t>
            </a:r>
          </a:p>
          <a:p>
            <a:pPr>
              <a:defRPr sz="2100"/>
            </a:pPr>
            <a:r>
              <a:t>Ajouts recents: fallback IDs + sync config globale + check runner</a:t>
            </a:r>
          </a:p>
          <a:p>
            <a:pPr>
              <a:defRPr sz="2100"/>
            </a:pPr>
            <a:r>
              <a:t>Prochaine etape infra: runner dedie always-on (VM/serveur)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