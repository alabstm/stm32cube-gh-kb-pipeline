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explains the automation architecture, runtime parameters, and operating runbook.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is split into prepare and execution jobs to isolate validation from heavy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 is intentionally structured from trigger and governance to runtime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input maps directly to the PowerShell script arguments for transparent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 and summary steps use always() logic in the workflow to keep traceability even when one step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design supports maintenance operations: isolated failures, clear diagnostics, and resumable uploads.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first run: series G4, mode Prepare, max_parallel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files are the minimum set to understand, run, and maintain the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GitHub Actions Automation for STM32Cube KB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auto_update_kb.yml orchestrates preprocessing and upload to KB #793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Trigger: schedule (1st/15th) or manual run</a:t>
            </a:r>
          </a:p>
          <a:p>
            <a:pPr>
              <a:defRPr sz="2200"/>
            </a:pPr>
            <a:r>
              <a:t>Prepare job normalizes inputs and builds matrix</a:t>
            </a:r>
          </a:p>
          <a:p>
            <a:pPr>
              <a:defRPr sz="2200"/>
            </a:pPr>
            <a:r>
              <a:t>Run-series job executes on self-hosted Windows runner</a:t>
            </a:r>
          </a:p>
          <a:p>
            <a:pPr>
              <a:defRPr sz="2200"/>
            </a:pPr>
            <a:r>
              <a:t>PowerShell orchestrator runs full series pipeline</a:t>
            </a:r>
          </a:p>
          <a:p>
            <a:pPr>
              <a:defRPr sz="2200"/>
            </a:pPr>
            <a:r>
              <a:t>Artifacts and execution summary are always published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on: schedule + workflow_dispatch inputs</a:t>
            </a:r>
          </a:p>
          <a:p>
            <a:pPr>
              <a:defRPr sz="2200"/>
            </a:pPr>
            <a:r>
              <a:t>permissions: contents read</a:t>
            </a:r>
          </a:p>
          <a:p>
            <a:pPr>
              <a:defRPr sz="2200"/>
            </a:pPr>
            <a:r>
              <a:t>concurrency: prevent overlap on same ref</a:t>
            </a:r>
          </a:p>
          <a:p>
            <a:pPr>
              <a:defRPr sz="2200"/>
            </a:pPr>
            <a:r>
              <a:t>env: default series, mode, policy, python version</a:t>
            </a:r>
          </a:p>
          <a:p>
            <a:pPr>
              <a:defRPr sz="2200"/>
            </a:pPr>
            <a:r>
              <a:t>jobs: prepare and run-series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Inputs and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series: CSV list of target series</a:t>
            </a:r>
          </a:p>
          <a:p>
            <a:pPr>
              <a:defRPr sz="2200"/>
            </a:pPr>
            <a:r>
              <a:t>mode: Full, Prepare, Upload</a:t>
            </a:r>
          </a:p>
          <a:p>
            <a:pPr>
              <a:defRPr sz="2200"/>
            </a:pPr>
            <a:r>
              <a:t>skip_drivers: skip subrepo uploads</a:t>
            </a:r>
          </a:p>
          <a:p>
            <a:pPr>
              <a:defRPr sz="2200"/>
            </a:pPr>
            <a:r>
              <a:t>skip_schema_validation: bypass schema gate</a:t>
            </a:r>
          </a:p>
          <a:p>
            <a:pPr>
              <a:defRPr sz="2200"/>
            </a:pPr>
            <a:r>
              <a:t>continue_on_workflow_error: continue inside workflow</a:t>
            </a:r>
          </a:p>
          <a:p>
            <a:pPr>
              <a:defRPr sz="2200"/>
            </a:pPr>
            <a:r>
              <a:t>placeholder_policy: Fail, Warn, Off</a:t>
            </a:r>
          </a:p>
          <a:p>
            <a:pPr>
              <a:defRPr sz="2200"/>
            </a:pPr>
            <a:r>
              <a:t>max_parallel: series concurrency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Per-Series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checkout repository</a:t>
            </a:r>
          </a:p>
          <a:p>
            <a:pPr>
              <a:defRPr sz="2200"/>
            </a:pPr>
            <a:r>
              <a:t>enable Windows long paths</a:t>
            </a:r>
          </a:p>
          <a:p>
            <a:pPr>
              <a:defRPr sz="2200"/>
            </a:pPr>
            <a:r>
              <a:t>setup Python 3.12 and install requirements</a:t>
            </a:r>
          </a:p>
          <a:p>
            <a:pPr>
              <a:defRPr sz="2200"/>
            </a:pPr>
            <a:r>
              <a:t>run Run_Single_Series_Full_Pipeline_And_Upload.ps1</a:t>
            </a:r>
          </a:p>
          <a:p>
            <a:pPr>
              <a:defRPr sz="2200"/>
            </a:pPr>
            <a:r>
              <a:t>upload artifacts and publish run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Reliability</a:t>
            </a:r>
          </a:p>
          <a:p>
            <a:pPr>
              <a:defRPr sz="2000"/>
            </a:pPr>
            <a:r>
              <a:t>- fail-fast disabled for matrix isolation</a:t>
            </a:r>
          </a:p>
          <a:p>
            <a:pPr>
              <a:defRPr sz="2000"/>
            </a:pPr>
            <a:r>
              <a:t>- timeout per series job</a:t>
            </a:r>
          </a:p>
          <a:p>
            <a:pPr>
              <a:defRPr sz="2000"/>
            </a:pPr>
            <a:r>
              <a:t>- placeholder policy gate</a:t>
            </a:r>
          </a:p>
          <a:p>
            <a:pPr>
              <a:defRPr sz="2000"/>
            </a:pPr>
            <a:r>
              <a:t>- schema validation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463040"/>
            <a:ext cx="6035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Traceability</a:t>
            </a:r>
          </a:p>
          <a:p>
            <a:pPr>
              <a:defRPr sz="2000"/>
            </a:pPr>
            <a:r>
              <a:t>- per-series artifact archive</a:t>
            </a:r>
          </a:p>
          <a:p>
            <a:pPr>
              <a:defRPr sz="2000"/>
            </a:pPr>
            <a:r>
              <a:t>- GitHub step summary</a:t>
            </a:r>
          </a:p>
          <a:p>
            <a:pPr>
              <a:defRPr sz="2000"/>
            </a:pPr>
            <a:r>
              <a:t>- datasource IDs persisted by script</a:t>
            </a:r>
          </a:p>
          <a:p>
            <a:pPr>
              <a:defRPr sz="2000"/>
            </a:pPr>
            <a:r>
              <a:t>- manual rerun with mode Upload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ensure self-hosted runner is online</a:t>
            </a:r>
          </a:p>
          <a:p>
            <a:pPr>
              <a:defRPr sz="2200"/>
            </a:pPr>
            <a:r>
              <a:t>verify secrets ST_CHATGPT_API_KEY and ST_REMOTE_USER</a:t>
            </a:r>
          </a:p>
          <a:p>
            <a:pPr>
              <a:defRPr sz="2200"/>
            </a:pPr>
            <a:r>
              <a:t>run smoke test: one series, mode Prepare</a:t>
            </a:r>
          </a:p>
          <a:p>
            <a:pPr>
              <a:defRPr sz="2200"/>
            </a:pPr>
            <a:r>
              <a:t>promote to Full mode on selected series</a:t>
            </a:r>
          </a:p>
          <a:p>
            <a:pPr>
              <a:defRPr sz="2200"/>
            </a:pPr>
            <a:r>
              <a:t>verify job status, artifacts, and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.github/workflows/auto_update_kb.yml</a:t>
            </a:r>
          </a:p>
          <a:p>
            <a:pPr>
              <a:defRPr sz="2200"/>
            </a:pPr>
            <a:r>
              <a:t>pipeline_Automation/workflow/Run_Single_Series_Full_Pipeline_And_Upload.ps1</a:t>
            </a:r>
          </a:p>
          <a:p>
            <a:pPr>
              <a:defRPr sz="2200"/>
            </a:pPr>
            <a:r>
              <a:t>docs/automation_kb_update.md</a:t>
            </a:r>
          </a:p>
          <a:p>
            <a:pPr>
              <a:defRPr sz="2200"/>
            </a:pPr>
            <a:r>
              <a:t>docs/automation_kb_update_presentation.md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