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83"/>
  </p:notesMasterIdLst>
  <p:sldIdLst>
    <p:sldId id="262" r:id="rId5"/>
    <p:sldId id="290" r:id="rId6"/>
    <p:sldId id="394" r:id="rId7"/>
    <p:sldId id="378" r:id="rId8"/>
    <p:sldId id="379" r:id="rId9"/>
    <p:sldId id="395" r:id="rId10"/>
    <p:sldId id="320" r:id="rId11"/>
    <p:sldId id="289" r:id="rId12"/>
    <p:sldId id="347" r:id="rId13"/>
    <p:sldId id="348" r:id="rId14"/>
    <p:sldId id="349" r:id="rId15"/>
    <p:sldId id="396" r:id="rId16"/>
    <p:sldId id="296" r:id="rId17"/>
    <p:sldId id="295" r:id="rId18"/>
    <p:sldId id="365" r:id="rId19"/>
    <p:sldId id="364" r:id="rId20"/>
    <p:sldId id="360" r:id="rId21"/>
    <p:sldId id="402" r:id="rId22"/>
    <p:sldId id="307" r:id="rId23"/>
    <p:sldId id="317" r:id="rId24"/>
    <p:sldId id="306" r:id="rId25"/>
    <p:sldId id="362" r:id="rId26"/>
    <p:sldId id="368" r:id="rId27"/>
    <p:sldId id="314" r:id="rId28"/>
    <p:sldId id="321" r:id="rId29"/>
    <p:sldId id="408" r:id="rId30"/>
    <p:sldId id="409" r:id="rId31"/>
    <p:sldId id="410" r:id="rId32"/>
    <p:sldId id="411" r:id="rId33"/>
    <p:sldId id="407" r:id="rId34"/>
    <p:sldId id="397" r:id="rId35"/>
    <p:sldId id="299" r:id="rId36"/>
    <p:sldId id="370" r:id="rId37"/>
    <p:sldId id="303" r:id="rId38"/>
    <p:sldId id="308" r:id="rId39"/>
    <p:sldId id="309" r:id="rId40"/>
    <p:sldId id="382" r:id="rId41"/>
    <p:sldId id="381" r:id="rId42"/>
    <p:sldId id="312" r:id="rId43"/>
    <p:sldId id="313" r:id="rId44"/>
    <p:sldId id="383" r:id="rId45"/>
    <p:sldId id="372" r:id="rId46"/>
    <p:sldId id="373" r:id="rId47"/>
    <p:sldId id="343" r:id="rId48"/>
    <p:sldId id="391" r:id="rId49"/>
    <p:sldId id="318" r:id="rId50"/>
    <p:sldId id="353" r:id="rId51"/>
    <p:sldId id="392" r:id="rId52"/>
    <p:sldId id="387" r:id="rId53"/>
    <p:sldId id="301" r:id="rId54"/>
    <p:sldId id="404" r:id="rId55"/>
    <p:sldId id="384" r:id="rId56"/>
    <p:sldId id="304" r:id="rId57"/>
    <p:sldId id="374" r:id="rId58"/>
    <p:sldId id="310" r:id="rId59"/>
    <p:sldId id="406" r:id="rId60"/>
    <p:sldId id="345" r:id="rId61"/>
    <p:sldId id="352" r:id="rId62"/>
    <p:sldId id="405" r:id="rId63"/>
    <p:sldId id="398" r:id="rId64"/>
    <p:sldId id="315" r:id="rId65"/>
    <p:sldId id="316" r:id="rId66"/>
    <p:sldId id="346" r:id="rId67"/>
    <p:sldId id="399" r:id="rId68"/>
    <p:sldId id="358" r:id="rId69"/>
    <p:sldId id="400" r:id="rId70"/>
    <p:sldId id="385" r:id="rId71"/>
    <p:sldId id="403" r:id="rId72"/>
    <p:sldId id="401" r:id="rId73"/>
    <p:sldId id="265" r:id="rId74"/>
    <p:sldId id="371" r:id="rId75"/>
    <p:sldId id="366" r:id="rId76"/>
    <p:sldId id="388" r:id="rId77"/>
    <p:sldId id="389" r:id="rId78"/>
    <p:sldId id="356" r:id="rId79"/>
    <p:sldId id="355" r:id="rId80"/>
    <p:sldId id="319" r:id="rId81"/>
    <p:sldId id="393" r:id="rId8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CC9DB1F-F246-422E-9D69-5E2B0FB7BEA5}">
          <p14:sldIdLst>
            <p14:sldId id="262"/>
            <p14:sldId id="290"/>
            <p14:sldId id="394"/>
            <p14:sldId id="378"/>
            <p14:sldId id="379"/>
            <p14:sldId id="395"/>
            <p14:sldId id="320"/>
            <p14:sldId id="289"/>
            <p14:sldId id="347"/>
            <p14:sldId id="348"/>
            <p14:sldId id="349"/>
            <p14:sldId id="396"/>
            <p14:sldId id="296"/>
            <p14:sldId id="295"/>
            <p14:sldId id="365"/>
            <p14:sldId id="364"/>
            <p14:sldId id="360"/>
            <p14:sldId id="402"/>
            <p14:sldId id="307"/>
            <p14:sldId id="317"/>
            <p14:sldId id="306"/>
            <p14:sldId id="362"/>
            <p14:sldId id="368"/>
            <p14:sldId id="314"/>
            <p14:sldId id="321"/>
            <p14:sldId id="408"/>
            <p14:sldId id="409"/>
            <p14:sldId id="410"/>
            <p14:sldId id="411"/>
            <p14:sldId id="407"/>
            <p14:sldId id="397"/>
            <p14:sldId id="299"/>
            <p14:sldId id="370"/>
            <p14:sldId id="303"/>
            <p14:sldId id="308"/>
            <p14:sldId id="309"/>
            <p14:sldId id="382"/>
            <p14:sldId id="381"/>
            <p14:sldId id="312"/>
            <p14:sldId id="313"/>
            <p14:sldId id="383"/>
            <p14:sldId id="372"/>
            <p14:sldId id="373"/>
            <p14:sldId id="343"/>
            <p14:sldId id="391"/>
            <p14:sldId id="318"/>
            <p14:sldId id="353"/>
            <p14:sldId id="392"/>
            <p14:sldId id="387"/>
            <p14:sldId id="301"/>
            <p14:sldId id="404"/>
            <p14:sldId id="384"/>
            <p14:sldId id="304"/>
            <p14:sldId id="374"/>
            <p14:sldId id="310"/>
            <p14:sldId id="406"/>
            <p14:sldId id="345"/>
            <p14:sldId id="352"/>
            <p14:sldId id="405"/>
            <p14:sldId id="398"/>
            <p14:sldId id="315"/>
            <p14:sldId id="316"/>
            <p14:sldId id="346"/>
            <p14:sldId id="399"/>
            <p14:sldId id="358"/>
            <p14:sldId id="400"/>
            <p14:sldId id="385"/>
            <p14:sldId id="403"/>
            <p14:sldId id="401"/>
            <p14:sldId id="265"/>
            <p14:sldId id="371"/>
            <p14:sldId id="366"/>
            <p14:sldId id="388"/>
            <p14:sldId id="389"/>
            <p14:sldId id="356"/>
            <p14:sldId id="355"/>
            <p14:sldId id="319"/>
            <p14:sldId id="39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9488"/>
    <a:srgbClr val="FFFFFF"/>
    <a:srgbClr val="E3FDEB"/>
    <a:srgbClr val="F4FEF7"/>
    <a:srgbClr val="BAE6FD"/>
    <a:srgbClr val="E8F7FE"/>
    <a:srgbClr val="0D9589"/>
    <a:srgbClr val="EEEFF1"/>
    <a:srgbClr val="9EA8B7"/>
    <a:srgbClr val="3CB4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D7F6BE-5551-4025-97F1-2BBE67D9C4B9}" v="55" dt="2026-06-29T14:00:54.4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73" autoAdjust="0"/>
    <p:restoredTop sz="91162" autoAdjust="0"/>
  </p:normalViewPr>
  <p:slideViewPr>
    <p:cSldViewPr snapToGrid="0">
      <p:cViewPr varScale="1">
        <p:scale>
          <a:sx n="101" d="100"/>
          <a:sy n="101" d="100"/>
        </p:scale>
        <p:origin x="1152" y="102"/>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presProps" Target="presProps.xml"/><Relationship Id="rId89" Type="http://schemas.microsoft.com/office/2015/10/relationships/revisionInfo" Target="revisionInfo.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notesMaster" Target="notesMasters/notesMaster1.xml"/><Relationship Id="rId88"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tableStyles" Target="tableStyles.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ir GHARBI" userId="ef92528f-00ab-4d87-966c-386bca485bd0" providerId="ADAL" clId="{F3D16DED-CAA7-4BF5-81E4-89DEDE7057F7}"/>
    <pc:docChg chg="undo custSel addSld delSld modSld sldOrd modSection">
      <pc:chgData name="Abir GHARBI" userId="ef92528f-00ab-4d87-966c-386bca485bd0" providerId="ADAL" clId="{F3D16DED-CAA7-4BF5-81E4-89DEDE7057F7}" dt="2026-06-29T14:02:32.781" v="2121" actId="1076"/>
      <pc:docMkLst>
        <pc:docMk/>
      </pc:docMkLst>
      <pc:sldChg chg="modSp mod">
        <pc:chgData name="Abir GHARBI" userId="ef92528f-00ab-4d87-966c-386bca485bd0" providerId="ADAL" clId="{F3D16DED-CAA7-4BF5-81E4-89DEDE7057F7}" dt="2026-06-29T13:10:17.392" v="1980" actId="790"/>
        <pc:sldMkLst>
          <pc:docMk/>
          <pc:sldMk cId="193982230" sldId="262"/>
        </pc:sldMkLst>
        <pc:spChg chg="mod">
          <ac:chgData name="Abir GHARBI" userId="ef92528f-00ab-4d87-966c-386bca485bd0" providerId="ADAL" clId="{F3D16DED-CAA7-4BF5-81E4-89DEDE7057F7}" dt="2026-06-29T13:10:17.392" v="1980" actId="790"/>
          <ac:spMkLst>
            <pc:docMk/>
            <pc:sldMk cId="193982230" sldId="262"/>
            <ac:spMk id="15" creationId="{FB49D3ED-12A5-44AC-B654-9458A5FBEC88}"/>
          </ac:spMkLst>
        </pc:spChg>
        <pc:spChg chg="mod">
          <ac:chgData name="Abir GHARBI" userId="ef92528f-00ab-4d87-966c-386bca485bd0" providerId="ADAL" clId="{F3D16DED-CAA7-4BF5-81E4-89DEDE7057F7}" dt="2026-06-29T13:10:17.392" v="1980" actId="790"/>
          <ac:spMkLst>
            <pc:docMk/>
            <pc:sldMk cId="193982230" sldId="262"/>
            <ac:spMk id="16" creationId="{12613E07-DCF2-4461-AFF5-7A705127F66B}"/>
          </ac:spMkLst>
        </pc:spChg>
      </pc:sldChg>
      <pc:sldChg chg="modSp mod">
        <pc:chgData name="Abir GHARBI" userId="ef92528f-00ab-4d87-966c-386bca485bd0" providerId="ADAL" clId="{F3D16DED-CAA7-4BF5-81E4-89DEDE7057F7}" dt="2026-06-29T13:10:17.392" v="1980" actId="790"/>
        <pc:sldMkLst>
          <pc:docMk/>
          <pc:sldMk cId="3332923148" sldId="265"/>
        </pc:sldMkLst>
        <pc:spChg chg="mod">
          <ac:chgData name="Abir GHARBI" userId="ef92528f-00ab-4d87-966c-386bca485bd0" providerId="ADAL" clId="{F3D16DED-CAA7-4BF5-81E4-89DEDE7057F7}" dt="2026-06-29T13:10:17.392" v="1980" actId="790"/>
          <ac:spMkLst>
            <pc:docMk/>
            <pc:sldMk cId="3332923148" sldId="265"/>
            <ac:spMk id="2" creationId="{027C7873-4FAC-CF0A-C8B0-66962E706FEE}"/>
          </ac:spMkLst>
        </pc:spChg>
        <pc:spChg chg="mod">
          <ac:chgData name="Abir GHARBI" userId="ef92528f-00ab-4d87-966c-386bca485bd0" providerId="ADAL" clId="{F3D16DED-CAA7-4BF5-81E4-89DEDE7057F7}" dt="2026-06-29T13:10:17.392" v="1980" actId="790"/>
          <ac:spMkLst>
            <pc:docMk/>
            <pc:sldMk cId="3332923148" sldId="265"/>
            <ac:spMk id="11" creationId="{1C8AF24E-0C24-4EB7-8B46-271260356B65}"/>
          </ac:spMkLst>
        </pc:spChg>
        <pc:spChg chg="mod">
          <ac:chgData name="Abir GHARBI" userId="ef92528f-00ab-4d87-966c-386bca485bd0" providerId="ADAL" clId="{F3D16DED-CAA7-4BF5-81E4-89DEDE7057F7}" dt="2026-06-29T13:10:17.392" v="1980" actId="790"/>
          <ac:spMkLst>
            <pc:docMk/>
            <pc:sldMk cId="3332923148" sldId="265"/>
            <ac:spMk id="14" creationId="{AB759B23-2AC6-4702-845A-24B397B67FAF}"/>
          </ac:spMkLst>
        </pc:spChg>
      </pc:sldChg>
      <pc:sldChg chg="modSp mod">
        <pc:chgData name="Abir GHARBI" userId="ef92528f-00ab-4d87-966c-386bca485bd0" providerId="ADAL" clId="{F3D16DED-CAA7-4BF5-81E4-89DEDE7057F7}" dt="2026-06-29T13:10:17.392" v="1980" actId="790"/>
        <pc:sldMkLst>
          <pc:docMk/>
          <pc:sldMk cId="941287029" sldId="289"/>
        </pc:sldMkLst>
        <pc:spChg chg="mod">
          <ac:chgData name="Abir GHARBI" userId="ef92528f-00ab-4d87-966c-386bca485bd0" providerId="ADAL" clId="{F3D16DED-CAA7-4BF5-81E4-89DEDE7057F7}" dt="2026-06-29T13:10:17.392" v="1980" actId="790"/>
          <ac:spMkLst>
            <pc:docMk/>
            <pc:sldMk cId="941287029" sldId="289"/>
            <ac:spMk id="2" creationId="{CA4159EE-04AF-02E3-73BF-9D0DB6BF2606}"/>
          </ac:spMkLst>
        </pc:spChg>
        <pc:spChg chg="mod">
          <ac:chgData name="Abir GHARBI" userId="ef92528f-00ab-4d87-966c-386bca485bd0" providerId="ADAL" clId="{F3D16DED-CAA7-4BF5-81E4-89DEDE7057F7}" dt="2026-06-29T13:10:17.392" v="1980" actId="790"/>
          <ac:spMkLst>
            <pc:docMk/>
            <pc:sldMk cId="941287029" sldId="289"/>
            <ac:spMk id="3" creationId="{AABFCEB4-85A2-65F2-75E2-25DB2BF779CD}"/>
          </ac:spMkLst>
        </pc:spChg>
        <pc:spChg chg="mod">
          <ac:chgData name="Abir GHARBI" userId="ef92528f-00ab-4d87-966c-386bca485bd0" providerId="ADAL" clId="{F3D16DED-CAA7-4BF5-81E4-89DEDE7057F7}" dt="2026-06-29T13:10:17.392" v="1980" actId="790"/>
          <ac:spMkLst>
            <pc:docMk/>
            <pc:sldMk cId="941287029" sldId="289"/>
            <ac:spMk id="5" creationId="{FAEA4C1B-C57C-78B7-187E-768FA0A0A261}"/>
          </ac:spMkLst>
        </pc:spChg>
        <pc:spChg chg="mod">
          <ac:chgData name="Abir GHARBI" userId="ef92528f-00ab-4d87-966c-386bca485bd0" providerId="ADAL" clId="{F3D16DED-CAA7-4BF5-81E4-89DEDE7057F7}" dt="2026-06-29T13:10:17.392" v="1980" actId="790"/>
          <ac:spMkLst>
            <pc:docMk/>
            <pc:sldMk cId="941287029" sldId="289"/>
            <ac:spMk id="7" creationId="{450C47AF-6FC6-824B-4E25-965CC97C2F67}"/>
          </ac:spMkLst>
        </pc:spChg>
        <pc:spChg chg="mod">
          <ac:chgData name="Abir GHARBI" userId="ef92528f-00ab-4d87-966c-386bca485bd0" providerId="ADAL" clId="{F3D16DED-CAA7-4BF5-81E4-89DEDE7057F7}" dt="2026-06-29T13:10:17.392" v="1980" actId="790"/>
          <ac:spMkLst>
            <pc:docMk/>
            <pc:sldMk cId="941287029" sldId="289"/>
            <ac:spMk id="8" creationId="{A164DBC8-7C3A-8052-14D5-6FDE2528F6CF}"/>
          </ac:spMkLst>
        </pc:spChg>
        <pc:spChg chg="mod">
          <ac:chgData name="Abir GHARBI" userId="ef92528f-00ab-4d87-966c-386bca485bd0" providerId="ADAL" clId="{F3D16DED-CAA7-4BF5-81E4-89DEDE7057F7}" dt="2026-06-29T13:10:17.392" v="1980" actId="790"/>
          <ac:spMkLst>
            <pc:docMk/>
            <pc:sldMk cId="941287029" sldId="289"/>
            <ac:spMk id="56" creationId="{B251962E-1811-D4DA-B3AD-57BB4B8BD207}"/>
          </ac:spMkLst>
        </pc:spChg>
        <pc:spChg chg="mod">
          <ac:chgData name="Abir GHARBI" userId="ef92528f-00ab-4d87-966c-386bca485bd0" providerId="ADAL" clId="{F3D16DED-CAA7-4BF5-81E4-89DEDE7057F7}" dt="2026-06-29T13:10:17.392" v="1980" actId="790"/>
          <ac:spMkLst>
            <pc:docMk/>
            <pc:sldMk cId="941287029" sldId="289"/>
            <ac:spMk id="57" creationId="{BE1E6DC5-0CC8-EA2E-99B1-16C6126DAF92}"/>
          </ac:spMkLst>
        </pc:spChg>
        <pc:spChg chg="mod">
          <ac:chgData name="Abir GHARBI" userId="ef92528f-00ab-4d87-966c-386bca485bd0" providerId="ADAL" clId="{F3D16DED-CAA7-4BF5-81E4-89DEDE7057F7}" dt="2026-06-29T13:10:17.392" v="1980" actId="790"/>
          <ac:spMkLst>
            <pc:docMk/>
            <pc:sldMk cId="941287029" sldId="289"/>
            <ac:spMk id="58" creationId="{FBAE4DBE-2314-9AF0-2A70-5F77B01B4E1B}"/>
          </ac:spMkLst>
        </pc:spChg>
      </pc:sldChg>
      <pc:sldChg chg="modSp mod">
        <pc:chgData name="Abir GHARBI" userId="ef92528f-00ab-4d87-966c-386bca485bd0" providerId="ADAL" clId="{F3D16DED-CAA7-4BF5-81E4-89DEDE7057F7}" dt="2026-06-29T13:10:17.392" v="1980" actId="790"/>
        <pc:sldMkLst>
          <pc:docMk/>
          <pc:sldMk cId="1550064548" sldId="290"/>
        </pc:sldMkLst>
        <pc:spChg chg="mod">
          <ac:chgData name="Abir GHARBI" userId="ef92528f-00ab-4d87-966c-386bca485bd0" providerId="ADAL" clId="{F3D16DED-CAA7-4BF5-81E4-89DEDE7057F7}" dt="2026-06-29T13:10:17.392" v="1980" actId="790"/>
          <ac:spMkLst>
            <pc:docMk/>
            <pc:sldMk cId="1550064548" sldId="290"/>
            <ac:spMk id="6" creationId="{18E80990-CA75-1843-212E-AB9262C2DEDF}"/>
          </ac:spMkLst>
        </pc:spChg>
        <pc:spChg chg="mod">
          <ac:chgData name="Abir GHARBI" userId="ef92528f-00ab-4d87-966c-386bca485bd0" providerId="ADAL" clId="{F3D16DED-CAA7-4BF5-81E4-89DEDE7057F7}" dt="2026-06-29T13:10:17.392" v="1980" actId="790"/>
          <ac:spMkLst>
            <pc:docMk/>
            <pc:sldMk cId="1550064548" sldId="290"/>
            <ac:spMk id="88" creationId="{C0053C2B-298B-93D9-97F2-9203DCE5CF0F}"/>
          </ac:spMkLst>
        </pc:spChg>
        <pc:spChg chg="mod">
          <ac:chgData name="Abir GHARBI" userId="ef92528f-00ab-4d87-966c-386bca485bd0" providerId="ADAL" clId="{F3D16DED-CAA7-4BF5-81E4-89DEDE7057F7}" dt="2026-06-29T13:10:17.392" v="1980" actId="790"/>
          <ac:spMkLst>
            <pc:docMk/>
            <pc:sldMk cId="1550064548" sldId="290"/>
            <ac:spMk id="89" creationId="{FA5C86C0-D4E8-DF25-8871-83A58B5D3F54}"/>
          </ac:spMkLst>
        </pc:spChg>
        <pc:spChg chg="mod">
          <ac:chgData name="Abir GHARBI" userId="ef92528f-00ab-4d87-966c-386bca485bd0" providerId="ADAL" clId="{F3D16DED-CAA7-4BF5-81E4-89DEDE7057F7}" dt="2026-06-29T13:10:17.392" v="1980" actId="790"/>
          <ac:spMkLst>
            <pc:docMk/>
            <pc:sldMk cId="1550064548" sldId="290"/>
            <ac:spMk id="105" creationId="{F12DB912-11D5-2F77-C6B4-5F4842A2A505}"/>
          </ac:spMkLst>
        </pc:spChg>
        <pc:spChg chg="mod">
          <ac:chgData name="Abir GHARBI" userId="ef92528f-00ab-4d87-966c-386bca485bd0" providerId="ADAL" clId="{F3D16DED-CAA7-4BF5-81E4-89DEDE7057F7}" dt="2026-06-29T13:10:17.392" v="1980" actId="790"/>
          <ac:spMkLst>
            <pc:docMk/>
            <pc:sldMk cId="1550064548" sldId="290"/>
            <ac:spMk id="108" creationId="{412D407E-3894-F323-668C-AAFE8362F062}"/>
          </ac:spMkLst>
        </pc:spChg>
        <pc:spChg chg="mod">
          <ac:chgData name="Abir GHARBI" userId="ef92528f-00ab-4d87-966c-386bca485bd0" providerId="ADAL" clId="{F3D16DED-CAA7-4BF5-81E4-89DEDE7057F7}" dt="2026-06-29T13:10:17.392" v="1980" actId="790"/>
          <ac:spMkLst>
            <pc:docMk/>
            <pc:sldMk cId="1550064548" sldId="290"/>
            <ac:spMk id="114" creationId="{CA0625CB-51A9-BDD7-3454-C87247F5FC06}"/>
          </ac:spMkLst>
        </pc:spChg>
        <pc:spChg chg="mod">
          <ac:chgData name="Abir GHARBI" userId="ef92528f-00ab-4d87-966c-386bca485bd0" providerId="ADAL" clId="{F3D16DED-CAA7-4BF5-81E4-89DEDE7057F7}" dt="2026-06-29T13:10:17.392" v="1980" actId="790"/>
          <ac:spMkLst>
            <pc:docMk/>
            <pc:sldMk cId="1550064548" sldId="290"/>
            <ac:spMk id="123" creationId="{A0F470A6-D7E4-61E3-A3D7-21D6A1BB6BC9}"/>
          </ac:spMkLst>
        </pc:spChg>
        <pc:spChg chg="mod">
          <ac:chgData name="Abir GHARBI" userId="ef92528f-00ab-4d87-966c-386bca485bd0" providerId="ADAL" clId="{F3D16DED-CAA7-4BF5-81E4-89DEDE7057F7}" dt="2026-06-29T13:10:17.392" v="1980" actId="790"/>
          <ac:spMkLst>
            <pc:docMk/>
            <pc:sldMk cId="1550064548" sldId="290"/>
            <ac:spMk id="125" creationId="{8B3F7385-CCB0-ACFA-530C-38CE6169DD63}"/>
          </ac:spMkLst>
        </pc:spChg>
        <pc:spChg chg="mod">
          <ac:chgData name="Abir GHARBI" userId="ef92528f-00ab-4d87-966c-386bca485bd0" providerId="ADAL" clId="{F3D16DED-CAA7-4BF5-81E4-89DEDE7057F7}" dt="2026-06-29T13:10:17.392" v="1980" actId="790"/>
          <ac:spMkLst>
            <pc:docMk/>
            <pc:sldMk cId="1550064548" sldId="290"/>
            <ac:spMk id="128" creationId="{1D6E690E-946F-58E5-581A-AC65A697C4FB}"/>
          </ac:spMkLst>
        </pc:spChg>
        <pc:spChg chg="mod">
          <ac:chgData name="Abir GHARBI" userId="ef92528f-00ab-4d87-966c-386bca485bd0" providerId="ADAL" clId="{F3D16DED-CAA7-4BF5-81E4-89DEDE7057F7}" dt="2026-06-29T13:10:17.392" v="1980" actId="790"/>
          <ac:spMkLst>
            <pc:docMk/>
            <pc:sldMk cId="1550064548" sldId="290"/>
            <ac:spMk id="129" creationId="{713CDE8E-119E-4722-6293-44FE3115C20F}"/>
          </ac:spMkLst>
        </pc:spChg>
      </pc:sldChg>
      <pc:sldChg chg="modSp mod">
        <pc:chgData name="Abir GHARBI" userId="ef92528f-00ab-4d87-966c-386bca485bd0" providerId="ADAL" clId="{F3D16DED-CAA7-4BF5-81E4-89DEDE7057F7}" dt="2026-06-29T13:10:17.392" v="1980" actId="790"/>
        <pc:sldMkLst>
          <pc:docMk/>
          <pc:sldMk cId="1542597493" sldId="295"/>
        </pc:sldMkLst>
        <pc:spChg chg="mod">
          <ac:chgData name="Abir GHARBI" userId="ef92528f-00ab-4d87-966c-386bca485bd0" providerId="ADAL" clId="{F3D16DED-CAA7-4BF5-81E4-89DEDE7057F7}" dt="2026-06-29T13:10:17.392" v="1980" actId="790"/>
          <ac:spMkLst>
            <pc:docMk/>
            <pc:sldMk cId="1542597493" sldId="295"/>
            <ac:spMk id="56" creationId="{88982F0C-A12C-915A-D0ED-FC61F14C39F8}"/>
          </ac:spMkLst>
        </pc:spChg>
        <pc:spChg chg="mod">
          <ac:chgData name="Abir GHARBI" userId="ef92528f-00ab-4d87-966c-386bca485bd0" providerId="ADAL" clId="{F3D16DED-CAA7-4BF5-81E4-89DEDE7057F7}" dt="2026-06-29T13:10:17.392" v="1980" actId="790"/>
          <ac:spMkLst>
            <pc:docMk/>
            <pc:sldMk cId="1542597493" sldId="295"/>
            <ac:spMk id="57" creationId="{32EE9F63-FEE1-5B84-D3EC-AD04C353B880}"/>
          </ac:spMkLst>
        </pc:spChg>
        <pc:spChg chg="mod">
          <ac:chgData name="Abir GHARBI" userId="ef92528f-00ab-4d87-966c-386bca485bd0" providerId="ADAL" clId="{F3D16DED-CAA7-4BF5-81E4-89DEDE7057F7}" dt="2026-06-29T13:10:17.392" v="1980" actId="790"/>
          <ac:spMkLst>
            <pc:docMk/>
            <pc:sldMk cId="1542597493" sldId="295"/>
            <ac:spMk id="63" creationId="{01F71E1C-F78E-6EAF-833B-C34D0D0D83D7}"/>
          </ac:spMkLst>
        </pc:spChg>
        <pc:spChg chg="mod">
          <ac:chgData name="Abir GHARBI" userId="ef92528f-00ab-4d87-966c-386bca485bd0" providerId="ADAL" clId="{F3D16DED-CAA7-4BF5-81E4-89DEDE7057F7}" dt="2026-06-29T13:10:17.392" v="1980" actId="790"/>
          <ac:spMkLst>
            <pc:docMk/>
            <pc:sldMk cId="1542597493" sldId="295"/>
            <ac:spMk id="65" creationId="{936C4325-AD2B-9814-8A73-2F835203DD59}"/>
          </ac:spMkLst>
        </pc:spChg>
        <pc:spChg chg="mod">
          <ac:chgData name="Abir GHARBI" userId="ef92528f-00ab-4d87-966c-386bca485bd0" providerId="ADAL" clId="{F3D16DED-CAA7-4BF5-81E4-89DEDE7057F7}" dt="2026-06-29T13:10:17.392" v="1980" actId="790"/>
          <ac:spMkLst>
            <pc:docMk/>
            <pc:sldMk cId="1542597493" sldId="295"/>
            <ac:spMk id="68" creationId="{2F1CB542-2A72-D4AA-B76C-FC1AAB3566A6}"/>
          </ac:spMkLst>
        </pc:spChg>
        <pc:spChg chg="mod">
          <ac:chgData name="Abir GHARBI" userId="ef92528f-00ab-4d87-966c-386bca485bd0" providerId="ADAL" clId="{F3D16DED-CAA7-4BF5-81E4-89DEDE7057F7}" dt="2026-06-29T13:10:17.392" v="1980" actId="790"/>
          <ac:spMkLst>
            <pc:docMk/>
            <pc:sldMk cId="1542597493" sldId="295"/>
            <ac:spMk id="73" creationId="{318E120B-BD81-780F-5920-77BE1C67D411}"/>
          </ac:spMkLst>
        </pc:spChg>
        <pc:spChg chg="mod">
          <ac:chgData name="Abir GHARBI" userId="ef92528f-00ab-4d87-966c-386bca485bd0" providerId="ADAL" clId="{F3D16DED-CAA7-4BF5-81E4-89DEDE7057F7}" dt="2026-06-29T13:10:17.392" v="1980" actId="790"/>
          <ac:spMkLst>
            <pc:docMk/>
            <pc:sldMk cId="1542597493" sldId="295"/>
            <ac:spMk id="75" creationId="{52340E1D-CD82-4691-9203-A607082964ED}"/>
          </ac:spMkLst>
        </pc:spChg>
        <pc:spChg chg="mod">
          <ac:chgData name="Abir GHARBI" userId="ef92528f-00ab-4d87-966c-386bca485bd0" providerId="ADAL" clId="{F3D16DED-CAA7-4BF5-81E4-89DEDE7057F7}" dt="2026-06-29T13:10:17.392" v="1980" actId="790"/>
          <ac:spMkLst>
            <pc:docMk/>
            <pc:sldMk cId="1542597493" sldId="295"/>
            <ac:spMk id="78" creationId="{6F5CBF2F-EC37-E4D1-09AF-457892F4864C}"/>
          </ac:spMkLst>
        </pc:spChg>
        <pc:spChg chg="mod">
          <ac:chgData name="Abir GHARBI" userId="ef92528f-00ab-4d87-966c-386bca485bd0" providerId="ADAL" clId="{F3D16DED-CAA7-4BF5-81E4-89DEDE7057F7}" dt="2026-06-29T13:10:17.392" v="1980" actId="790"/>
          <ac:spMkLst>
            <pc:docMk/>
            <pc:sldMk cId="1542597493" sldId="295"/>
            <ac:spMk id="80" creationId="{DFEC622B-A731-A2D0-CDA1-700079D645A0}"/>
          </ac:spMkLst>
        </pc:spChg>
        <pc:spChg chg="mod">
          <ac:chgData name="Abir GHARBI" userId="ef92528f-00ab-4d87-966c-386bca485bd0" providerId="ADAL" clId="{F3D16DED-CAA7-4BF5-81E4-89DEDE7057F7}" dt="2026-06-29T13:10:17.392" v="1980" actId="790"/>
          <ac:spMkLst>
            <pc:docMk/>
            <pc:sldMk cId="1542597493" sldId="295"/>
            <ac:spMk id="83" creationId="{504023C6-077F-3C1B-0334-3FCBAA8162F7}"/>
          </ac:spMkLst>
        </pc:spChg>
      </pc:sldChg>
      <pc:sldChg chg="modSp mod">
        <pc:chgData name="Abir GHARBI" userId="ef92528f-00ab-4d87-966c-386bca485bd0" providerId="ADAL" clId="{F3D16DED-CAA7-4BF5-81E4-89DEDE7057F7}" dt="2026-06-29T13:10:17.392" v="1980" actId="790"/>
        <pc:sldMkLst>
          <pc:docMk/>
          <pc:sldMk cId="1397563789" sldId="296"/>
        </pc:sldMkLst>
        <pc:spChg chg="mod">
          <ac:chgData name="Abir GHARBI" userId="ef92528f-00ab-4d87-966c-386bca485bd0" providerId="ADAL" clId="{F3D16DED-CAA7-4BF5-81E4-89DEDE7057F7}" dt="2026-06-29T13:10:17.392" v="1980" actId="790"/>
          <ac:spMkLst>
            <pc:docMk/>
            <pc:sldMk cId="1397563789" sldId="296"/>
            <ac:spMk id="2" creationId="{9D8292D6-28C4-52B0-DDE8-31DCF17256A9}"/>
          </ac:spMkLst>
        </pc:spChg>
        <pc:spChg chg="mod">
          <ac:chgData name="Abir GHARBI" userId="ef92528f-00ab-4d87-966c-386bca485bd0" providerId="ADAL" clId="{F3D16DED-CAA7-4BF5-81E4-89DEDE7057F7}" dt="2026-06-29T13:10:17.392" v="1980" actId="790"/>
          <ac:spMkLst>
            <pc:docMk/>
            <pc:sldMk cId="1397563789" sldId="296"/>
            <ac:spMk id="6" creationId="{B65E0D42-7FF0-C3DB-4ED6-5C98C3307881}"/>
          </ac:spMkLst>
        </pc:spChg>
        <pc:spChg chg="mod">
          <ac:chgData name="Abir GHARBI" userId="ef92528f-00ab-4d87-966c-386bca485bd0" providerId="ADAL" clId="{F3D16DED-CAA7-4BF5-81E4-89DEDE7057F7}" dt="2026-06-29T13:10:17.392" v="1980" actId="790"/>
          <ac:spMkLst>
            <pc:docMk/>
            <pc:sldMk cId="1397563789" sldId="296"/>
            <ac:spMk id="9" creationId="{14791E5D-5024-74F6-9172-94098D4FC0ED}"/>
          </ac:spMkLst>
        </pc:spChg>
        <pc:spChg chg="mod">
          <ac:chgData name="Abir GHARBI" userId="ef92528f-00ab-4d87-966c-386bca485bd0" providerId="ADAL" clId="{F3D16DED-CAA7-4BF5-81E4-89DEDE7057F7}" dt="2026-06-29T13:10:17.392" v="1980" actId="790"/>
          <ac:spMkLst>
            <pc:docMk/>
            <pc:sldMk cId="1397563789" sldId="296"/>
            <ac:spMk id="20" creationId="{D9AFA03F-DAB3-6123-2A5F-A2E85664E38A}"/>
          </ac:spMkLst>
        </pc:spChg>
        <pc:spChg chg="mod">
          <ac:chgData name="Abir GHARBI" userId="ef92528f-00ab-4d87-966c-386bca485bd0" providerId="ADAL" clId="{F3D16DED-CAA7-4BF5-81E4-89DEDE7057F7}" dt="2026-06-29T13:10:17.392" v="1980" actId="790"/>
          <ac:spMkLst>
            <pc:docMk/>
            <pc:sldMk cId="1397563789" sldId="296"/>
            <ac:spMk id="25" creationId="{B622E726-7D2F-5CE7-9471-71373EFD6860}"/>
          </ac:spMkLst>
        </pc:spChg>
        <pc:spChg chg="mod">
          <ac:chgData name="Abir GHARBI" userId="ef92528f-00ab-4d87-966c-386bca485bd0" providerId="ADAL" clId="{F3D16DED-CAA7-4BF5-81E4-89DEDE7057F7}" dt="2026-06-29T13:10:17.392" v="1980" actId="790"/>
          <ac:spMkLst>
            <pc:docMk/>
            <pc:sldMk cId="1397563789" sldId="296"/>
            <ac:spMk id="27" creationId="{D81FCE9E-069A-7940-1AC5-EAB2941BBF9A}"/>
          </ac:spMkLst>
        </pc:spChg>
        <pc:spChg chg="mod">
          <ac:chgData name="Abir GHARBI" userId="ef92528f-00ab-4d87-966c-386bca485bd0" providerId="ADAL" clId="{F3D16DED-CAA7-4BF5-81E4-89DEDE7057F7}" dt="2026-06-29T13:10:17.392" v="1980" actId="790"/>
          <ac:spMkLst>
            <pc:docMk/>
            <pc:sldMk cId="1397563789" sldId="296"/>
            <ac:spMk id="30" creationId="{36E51ACE-B701-E7CA-72E6-F1300BCBDBF4}"/>
          </ac:spMkLst>
        </pc:spChg>
        <pc:spChg chg="mod">
          <ac:chgData name="Abir GHARBI" userId="ef92528f-00ab-4d87-966c-386bca485bd0" providerId="ADAL" clId="{F3D16DED-CAA7-4BF5-81E4-89DEDE7057F7}" dt="2026-06-29T13:10:17.392" v="1980" actId="790"/>
          <ac:spMkLst>
            <pc:docMk/>
            <pc:sldMk cId="1397563789" sldId="296"/>
            <ac:spMk id="34" creationId="{3DF49356-2B38-18EE-D423-E83010E7DF04}"/>
          </ac:spMkLst>
        </pc:spChg>
        <pc:spChg chg="mod">
          <ac:chgData name="Abir GHARBI" userId="ef92528f-00ab-4d87-966c-386bca485bd0" providerId="ADAL" clId="{F3D16DED-CAA7-4BF5-81E4-89DEDE7057F7}" dt="2026-06-29T13:10:17.392" v="1980" actId="790"/>
          <ac:spMkLst>
            <pc:docMk/>
            <pc:sldMk cId="1397563789" sldId="296"/>
            <ac:spMk id="56" creationId="{41611BE2-F6D1-2BF0-092B-48F3FFFB4846}"/>
          </ac:spMkLst>
        </pc:spChg>
        <pc:spChg chg="mod">
          <ac:chgData name="Abir GHARBI" userId="ef92528f-00ab-4d87-966c-386bca485bd0" providerId="ADAL" clId="{F3D16DED-CAA7-4BF5-81E4-89DEDE7057F7}" dt="2026-06-29T13:10:17.392" v="1980" actId="790"/>
          <ac:spMkLst>
            <pc:docMk/>
            <pc:sldMk cId="1397563789" sldId="296"/>
            <ac:spMk id="58" creationId="{F01571FE-576E-718C-8187-72D40F877950}"/>
          </ac:spMkLst>
        </pc:spChg>
      </pc:sldChg>
      <pc:sldChg chg="modSp mod">
        <pc:chgData name="Abir GHARBI" userId="ef92528f-00ab-4d87-966c-386bca485bd0" providerId="ADAL" clId="{F3D16DED-CAA7-4BF5-81E4-89DEDE7057F7}" dt="2026-06-29T13:10:17.392" v="1980" actId="790"/>
        <pc:sldMkLst>
          <pc:docMk/>
          <pc:sldMk cId="1190874741" sldId="299"/>
        </pc:sldMkLst>
        <pc:spChg chg="mod">
          <ac:chgData name="Abir GHARBI" userId="ef92528f-00ab-4d87-966c-386bca485bd0" providerId="ADAL" clId="{F3D16DED-CAA7-4BF5-81E4-89DEDE7057F7}" dt="2026-06-29T13:10:17.392" v="1980" actId="790"/>
          <ac:spMkLst>
            <pc:docMk/>
            <pc:sldMk cId="1190874741" sldId="299"/>
            <ac:spMk id="4" creationId="{0C7C5F01-A9D8-A3E5-B8F6-B2646561AC30}"/>
          </ac:spMkLst>
        </pc:spChg>
        <pc:spChg chg="mod">
          <ac:chgData name="Abir GHARBI" userId="ef92528f-00ab-4d87-966c-386bca485bd0" providerId="ADAL" clId="{F3D16DED-CAA7-4BF5-81E4-89DEDE7057F7}" dt="2026-06-29T13:10:17.392" v="1980" actId="790"/>
          <ac:spMkLst>
            <pc:docMk/>
            <pc:sldMk cId="1190874741" sldId="299"/>
            <ac:spMk id="5" creationId="{B22E9BFE-B252-E683-496C-D031961B9A2B}"/>
          </ac:spMkLst>
        </pc:spChg>
        <pc:spChg chg="mod">
          <ac:chgData name="Abir GHARBI" userId="ef92528f-00ab-4d87-966c-386bca485bd0" providerId="ADAL" clId="{F3D16DED-CAA7-4BF5-81E4-89DEDE7057F7}" dt="2026-06-29T13:10:17.392" v="1980" actId="790"/>
          <ac:spMkLst>
            <pc:docMk/>
            <pc:sldMk cId="1190874741" sldId="299"/>
            <ac:spMk id="12" creationId="{FF74D7B7-CCCA-7B97-AC77-2699A436DA94}"/>
          </ac:spMkLst>
        </pc:spChg>
        <pc:spChg chg="mod">
          <ac:chgData name="Abir GHARBI" userId="ef92528f-00ab-4d87-966c-386bca485bd0" providerId="ADAL" clId="{F3D16DED-CAA7-4BF5-81E4-89DEDE7057F7}" dt="2026-06-29T13:10:17.392" v="1980" actId="790"/>
          <ac:spMkLst>
            <pc:docMk/>
            <pc:sldMk cId="1190874741" sldId="299"/>
            <ac:spMk id="15" creationId="{D6E77FFD-EC9B-7EE8-579C-9BA68EDB2447}"/>
          </ac:spMkLst>
        </pc:spChg>
        <pc:spChg chg="mod">
          <ac:chgData name="Abir GHARBI" userId="ef92528f-00ab-4d87-966c-386bca485bd0" providerId="ADAL" clId="{F3D16DED-CAA7-4BF5-81E4-89DEDE7057F7}" dt="2026-06-29T13:10:17.392" v="1980" actId="790"/>
          <ac:spMkLst>
            <pc:docMk/>
            <pc:sldMk cId="1190874741" sldId="299"/>
            <ac:spMk id="20" creationId="{8F76B106-5511-819A-518A-9A8DE451DCBF}"/>
          </ac:spMkLst>
        </pc:spChg>
        <pc:spChg chg="mod">
          <ac:chgData name="Abir GHARBI" userId="ef92528f-00ab-4d87-966c-386bca485bd0" providerId="ADAL" clId="{F3D16DED-CAA7-4BF5-81E4-89DEDE7057F7}" dt="2026-06-29T13:10:17.392" v="1980" actId="790"/>
          <ac:spMkLst>
            <pc:docMk/>
            <pc:sldMk cId="1190874741" sldId="299"/>
            <ac:spMk id="27" creationId="{55FFCD7D-BD90-D5D0-522F-94D87DB20857}"/>
          </ac:spMkLst>
        </pc:spChg>
        <pc:spChg chg="mod">
          <ac:chgData name="Abir GHARBI" userId="ef92528f-00ab-4d87-966c-386bca485bd0" providerId="ADAL" clId="{F3D16DED-CAA7-4BF5-81E4-89DEDE7057F7}" dt="2026-06-29T13:10:17.392" v="1980" actId="790"/>
          <ac:spMkLst>
            <pc:docMk/>
            <pc:sldMk cId="1190874741" sldId="299"/>
            <ac:spMk id="28" creationId="{6AAD0BED-9802-A87F-1511-C1AC2D253431}"/>
          </ac:spMkLst>
        </pc:spChg>
        <pc:spChg chg="mod">
          <ac:chgData name="Abir GHARBI" userId="ef92528f-00ab-4d87-966c-386bca485bd0" providerId="ADAL" clId="{F3D16DED-CAA7-4BF5-81E4-89DEDE7057F7}" dt="2026-06-29T13:10:17.392" v="1980" actId="790"/>
          <ac:spMkLst>
            <pc:docMk/>
            <pc:sldMk cId="1190874741" sldId="299"/>
            <ac:spMk id="30" creationId="{3509286A-FBA6-FE9C-2E3E-393666DB99D7}"/>
          </ac:spMkLst>
        </pc:spChg>
        <pc:spChg chg="mod">
          <ac:chgData name="Abir GHARBI" userId="ef92528f-00ab-4d87-966c-386bca485bd0" providerId="ADAL" clId="{F3D16DED-CAA7-4BF5-81E4-89DEDE7057F7}" dt="2026-06-29T13:10:17.392" v="1980" actId="790"/>
          <ac:spMkLst>
            <pc:docMk/>
            <pc:sldMk cId="1190874741" sldId="299"/>
            <ac:spMk id="43" creationId="{7EB5A70E-678B-2A0F-5898-9AB27B5D906D}"/>
          </ac:spMkLst>
        </pc:spChg>
        <pc:spChg chg="mod">
          <ac:chgData name="Abir GHARBI" userId="ef92528f-00ab-4d87-966c-386bca485bd0" providerId="ADAL" clId="{F3D16DED-CAA7-4BF5-81E4-89DEDE7057F7}" dt="2026-06-29T13:10:17.392" v="1980" actId="790"/>
          <ac:spMkLst>
            <pc:docMk/>
            <pc:sldMk cId="1190874741" sldId="299"/>
            <ac:spMk id="48" creationId="{F9FE8D32-4685-8014-E6A0-95CE381CECFD}"/>
          </ac:spMkLst>
        </pc:spChg>
      </pc:sldChg>
      <pc:sldChg chg="modSp mod">
        <pc:chgData name="Abir GHARBI" userId="ef92528f-00ab-4d87-966c-386bca485bd0" providerId="ADAL" clId="{F3D16DED-CAA7-4BF5-81E4-89DEDE7057F7}" dt="2026-06-29T13:10:17.392" v="1980" actId="790"/>
        <pc:sldMkLst>
          <pc:docMk/>
          <pc:sldMk cId="2470181973" sldId="301"/>
        </pc:sldMkLst>
        <pc:spChg chg="mod">
          <ac:chgData name="Abir GHARBI" userId="ef92528f-00ab-4d87-966c-386bca485bd0" providerId="ADAL" clId="{F3D16DED-CAA7-4BF5-81E4-89DEDE7057F7}" dt="2026-06-29T13:10:17.392" v="1980" actId="790"/>
          <ac:spMkLst>
            <pc:docMk/>
            <pc:sldMk cId="2470181973" sldId="301"/>
            <ac:spMk id="51" creationId="{6F5ABA7E-AA77-FCDB-9514-6E2C30276C3B}"/>
          </ac:spMkLst>
        </pc:spChg>
        <pc:spChg chg="mod">
          <ac:chgData name="Abir GHARBI" userId="ef92528f-00ab-4d87-966c-386bca485bd0" providerId="ADAL" clId="{F3D16DED-CAA7-4BF5-81E4-89DEDE7057F7}" dt="2026-06-29T13:10:17.392" v="1980" actId="790"/>
          <ac:spMkLst>
            <pc:docMk/>
            <pc:sldMk cId="2470181973" sldId="301"/>
            <ac:spMk id="62" creationId="{F8D93246-74FD-8E55-5C52-F90249B66453}"/>
          </ac:spMkLst>
        </pc:spChg>
        <pc:spChg chg="mod">
          <ac:chgData name="Abir GHARBI" userId="ef92528f-00ab-4d87-966c-386bca485bd0" providerId="ADAL" clId="{F3D16DED-CAA7-4BF5-81E4-89DEDE7057F7}" dt="2026-06-29T13:10:17.392" v="1980" actId="790"/>
          <ac:spMkLst>
            <pc:docMk/>
            <pc:sldMk cId="2470181973" sldId="301"/>
            <ac:spMk id="64" creationId="{98B962DF-02AE-0F52-0AE0-D65EE8761DB8}"/>
          </ac:spMkLst>
        </pc:spChg>
        <pc:spChg chg="mod">
          <ac:chgData name="Abir GHARBI" userId="ef92528f-00ab-4d87-966c-386bca485bd0" providerId="ADAL" clId="{F3D16DED-CAA7-4BF5-81E4-89DEDE7057F7}" dt="2026-06-29T13:10:17.392" v="1980" actId="790"/>
          <ac:spMkLst>
            <pc:docMk/>
            <pc:sldMk cId="2470181973" sldId="301"/>
            <ac:spMk id="84" creationId="{ADA1C0FC-6FBC-692C-0905-8105C17105E5}"/>
          </ac:spMkLst>
        </pc:spChg>
        <pc:spChg chg="mod">
          <ac:chgData name="Abir GHARBI" userId="ef92528f-00ab-4d87-966c-386bca485bd0" providerId="ADAL" clId="{F3D16DED-CAA7-4BF5-81E4-89DEDE7057F7}" dt="2026-06-29T13:10:17.392" v="1980" actId="790"/>
          <ac:spMkLst>
            <pc:docMk/>
            <pc:sldMk cId="2470181973" sldId="301"/>
            <ac:spMk id="91" creationId="{65F5B6AB-66A0-8A93-28D6-4AC332405262}"/>
          </ac:spMkLst>
        </pc:spChg>
        <pc:spChg chg="mod">
          <ac:chgData name="Abir GHARBI" userId="ef92528f-00ab-4d87-966c-386bca485bd0" providerId="ADAL" clId="{F3D16DED-CAA7-4BF5-81E4-89DEDE7057F7}" dt="2026-06-29T13:10:17.392" v="1980" actId="790"/>
          <ac:spMkLst>
            <pc:docMk/>
            <pc:sldMk cId="2470181973" sldId="301"/>
            <ac:spMk id="96" creationId="{F20F4995-F294-C765-14E1-0B566E774E87}"/>
          </ac:spMkLst>
        </pc:spChg>
        <pc:spChg chg="mod">
          <ac:chgData name="Abir GHARBI" userId="ef92528f-00ab-4d87-966c-386bca485bd0" providerId="ADAL" clId="{F3D16DED-CAA7-4BF5-81E4-89DEDE7057F7}" dt="2026-06-29T13:10:17.392" v="1980" actId="790"/>
          <ac:spMkLst>
            <pc:docMk/>
            <pc:sldMk cId="2470181973" sldId="301"/>
            <ac:spMk id="101" creationId="{03973D2B-E68E-E600-80D4-F71A9CD1D4C9}"/>
          </ac:spMkLst>
        </pc:spChg>
        <pc:spChg chg="mod">
          <ac:chgData name="Abir GHARBI" userId="ef92528f-00ab-4d87-966c-386bca485bd0" providerId="ADAL" clId="{F3D16DED-CAA7-4BF5-81E4-89DEDE7057F7}" dt="2026-06-29T13:10:17.392" v="1980" actId="790"/>
          <ac:spMkLst>
            <pc:docMk/>
            <pc:sldMk cId="2470181973" sldId="301"/>
            <ac:spMk id="104" creationId="{22477861-2350-C179-4AE5-0D7B35F6B5CB}"/>
          </ac:spMkLst>
        </pc:spChg>
        <pc:spChg chg="mod">
          <ac:chgData name="Abir GHARBI" userId="ef92528f-00ab-4d87-966c-386bca485bd0" providerId="ADAL" clId="{F3D16DED-CAA7-4BF5-81E4-89DEDE7057F7}" dt="2026-06-29T13:10:17.392" v="1980" actId="790"/>
          <ac:spMkLst>
            <pc:docMk/>
            <pc:sldMk cId="2470181973" sldId="301"/>
            <ac:spMk id="105" creationId="{048022D0-E2FA-8C49-AA3D-C16EC2DFE4F2}"/>
          </ac:spMkLst>
        </pc:spChg>
        <pc:spChg chg="mod">
          <ac:chgData name="Abir GHARBI" userId="ef92528f-00ab-4d87-966c-386bca485bd0" providerId="ADAL" clId="{F3D16DED-CAA7-4BF5-81E4-89DEDE7057F7}" dt="2026-06-29T13:10:17.392" v="1980" actId="790"/>
          <ac:spMkLst>
            <pc:docMk/>
            <pc:sldMk cId="2470181973" sldId="301"/>
            <ac:spMk id="117" creationId="{2347E4AA-BA3A-83B5-FD43-F7A70828BE0C}"/>
          </ac:spMkLst>
        </pc:spChg>
      </pc:sldChg>
      <pc:sldChg chg="modSp mod">
        <pc:chgData name="Abir GHARBI" userId="ef92528f-00ab-4d87-966c-386bca485bd0" providerId="ADAL" clId="{F3D16DED-CAA7-4BF5-81E4-89DEDE7057F7}" dt="2026-06-29T13:10:17.392" v="1980" actId="790"/>
        <pc:sldMkLst>
          <pc:docMk/>
          <pc:sldMk cId="251526959" sldId="303"/>
        </pc:sldMkLst>
        <pc:spChg chg="mod">
          <ac:chgData name="Abir GHARBI" userId="ef92528f-00ab-4d87-966c-386bca485bd0" providerId="ADAL" clId="{F3D16DED-CAA7-4BF5-81E4-89DEDE7057F7}" dt="2026-06-29T13:10:17.392" v="1980" actId="790"/>
          <ac:spMkLst>
            <pc:docMk/>
            <pc:sldMk cId="251526959" sldId="303"/>
            <ac:spMk id="2" creationId="{41DEC259-CEA9-2423-B09B-09BFC81EC438}"/>
          </ac:spMkLst>
        </pc:spChg>
        <pc:spChg chg="mod">
          <ac:chgData name="Abir GHARBI" userId="ef92528f-00ab-4d87-966c-386bca485bd0" providerId="ADAL" clId="{F3D16DED-CAA7-4BF5-81E4-89DEDE7057F7}" dt="2026-06-29T13:10:17.392" v="1980" actId="790"/>
          <ac:spMkLst>
            <pc:docMk/>
            <pc:sldMk cId="251526959" sldId="303"/>
            <ac:spMk id="4" creationId="{2ACD4073-E46F-BFB6-8C1D-A5033480A1A4}"/>
          </ac:spMkLst>
        </pc:spChg>
        <pc:spChg chg="mod">
          <ac:chgData name="Abir GHARBI" userId="ef92528f-00ab-4d87-966c-386bca485bd0" providerId="ADAL" clId="{F3D16DED-CAA7-4BF5-81E4-89DEDE7057F7}" dt="2026-06-29T13:10:17.392" v="1980" actId="790"/>
          <ac:spMkLst>
            <pc:docMk/>
            <pc:sldMk cId="251526959" sldId="303"/>
            <ac:spMk id="14" creationId="{35711FE0-F871-D801-9659-54A9D2F5EAA1}"/>
          </ac:spMkLst>
        </pc:spChg>
        <pc:spChg chg="mod">
          <ac:chgData name="Abir GHARBI" userId="ef92528f-00ab-4d87-966c-386bca485bd0" providerId="ADAL" clId="{F3D16DED-CAA7-4BF5-81E4-89DEDE7057F7}" dt="2026-06-29T13:10:17.392" v="1980" actId="790"/>
          <ac:spMkLst>
            <pc:docMk/>
            <pc:sldMk cId="251526959" sldId="303"/>
            <ac:spMk id="28" creationId="{9A632077-D24D-13F3-C4C6-B2506DD34511}"/>
          </ac:spMkLst>
        </pc:spChg>
        <pc:spChg chg="mod">
          <ac:chgData name="Abir GHARBI" userId="ef92528f-00ab-4d87-966c-386bca485bd0" providerId="ADAL" clId="{F3D16DED-CAA7-4BF5-81E4-89DEDE7057F7}" dt="2026-06-29T13:10:17.392" v="1980" actId="790"/>
          <ac:spMkLst>
            <pc:docMk/>
            <pc:sldMk cId="251526959" sldId="303"/>
            <ac:spMk id="57" creationId="{0BEB036A-AC8E-99B5-C4A6-29BAA92F591D}"/>
          </ac:spMkLst>
        </pc:spChg>
        <pc:spChg chg="mod">
          <ac:chgData name="Abir GHARBI" userId="ef92528f-00ab-4d87-966c-386bca485bd0" providerId="ADAL" clId="{F3D16DED-CAA7-4BF5-81E4-89DEDE7057F7}" dt="2026-06-29T13:10:17.392" v="1980" actId="790"/>
          <ac:spMkLst>
            <pc:docMk/>
            <pc:sldMk cId="251526959" sldId="303"/>
            <ac:spMk id="58" creationId="{58A49ACB-73BF-7CAD-497C-40E2DD4690F4}"/>
          </ac:spMkLst>
        </pc:spChg>
        <pc:spChg chg="mod">
          <ac:chgData name="Abir GHARBI" userId="ef92528f-00ab-4d87-966c-386bca485bd0" providerId="ADAL" clId="{F3D16DED-CAA7-4BF5-81E4-89DEDE7057F7}" dt="2026-06-29T13:10:17.392" v="1980" actId="790"/>
          <ac:spMkLst>
            <pc:docMk/>
            <pc:sldMk cId="251526959" sldId="303"/>
            <ac:spMk id="70" creationId="{826EA3AD-FC96-8FA4-5F02-78511B5EEFB3}"/>
          </ac:spMkLst>
        </pc:spChg>
        <pc:spChg chg="mod">
          <ac:chgData name="Abir GHARBI" userId="ef92528f-00ab-4d87-966c-386bca485bd0" providerId="ADAL" clId="{F3D16DED-CAA7-4BF5-81E4-89DEDE7057F7}" dt="2026-06-29T13:10:17.392" v="1980" actId="790"/>
          <ac:spMkLst>
            <pc:docMk/>
            <pc:sldMk cId="251526959" sldId="303"/>
            <ac:spMk id="72" creationId="{D66CF4E2-4FFE-5B01-B5C1-EE09D29AB826}"/>
          </ac:spMkLst>
        </pc:spChg>
        <pc:spChg chg="mod">
          <ac:chgData name="Abir GHARBI" userId="ef92528f-00ab-4d87-966c-386bca485bd0" providerId="ADAL" clId="{F3D16DED-CAA7-4BF5-81E4-89DEDE7057F7}" dt="2026-06-29T13:10:17.392" v="1980" actId="790"/>
          <ac:spMkLst>
            <pc:docMk/>
            <pc:sldMk cId="251526959" sldId="303"/>
            <ac:spMk id="75" creationId="{0AC05493-42CE-6F91-D2AF-A21373A9626D}"/>
          </ac:spMkLst>
        </pc:spChg>
        <pc:spChg chg="mod">
          <ac:chgData name="Abir GHARBI" userId="ef92528f-00ab-4d87-966c-386bca485bd0" providerId="ADAL" clId="{F3D16DED-CAA7-4BF5-81E4-89DEDE7057F7}" dt="2026-06-29T13:10:17.392" v="1980" actId="790"/>
          <ac:spMkLst>
            <pc:docMk/>
            <pc:sldMk cId="251526959" sldId="303"/>
            <ac:spMk id="82" creationId="{B9DA06CD-FB39-0204-2820-EB0AED95C2C9}"/>
          </ac:spMkLst>
        </pc:spChg>
      </pc:sldChg>
      <pc:sldChg chg="modSp mod">
        <pc:chgData name="Abir GHARBI" userId="ef92528f-00ab-4d87-966c-386bca485bd0" providerId="ADAL" clId="{F3D16DED-CAA7-4BF5-81E4-89DEDE7057F7}" dt="2026-06-29T13:10:17.392" v="1980" actId="790"/>
        <pc:sldMkLst>
          <pc:docMk/>
          <pc:sldMk cId="1650854443" sldId="304"/>
        </pc:sldMkLst>
        <pc:spChg chg="mod">
          <ac:chgData name="Abir GHARBI" userId="ef92528f-00ab-4d87-966c-386bca485bd0" providerId="ADAL" clId="{F3D16DED-CAA7-4BF5-81E4-89DEDE7057F7}" dt="2026-06-29T13:10:17.392" v="1980" actId="790"/>
          <ac:spMkLst>
            <pc:docMk/>
            <pc:sldMk cId="1650854443" sldId="304"/>
            <ac:spMk id="3" creationId="{FDD60E63-A9D0-4847-7F6D-003E6FA14749}"/>
          </ac:spMkLst>
        </pc:spChg>
        <pc:spChg chg="mod">
          <ac:chgData name="Abir GHARBI" userId="ef92528f-00ab-4d87-966c-386bca485bd0" providerId="ADAL" clId="{F3D16DED-CAA7-4BF5-81E4-89DEDE7057F7}" dt="2026-06-29T13:10:17.392" v="1980" actId="790"/>
          <ac:spMkLst>
            <pc:docMk/>
            <pc:sldMk cId="1650854443" sldId="304"/>
            <ac:spMk id="6" creationId="{ED878C48-8058-A100-31C6-3E128185DF5F}"/>
          </ac:spMkLst>
        </pc:spChg>
        <pc:spChg chg="mod">
          <ac:chgData name="Abir GHARBI" userId="ef92528f-00ab-4d87-966c-386bca485bd0" providerId="ADAL" clId="{F3D16DED-CAA7-4BF5-81E4-89DEDE7057F7}" dt="2026-06-29T13:10:17.392" v="1980" actId="790"/>
          <ac:spMkLst>
            <pc:docMk/>
            <pc:sldMk cId="1650854443" sldId="304"/>
            <ac:spMk id="10" creationId="{4A60CB6C-2BBB-E76E-7292-05450EB2D3DC}"/>
          </ac:spMkLst>
        </pc:spChg>
        <pc:spChg chg="mod">
          <ac:chgData name="Abir GHARBI" userId="ef92528f-00ab-4d87-966c-386bca485bd0" providerId="ADAL" clId="{F3D16DED-CAA7-4BF5-81E4-89DEDE7057F7}" dt="2026-06-29T13:10:17.392" v="1980" actId="790"/>
          <ac:spMkLst>
            <pc:docMk/>
            <pc:sldMk cId="1650854443" sldId="304"/>
            <ac:spMk id="13" creationId="{00000000-0000-0000-0000-000000000000}"/>
          </ac:spMkLst>
        </pc:spChg>
        <pc:spChg chg="mod">
          <ac:chgData name="Abir GHARBI" userId="ef92528f-00ab-4d87-966c-386bca485bd0" providerId="ADAL" clId="{F3D16DED-CAA7-4BF5-81E4-89DEDE7057F7}" dt="2026-06-29T13:10:17.392" v="1980" actId="790"/>
          <ac:spMkLst>
            <pc:docMk/>
            <pc:sldMk cId="1650854443" sldId="304"/>
            <ac:spMk id="16" creationId="{00000000-0000-0000-0000-000000000000}"/>
          </ac:spMkLst>
        </pc:spChg>
        <pc:spChg chg="mod">
          <ac:chgData name="Abir GHARBI" userId="ef92528f-00ab-4d87-966c-386bca485bd0" providerId="ADAL" clId="{F3D16DED-CAA7-4BF5-81E4-89DEDE7057F7}" dt="2026-06-29T13:10:17.392" v="1980" actId="790"/>
          <ac:spMkLst>
            <pc:docMk/>
            <pc:sldMk cId="1650854443" sldId="304"/>
            <ac:spMk id="19" creationId="{00000000-0000-0000-0000-000000000000}"/>
          </ac:spMkLst>
        </pc:spChg>
        <pc:spChg chg="mod">
          <ac:chgData name="Abir GHARBI" userId="ef92528f-00ab-4d87-966c-386bca485bd0" providerId="ADAL" clId="{F3D16DED-CAA7-4BF5-81E4-89DEDE7057F7}" dt="2026-06-29T13:10:17.392" v="1980" actId="790"/>
          <ac:spMkLst>
            <pc:docMk/>
            <pc:sldMk cId="1650854443" sldId="304"/>
            <ac:spMk id="48" creationId="{16F9BAB8-BB40-1791-CCD8-8792C07DB529}"/>
          </ac:spMkLst>
        </pc:spChg>
        <pc:spChg chg="mod">
          <ac:chgData name="Abir GHARBI" userId="ef92528f-00ab-4d87-966c-386bca485bd0" providerId="ADAL" clId="{F3D16DED-CAA7-4BF5-81E4-89DEDE7057F7}" dt="2026-06-29T13:10:17.392" v="1980" actId="790"/>
          <ac:spMkLst>
            <pc:docMk/>
            <pc:sldMk cId="1650854443" sldId="304"/>
            <ac:spMk id="52" creationId="{6B5C9C9B-F1A3-16C6-DB28-B55245CDB200}"/>
          </ac:spMkLst>
        </pc:spChg>
        <pc:spChg chg="mod">
          <ac:chgData name="Abir GHARBI" userId="ef92528f-00ab-4d87-966c-386bca485bd0" providerId="ADAL" clId="{F3D16DED-CAA7-4BF5-81E4-89DEDE7057F7}" dt="2026-06-29T13:10:17.392" v="1980" actId="790"/>
          <ac:spMkLst>
            <pc:docMk/>
            <pc:sldMk cId="1650854443" sldId="304"/>
            <ac:spMk id="57" creationId="{697ABBFE-ECFC-EDA4-B76A-A3BD57976BC5}"/>
          </ac:spMkLst>
        </pc:spChg>
        <pc:spChg chg="mod">
          <ac:chgData name="Abir GHARBI" userId="ef92528f-00ab-4d87-966c-386bca485bd0" providerId="ADAL" clId="{F3D16DED-CAA7-4BF5-81E4-89DEDE7057F7}" dt="2026-06-29T13:10:17.392" v="1980" actId="790"/>
          <ac:spMkLst>
            <pc:docMk/>
            <pc:sldMk cId="1650854443" sldId="304"/>
            <ac:spMk id="58" creationId="{EE0F2FF0-1366-3A69-2B1D-C65FE2DDC3F2}"/>
          </ac:spMkLst>
        </pc:spChg>
      </pc:sldChg>
      <pc:sldChg chg="modSp mod">
        <pc:chgData name="Abir GHARBI" userId="ef92528f-00ab-4d87-966c-386bca485bd0" providerId="ADAL" clId="{F3D16DED-CAA7-4BF5-81E4-89DEDE7057F7}" dt="2026-06-29T13:10:17.392" v="1980" actId="790"/>
        <pc:sldMkLst>
          <pc:docMk/>
          <pc:sldMk cId="1110088311" sldId="306"/>
        </pc:sldMkLst>
        <pc:spChg chg="mod">
          <ac:chgData name="Abir GHARBI" userId="ef92528f-00ab-4d87-966c-386bca485bd0" providerId="ADAL" clId="{F3D16DED-CAA7-4BF5-81E4-89DEDE7057F7}" dt="2026-06-29T13:10:17.392" v="1980" actId="790"/>
          <ac:spMkLst>
            <pc:docMk/>
            <pc:sldMk cId="1110088311" sldId="306"/>
            <ac:spMk id="2" creationId="{5AFBEBE0-126C-1CBA-56FA-CD7B1A8C8BC7}"/>
          </ac:spMkLst>
        </pc:spChg>
        <pc:spChg chg="mod">
          <ac:chgData name="Abir GHARBI" userId="ef92528f-00ab-4d87-966c-386bca485bd0" providerId="ADAL" clId="{F3D16DED-CAA7-4BF5-81E4-89DEDE7057F7}" dt="2026-06-29T13:10:17.392" v="1980" actId="790"/>
          <ac:spMkLst>
            <pc:docMk/>
            <pc:sldMk cId="1110088311" sldId="306"/>
            <ac:spMk id="9" creationId="{5978D3D2-C70E-408B-B093-E6863DCF726F}"/>
          </ac:spMkLst>
        </pc:spChg>
        <pc:spChg chg="mod">
          <ac:chgData name="Abir GHARBI" userId="ef92528f-00ab-4d87-966c-386bca485bd0" providerId="ADAL" clId="{F3D16DED-CAA7-4BF5-81E4-89DEDE7057F7}" dt="2026-06-29T13:10:17.392" v="1980" actId="790"/>
          <ac:spMkLst>
            <pc:docMk/>
            <pc:sldMk cId="1110088311" sldId="306"/>
            <ac:spMk id="27" creationId="{7733DCFE-794B-09BD-742B-9ED93480F219}"/>
          </ac:spMkLst>
        </pc:spChg>
        <pc:spChg chg="mod">
          <ac:chgData name="Abir GHARBI" userId="ef92528f-00ab-4d87-966c-386bca485bd0" providerId="ADAL" clId="{F3D16DED-CAA7-4BF5-81E4-89DEDE7057F7}" dt="2026-06-29T13:10:17.392" v="1980" actId="790"/>
          <ac:spMkLst>
            <pc:docMk/>
            <pc:sldMk cId="1110088311" sldId="306"/>
            <ac:spMk id="29" creationId="{C6C1777B-5CF7-1FE2-AFAA-3ECFEACDCAB6}"/>
          </ac:spMkLst>
        </pc:spChg>
        <pc:spChg chg="mod">
          <ac:chgData name="Abir GHARBI" userId="ef92528f-00ab-4d87-966c-386bca485bd0" providerId="ADAL" clId="{F3D16DED-CAA7-4BF5-81E4-89DEDE7057F7}" dt="2026-06-29T13:10:17.392" v="1980" actId="790"/>
          <ac:spMkLst>
            <pc:docMk/>
            <pc:sldMk cId="1110088311" sldId="306"/>
            <ac:spMk id="34" creationId="{A1D137D2-49F8-F574-C2E6-050931BE1400}"/>
          </ac:spMkLst>
        </pc:spChg>
        <pc:spChg chg="mod">
          <ac:chgData name="Abir GHARBI" userId="ef92528f-00ab-4d87-966c-386bca485bd0" providerId="ADAL" clId="{F3D16DED-CAA7-4BF5-81E4-89DEDE7057F7}" dt="2026-06-29T13:10:17.392" v="1980" actId="790"/>
          <ac:spMkLst>
            <pc:docMk/>
            <pc:sldMk cId="1110088311" sldId="306"/>
            <ac:spMk id="56" creationId="{265B500F-F3E9-AF5F-2A10-1AF2F968030C}"/>
          </ac:spMkLst>
        </pc:spChg>
        <pc:spChg chg="mod">
          <ac:chgData name="Abir GHARBI" userId="ef92528f-00ab-4d87-966c-386bca485bd0" providerId="ADAL" clId="{F3D16DED-CAA7-4BF5-81E4-89DEDE7057F7}" dt="2026-06-29T13:10:17.392" v="1980" actId="790"/>
          <ac:spMkLst>
            <pc:docMk/>
            <pc:sldMk cId="1110088311" sldId="306"/>
            <ac:spMk id="57" creationId="{D85645FE-4855-DDDE-ECBD-B0D7ABE0B5AF}"/>
          </ac:spMkLst>
        </pc:spChg>
        <pc:spChg chg="mod">
          <ac:chgData name="Abir GHARBI" userId="ef92528f-00ab-4d87-966c-386bca485bd0" providerId="ADAL" clId="{F3D16DED-CAA7-4BF5-81E4-89DEDE7057F7}" dt="2026-06-29T13:10:17.392" v="1980" actId="790"/>
          <ac:spMkLst>
            <pc:docMk/>
            <pc:sldMk cId="1110088311" sldId="306"/>
            <ac:spMk id="58" creationId="{1477C8A6-C1DC-BDAC-C17F-E142693DBE9B}"/>
          </ac:spMkLst>
        </pc:spChg>
        <pc:spChg chg="mod">
          <ac:chgData name="Abir GHARBI" userId="ef92528f-00ab-4d87-966c-386bca485bd0" providerId="ADAL" clId="{F3D16DED-CAA7-4BF5-81E4-89DEDE7057F7}" dt="2026-06-29T13:10:17.392" v="1980" actId="790"/>
          <ac:spMkLst>
            <pc:docMk/>
            <pc:sldMk cId="1110088311" sldId="306"/>
            <ac:spMk id="73" creationId="{286EB5D5-912A-C530-1290-29E7DE36622A}"/>
          </ac:spMkLst>
        </pc:spChg>
        <pc:spChg chg="mod">
          <ac:chgData name="Abir GHARBI" userId="ef92528f-00ab-4d87-966c-386bca485bd0" providerId="ADAL" clId="{F3D16DED-CAA7-4BF5-81E4-89DEDE7057F7}" dt="2026-06-29T13:10:17.392" v="1980" actId="790"/>
          <ac:spMkLst>
            <pc:docMk/>
            <pc:sldMk cId="1110088311" sldId="306"/>
            <ac:spMk id="75" creationId="{42314E98-4191-EB94-EA3C-1C00E43DFFE7}"/>
          </ac:spMkLst>
        </pc:spChg>
      </pc:sldChg>
      <pc:sldChg chg="modSp mod">
        <pc:chgData name="Abir GHARBI" userId="ef92528f-00ab-4d87-966c-386bca485bd0" providerId="ADAL" clId="{F3D16DED-CAA7-4BF5-81E4-89DEDE7057F7}" dt="2026-06-29T13:10:17.392" v="1980" actId="790"/>
        <pc:sldMkLst>
          <pc:docMk/>
          <pc:sldMk cId="3782702848" sldId="307"/>
        </pc:sldMkLst>
        <pc:spChg chg="mod">
          <ac:chgData name="Abir GHARBI" userId="ef92528f-00ab-4d87-966c-386bca485bd0" providerId="ADAL" clId="{F3D16DED-CAA7-4BF5-81E4-89DEDE7057F7}" dt="2026-06-29T13:10:17.392" v="1980" actId="790"/>
          <ac:spMkLst>
            <pc:docMk/>
            <pc:sldMk cId="3782702848" sldId="307"/>
            <ac:spMk id="12" creationId="{7C52D358-11CB-B6C5-4E94-3C3579A1E1CC}"/>
          </ac:spMkLst>
        </pc:spChg>
        <pc:spChg chg="mod">
          <ac:chgData name="Abir GHARBI" userId="ef92528f-00ab-4d87-966c-386bca485bd0" providerId="ADAL" clId="{F3D16DED-CAA7-4BF5-81E4-89DEDE7057F7}" dt="2026-06-29T13:10:17.392" v="1980" actId="790"/>
          <ac:spMkLst>
            <pc:docMk/>
            <pc:sldMk cId="3782702848" sldId="307"/>
            <ac:spMk id="14" creationId="{648305B8-E09B-C1B4-0961-87F21E2E3C35}"/>
          </ac:spMkLst>
        </pc:spChg>
        <pc:spChg chg="mod">
          <ac:chgData name="Abir GHARBI" userId="ef92528f-00ab-4d87-966c-386bca485bd0" providerId="ADAL" clId="{F3D16DED-CAA7-4BF5-81E4-89DEDE7057F7}" dt="2026-06-29T13:10:17.392" v="1980" actId="790"/>
          <ac:spMkLst>
            <pc:docMk/>
            <pc:sldMk cId="3782702848" sldId="307"/>
            <ac:spMk id="16" creationId="{F43784DF-CE05-3CE4-F433-2DCDA04E1F5E}"/>
          </ac:spMkLst>
        </pc:spChg>
        <pc:spChg chg="mod">
          <ac:chgData name="Abir GHARBI" userId="ef92528f-00ab-4d87-966c-386bca485bd0" providerId="ADAL" clId="{F3D16DED-CAA7-4BF5-81E4-89DEDE7057F7}" dt="2026-06-29T13:10:17.392" v="1980" actId="790"/>
          <ac:spMkLst>
            <pc:docMk/>
            <pc:sldMk cId="3782702848" sldId="307"/>
            <ac:spMk id="18" creationId="{C9CCA3CC-D953-D763-CC8F-2270938A36F7}"/>
          </ac:spMkLst>
        </pc:spChg>
        <pc:spChg chg="mod">
          <ac:chgData name="Abir GHARBI" userId="ef92528f-00ab-4d87-966c-386bca485bd0" providerId="ADAL" clId="{F3D16DED-CAA7-4BF5-81E4-89DEDE7057F7}" dt="2026-06-29T13:10:17.392" v="1980" actId="790"/>
          <ac:spMkLst>
            <pc:docMk/>
            <pc:sldMk cId="3782702848" sldId="307"/>
            <ac:spMk id="19" creationId="{69CB61EF-CDEB-497D-84E8-201B455BED8C}"/>
          </ac:spMkLst>
        </pc:spChg>
        <pc:spChg chg="mod">
          <ac:chgData name="Abir GHARBI" userId="ef92528f-00ab-4d87-966c-386bca485bd0" providerId="ADAL" clId="{F3D16DED-CAA7-4BF5-81E4-89DEDE7057F7}" dt="2026-06-29T13:10:17.392" v="1980" actId="790"/>
          <ac:spMkLst>
            <pc:docMk/>
            <pc:sldMk cId="3782702848" sldId="307"/>
            <ac:spMk id="20" creationId="{F0F1E097-54F1-92D0-D844-ADB59DD4DCD2}"/>
          </ac:spMkLst>
        </pc:spChg>
        <pc:spChg chg="mod">
          <ac:chgData name="Abir GHARBI" userId="ef92528f-00ab-4d87-966c-386bca485bd0" providerId="ADAL" clId="{F3D16DED-CAA7-4BF5-81E4-89DEDE7057F7}" dt="2026-06-29T13:10:17.392" v="1980" actId="790"/>
          <ac:spMkLst>
            <pc:docMk/>
            <pc:sldMk cId="3782702848" sldId="307"/>
            <ac:spMk id="26" creationId="{B7C29A5A-5B87-A825-75AB-FAA3F06A90F4}"/>
          </ac:spMkLst>
        </pc:spChg>
        <pc:spChg chg="mod">
          <ac:chgData name="Abir GHARBI" userId="ef92528f-00ab-4d87-966c-386bca485bd0" providerId="ADAL" clId="{F3D16DED-CAA7-4BF5-81E4-89DEDE7057F7}" dt="2026-06-29T13:10:17.392" v="1980" actId="790"/>
          <ac:spMkLst>
            <pc:docMk/>
            <pc:sldMk cId="3782702848" sldId="307"/>
            <ac:spMk id="56" creationId="{30A93FCA-6720-C11A-90ED-F2FD08199F0B}"/>
          </ac:spMkLst>
        </pc:spChg>
        <pc:spChg chg="mod">
          <ac:chgData name="Abir GHARBI" userId="ef92528f-00ab-4d87-966c-386bca485bd0" providerId="ADAL" clId="{F3D16DED-CAA7-4BF5-81E4-89DEDE7057F7}" dt="2026-06-29T13:10:17.392" v="1980" actId="790"/>
          <ac:spMkLst>
            <pc:docMk/>
            <pc:sldMk cId="3782702848" sldId="307"/>
            <ac:spMk id="58" creationId="{BA36BCF7-3284-EF46-C6F8-5CE8A1E17172}"/>
          </ac:spMkLst>
        </pc:spChg>
        <pc:spChg chg="mod">
          <ac:chgData name="Abir GHARBI" userId="ef92528f-00ab-4d87-966c-386bca485bd0" providerId="ADAL" clId="{F3D16DED-CAA7-4BF5-81E4-89DEDE7057F7}" dt="2026-06-29T13:10:17.392" v="1980" actId="790"/>
          <ac:spMkLst>
            <pc:docMk/>
            <pc:sldMk cId="3782702848" sldId="307"/>
            <ac:spMk id="73" creationId="{51ECB7D0-0C5B-A182-61FB-2712EB5646F2}"/>
          </ac:spMkLst>
        </pc:spChg>
      </pc:sldChg>
      <pc:sldChg chg="modSp mod">
        <pc:chgData name="Abir GHARBI" userId="ef92528f-00ab-4d87-966c-386bca485bd0" providerId="ADAL" clId="{F3D16DED-CAA7-4BF5-81E4-89DEDE7057F7}" dt="2026-06-29T13:10:17.392" v="1980" actId="790"/>
        <pc:sldMkLst>
          <pc:docMk/>
          <pc:sldMk cId="491179354" sldId="308"/>
        </pc:sldMkLst>
        <pc:spChg chg="mod">
          <ac:chgData name="Abir GHARBI" userId="ef92528f-00ab-4d87-966c-386bca485bd0" providerId="ADAL" clId="{F3D16DED-CAA7-4BF5-81E4-89DEDE7057F7}" dt="2026-06-29T13:10:17.392" v="1980" actId="790"/>
          <ac:spMkLst>
            <pc:docMk/>
            <pc:sldMk cId="491179354" sldId="308"/>
            <ac:spMk id="4" creationId="{CC09C9CA-9432-19C2-E716-CC7176436600}"/>
          </ac:spMkLst>
        </pc:spChg>
        <pc:spChg chg="mod">
          <ac:chgData name="Abir GHARBI" userId="ef92528f-00ab-4d87-966c-386bca485bd0" providerId="ADAL" clId="{F3D16DED-CAA7-4BF5-81E4-89DEDE7057F7}" dt="2026-06-29T13:10:17.392" v="1980" actId="790"/>
          <ac:spMkLst>
            <pc:docMk/>
            <pc:sldMk cId="491179354" sldId="308"/>
            <ac:spMk id="56" creationId="{2AB2DB14-9C85-A8F9-8A61-F34254B26DD7}"/>
          </ac:spMkLst>
        </pc:spChg>
        <pc:spChg chg="mod">
          <ac:chgData name="Abir GHARBI" userId="ef92528f-00ab-4d87-966c-386bca485bd0" providerId="ADAL" clId="{F3D16DED-CAA7-4BF5-81E4-89DEDE7057F7}" dt="2026-06-29T13:10:17.392" v="1980" actId="790"/>
          <ac:spMkLst>
            <pc:docMk/>
            <pc:sldMk cId="491179354" sldId="308"/>
            <ac:spMk id="58" creationId="{796E2ADA-249F-3220-3194-1E69A65678F9}"/>
          </ac:spMkLst>
        </pc:spChg>
        <pc:spChg chg="mod">
          <ac:chgData name="Abir GHARBI" userId="ef92528f-00ab-4d87-966c-386bca485bd0" providerId="ADAL" clId="{F3D16DED-CAA7-4BF5-81E4-89DEDE7057F7}" dt="2026-06-29T13:10:17.392" v="1980" actId="790"/>
          <ac:spMkLst>
            <pc:docMk/>
            <pc:sldMk cId="491179354" sldId="308"/>
            <ac:spMk id="72" creationId="{4FD3566B-E8C3-EF33-8018-CAC0C4ECA35D}"/>
          </ac:spMkLst>
        </pc:spChg>
        <pc:spChg chg="mod">
          <ac:chgData name="Abir GHARBI" userId="ef92528f-00ab-4d87-966c-386bca485bd0" providerId="ADAL" clId="{F3D16DED-CAA7-4BF5-81E4-89DEDE7057F7}" dt="2026-06-29T13:10:17.392" v="1980" actId="790"/>
          <ac:spMkLst>
            <pc:docMk/>
            <pc:sldMk cId="491179354" sldId="308"/>
            <ac:spMk id="84" creationId="{52E50777-270A-B66D-18D7-AC5E0D03E4C1}"/>
          </ac:spMkLst>
        </pc:spChg>
        <pc:spChg chg="mod">
          <ac:chgData name="Abir GHARBI" userId="ef92528f-00ab-4d87-966c-386bca485bd0" providerId="ADAL" clId="{F3D16DED-CAA7-4BF5-81E4-89DEDE7057F7}" dt="2026-06-29T13:10:17.392" v="1980" actId="790"/>
          <ac:spMkLst>
            <pc:docMk/>
            <pc:sldMk cId="491179354" sldId="308"/>
            <ac:spMk id="88" creationId="{FFEF4D7C-8EA5-9909-58F9-1DB6D8320403}"/>
          </ac:spMkLst>
        </pc:spChg>
        <pc:spChg chg="mod">
          <ac:chgData name="Abir GHARBI" userId="ef92528f-00ab-4d87-966c-386bca485bd0" providerId="ADAL" clId="{F3D16DED-CAA7-4BF5-81E4-89DEDE7057F7}" dt="2026-06-29T13:10:17.392" v="1980" actId="790"/>
          <ac:spMkLst>
            <pc:docMk/>
            <pc:sldMk cId="491179354" sldId="308"/>
            <ac:spMk id="95" creationId="{DF908C4B-86DF-3A1F-07E7-C9A3D431D28C}"/>
          </ac:spMkLst>
        </pc:spChg>
        <pc:spChg chg="mod">
          <ac:chgData name="Abir GHARBI" userId="ef92528f-00ab-4d87-966c-386bca485bd0" providerId="ADAL" clId="{F3D16DED-CAA7-4BF5-81E4-89DEDE7057F7}" dt="2026-06-29T13:10:17.392" v="1980" actId="790"/>
          <ac:spMkLst>
            <pc:docMk/>
            <pc:sldMk cId="491179354" sldId="308"/>
            <ac:spMk id="96" creationId="{67916F27-F5B2-2BA2-D385-A51620C80C8A}"/>
          </ac:spMkLst>
        </pc:spChg>
        <pc:spChg chg="mod">
          <ac:chgData name="Abir GHARBI" userId="ef92528f-00ab-4d87-966c-386bca485bd0" providerId="ADAL" clId="{F3D16DED-CAA7-4BF5-81E4-89DEDE7057F7}" dt="2026-06-29T13:10:17.392" v="1980" actId="790"/>
          <ac:spMkLst>
            <pc:docMk/>
            <pc:sldMk cId="491179354" sldId="308"/>
            <ac:spMk id="98" creationId="{ECCF46C6-84F9-EE16-08F0-F7E5FEC77F64}"/>
          </ac:spMkLst>
        </pc:spChg>
        <pc:spChg chg="mod">
          <ac:chgData name="Abir GHARBI" userId="ef92528f-00ab-4d87-966c-386bca485bd0" providerId="ADAL" clId="{F3D16DED-CAA7-4BF5-81E4-89DEDE7057F7}" dt="2026-06-29T13:10:17.392" v="1980" actId="790"/>
          <ac:spMkLst>
            <pc:docMk/>
            <pc:sldMk cId="491179354" sldId="308"/>
            <ac:spMk id="113" creationId="{2D471CFF-5307-20A7-B7B5-B9161913ABFD}"/>
          </ac:spMkLst>
        </pc:spChg>
      </pc:sldChg>
      <pc:sldChg chg="modSp mod">
        <pc:chgData name="Abir GHARBI" userId="ef92528f-00ab-4d87-966c-386bca485bd0" providerId="ADAL" clId="{F3D16DED-CAA7-4BF5-81E4-89DEDE7057F7}" dt="2026-06-29T13:10:17.392" v="1980" actId="790"/>
        <pc:sldMkLst>
          <pc:docMk/>
          <pc:sldMk cId="3993249832" sldId="309"/>
        </pc:sldMkLst>
        <pc:spChg chg="mod">
          <ac:chgData name="Abir GHARBI" userId="ef92528f-00ab-4d87-966c-386bca485bd0" providerId="ADAL" clId="{F3D16DED-CAA7-4BF5-81E4-89DEDE7057F7}" dt="2026-06-29T13:10:17.392" v="1980" actId="790"/>
          <ac:spMkLst>
            <pc:docMk/>
            <pc:sldMk cId="3993249832" sldId="309"/>
            <ac:spMk id="2" creationId="{F5318221-309C-692E-E1A6-039545325A0F}"/>
          </ac:spMkLst>
        </pc:spChg>
        <pc:spChg chg="mod">
          <ac:chgData name="Abir GHARBI" userId="ef92528f-00ab-4d87-966c-386bca485bd0" providerId="ADAL" clId="{F3D16DED-CAA7-4BF5-81E4-89DEDE7057F7}" dt="2026-06-29T13:10:17.392" v="1980" actId="790"/>
          <ac:spMkLst>
            <pc:docMk/>
            <pc:sldMk cId="3993249832" sldId="309"/>
            <ac:spMk id="3" creationId="{084EB634-AFD7-B2B4-76BE-ABF6D2FA7056}"/>
          </ac:spMkLst>
        </pc:spChg>
        <pc:spChg chg="mod">
          <ac:chgData name="Abir GHARBI" userId="ef92528f-00ab-4d87-966c-386bca485bd0" providerId="ADAL" clId="{F3D16DED-CAA7-4BF5-81E4-89DEDE7057F7}" dt="2026-06-29T13:10:17.392" v="1980" actId="790"/>
          <ac:spMkLst>
            <pc:docMk/>
            <pc:sldMk cId="3993249832" sldId="309"/>
            <ac:spMk id="30" creationId="{DDAA0414-0C1D-548B-43C7-45D0334F3401}"/>
          </ac:spMkLst>
        </pc:spChg>
        <pc:spChg chg="mod">
          <ac:chgData name="Abir GHARBI" userId="ef92528f-00ab-4d87-966c-386bca485bd0" providerId="ADAL" clId="{F3D16DED-CAA7-4BF5-81E4-89DEDE7057F7}" dt="2026-06-29T13:10:17.392" v="1980" actId="790"/>
          <ac:spMkLst>
            <pc:docMk/>
            <pc:sldMk cId="3993249832" sldId="309"/>
            <ac:spMk id="50" creationId="{7E8C7079-FC2C-E2FE-94B3-7A8E337EFB41}"/>
          </ac:spMkLst>
        </pc:spChg>
        <pc:spChg chg="mod">
          <ac:chgData name="Abir GHARBI" userId="ef92528f-00ab-4d87-966c-386bca485bd0" providerId="ADAL" clId="{F3D16DED-CAA7-4BF5-81E4-89DEDE7057F7}" dt="2026-06-29T13:10:17.392" v="1980" actId="790"/>
          <ac:spMkLst>
            <pc:docMk/>
            <pc:sldMk cId="3993249832" sldId="309"/>
            <ac:spMk id="56" creationId="{898104D5-9D86-EC5B-5C1A-B5A742015800}"/>
          </ac:spMkLst>
        </pc:spChg>
        <pc:spChg chg="mod">
          <ac:chgData name="Abir GHARBI" userId="ef92528f-00ab-4d87-966c-386bca485bd0" providerId="ADAL" clId="{F3D16DED-CAA7-4BF5-81E4-89DEDE7057F7}" dt="2026-06-29T13:10:17.392" v="1980" actId="790"/>
          <ac:spMkLst>
            <pc:docMk/>
            <pc:sldMk cId="3993249832" sldId="309"/>
            <ac:spMk id="57" creationId="{1335B015-A15B-A1C0-19EE-C215083C130A}"/>
          </ac:spMkLst>
        </pc:spChg>
        <pc:spChg chg="mod">
          <ac:chgData name="Abir GHARBI" userId="ef92528f-00ab-4d87-966c-386bca485bd0" providerId="ADAL" clId="{F3D16DED-CAA7-4BF5-81E4-89DEDE7057F7}" dt="2026-06-29T13:10:17.392" v="1980" actId="790"/>
          <ac:spMkLst>
            <pc:docMk/>
            <pc:sldMk cId="3993249832" sldId="309"/>
            <ac:spMk id="58" creationId="{8A7EA0A3-B518-4771-66D9-E998D828F42C}"/>
          </ac:spMkLst>
        </pc:spChg>
        <pc:spChg chg="mod">
          <ac:chgData name="Abir GHARBI" userId="ef92528f-00ab-4d87-966c-386bca485bd0" providerId="ADAL" clId="{F3D16DED-CAA7-4BF5-81E4-89DEDE7057F7}" dt="2026-06-29T13:10:17.392" v="1980" actId="790"/>
          <ac:spMkLst>
            <pc:docMk/>
            <pc:sldMk cId="3993249832" sldId="309"/>
            <ac:spMk id="66" creationId="{5A9B30EB-0968-AFB4-4BF6-593E54F832F9}"/>
          </ac:spMkLst>
        </pc:spChg>
        <pc:spChg chg="mod">
          <ac:chgData name="Abir GHARBI" userId="ef92528f-00ab-4d87-966c-386bca485bd0" providerId="ADAL" clId="{F3D16DED-CAA7-4BF5-81E4-89DEDE7057F7}" dt="2026-06-29T13:10:17.392" v="1980" actId="790"/>
          <ac:spMkLst>
            <pc:docMk/>
            <pc:sldMk cId="3993249832" sldId="309"/>
            <ac:spMk id="68" creationId="{C0A05CAF-DD16-BD48-0D4D-7141AFA35427}"/>
          </ac:spMkLst>
        </pc:spChg>
        <pc:spChg chg="mod">
          <ac:chgData name="Abir GHARBI" userId="ef92528f-00ab-4d87-966c-386bca485bd0" providerId="ADAL" clId="{F3D16DED-CAA7-4BF5-81E4-89DEDE7057F7}" dt="2026-06-29T13:10:17.392" v="1980" actId="790"/>
          <ac:spMkLst>
            <pc:docMk/>
            <pc:sldMk cId="3993249832" sldId="309"/>
            <ac:spMk id="82" creationId="{BD432AD4-AC7A-59DB-76CF-580F453D83CD}"/>
          </ac:spMkLst>
        </pc:spChg>
      </pc:sldChg>
      <pc:sldChg chg="modSp mod">
        <pc:chgData name="Abir GHARBI" userId="ef92528f-00ab-4d87-966c-386bca485bd0" providerId="ADAL" clId="{F3D16DED-CAA7-4BF5-81E4-89DEDE7057F7}" dt="2026-06-29T13:10:17.392" v="1980" actId="790"/>
        <pc:sldMkLst>
          <pc:docMk/>
          <pc:sldMk cId="636100668" sldId="310"/>
        </pc:sldMkLst>
        <pc:spChg chg="mod">
          <ac:chgData name="Abir GHARBI" userId="ef92528f-00ab-4d87-966c-386bca485bd0" providerId="ADAL" clId="{F3D16DED-CAA7-4BF5-81E4-89DEDE7057F7}" dt="2026-06-29T13:10:17.392" v="1980" actId="790"/>
          <ac:spMkLst>
            <pc:docMk/>
            <pc:sldMk cId="636100668" sldId="310"/>
            <ac:spMk id="124" creationId="{B7BB3AF6-E210-89A3-F3D8-3E8C47EF65F4}"/>
          </ac:spMkLst>
        </pc:spChg>
        <pc:spChg chg="mod">
          <ac:chgData name="Abir GHARBI" userId="ef92528f-00ab-4d87-966c-386bca485bd0" providerId="ADAL" clId="{F3D16DED-CAA7-4BF5-81E4-89DEDE7057F7}" dt="2026-06-29T13:10:17.392" v="1980" actId="790"/>
          <ac:spMkLst>
            <pc:docMk/>
            <pc:sldMk cId="636100668" sldId="310"/>
            <ac:spMk id="131" creationId="{6058AE72-E5FC-F4BE-A768-E0A60AF02028}"/>
          </ac:spMkLst>
        </pc:spChg>
        <pc:spChg chg="mod">
          <ac:chgData name="Abir GHARBI" userId="ef92528f-00ab-4d87-966c-386bca485bd0" providerId="ADAL" clId="{F3D16DED-CAA7-4BF5-81E4-89DEDE7057F7}" dt="2026-06-29T13:10:17.392" v="1980" actId="790"/>
          <ac:spMkLst>
            <pc:docMk/>
            <pc:sldMk cId="636100668" sldId="310"/>
            <ac:spMk id="136" creationId="{1FB2B763-521B-0CDB-E09C-167B92B118C9}"/>
          </ac:spMkLst>
        </pc:spChg>
        <pc:spChg chg="mod">
          <ac:chgData name="Abir GHARBI" userId="ef92528f-00ab-4d87-966c-386bca485bd0" providerId="ADAL" clId="{F3D16DED-CAA7-4BF5-81E4-89DEDE7057F7}" dt="2026-06-29T13:10:17.392" v="1980" actId="790"/>
          <ac:spMkLst>
            <pc:docMk/>
            <pc:sldMk cId="636100668" sldId="310"/>
            <ac:spMk id="139" creationId="{9ACED9F4-84A6-D505-B3D7-E7231D1D6FC4}"/>
          </ac:spMkLst>
        </pc:spChg>
        <pc:spChg chg="mod">
          <ac:chgData name="Abir GHARBI" userId="ef92528f-00ab-4d87-966c-386bca485bd0" providerId="ADAL" clId="{F3D16DED-CAA7-4BF5-81E4-89DEDE7057F7}" dt="2026-06-29T13:10:17.392" v="1980" actId="790"/>
          <ac:spMkLst>
            <pc:docMk/>
            <pc:sldMk cId="636100668" sldId="310"/>
            <ac:spMk id="140" creationId="{5EF3BC8E-6717-955E-76FF-AD0D7474BF01}"/>
          </ac:spMkLst>
        </pc:spChg>
        <pc:spChg chg="mod">
          <ac:chgData name="Abir GHARBI" userId="ef92528f-00ab-4d87-966c-386bca485bd0" providerId="ADAL" clId="{F3D16DED-CAA7-4BF5-81E4-89DEDE7057F7}" dt="2026-06-29T13:10:17.392" v="1980" actId="790"/>
          <ac:spMkLst>
            <pc:docMk/>
            <pc:sldMk cId="636100668" sldId="310"/>
            <ac:spMk id="141" creationId="{6A7BA5B0-E4E6-C868-3BA6-0DD69459C5C9}"/>
          </ac:spMkLst>
        </pc:spChg>
        <pc:spChg chg="mod">
          <ac:chgData name="Abir GHARBI" userId="ef92528f-00ab-4d87-966c-386bca485bd0" providerId="ADAL" clId="{F3D16DED-CAA7-4BF5-81E4-89DEDE7057F7}" dt="2026-06-29T13:10:17.392" v="1980" actId="790"/>
          <ac:spMkLst>
            <pc:docMk/>
            <pc:sldMk cId="636100668" sldId="310"/>
            <ac:spMk id="149" creationId="{D012B46E-5911-E753-757F-A136A922A674}"/>
          </ac:spMkLst>
        </pc:spChg>
        <pc:spChg chg="mod">
          <ac:chgData name="Abir GHARBI" userId="ef92528f-00ab-4d87-966c-386bca485bd0" providerId="ADAL" clId="{F3D16DED-CAA7-4BF5-81E4-89DEDE7057F7}" dt="2026-06-29T13:10:17.392" v="1980" actId="790"/>
          <ac:spMkLst>
            <pc:docMk/>
            <pc:sldMk cId="636100668" sldId="310"/>
            <ac:spMk id="151" creationId="{3A2EF70F-E5F9-9709-327B-D29BF533DC9A}"/>
          </ac:spMkLst>
        </pc:spChg>
        <pc:spChg chg="mod">
          <ac:chgData name="Abir GHARBI" userId="ef92528f-00ab-4d87-966c-386bca485bd0" providerId="ADAL" clId="{F3D16DED-CAA7-4BF5-81E4-89DEDE7057F7}" dt="2026-06-29T13:10:17.392" v="1980" actId="790"/>
          <ac:spMkLst>
            <pc:docMk/>
            <pc:sldMk cId="636100668" sldId="310"/>
            <ac:spMk id="163" creationId="{71192D1A-6492-9580-8E6F-1AA288C961F1}"/>
          </ac:spMkLst>
        </pc:spChg>
        <pc:spChg chg="mod">
          <ac:chgData name="Abir GHARBI" userId="ef92528f-00ab-4d87-966c-386bca485bd0" providerId="ADAL" clId="{F3D16DED-CAA7-4BF5-81E4-89DEDE7057F7}" dt="2026-06-29T13:10:17.392" v="1980" actId="790"/>
          <ac:spMkLst>
            <pc:docMk/>
            <pc:sldMk cId="636100668" sldId="310"/>
            <ac:spMk id="177" creationId="{D19EB6D9-6D3A-7A5D-4A91-1332C6DC7E18}"/>
          </ac:spMkLst>
        </pc:spChg>
      </pc:sldChg>
      <pc:sldChg chg="modSp mod">
        <pc:chgData name="Abir GHARBI" userId="ef92528f-00ab-4d87-966c-386bca485bd0" providerId="ADAL" clId="{F3D16DED-CAA7-4BF5-81E4-89DEDE7057F7}" dt="2026-06-29T13:10:17.392" v="1980" actId="790"/>
        <pc:sldMkLst>
          <pc:docMk/>
          <pc:sldMk cId="290411585" sldId="312"/>
        </pc:sldMkLst>
        <pc:spChg chg="mod">
          <ac:chgData name="Abir GHARBI" userId="ef92528f-00ab-4d87-966c-386bca485bd0" providerId="ADAL" clId="{F3D16DED-CAA7-4BF5-81E4-89DEDE7057F7}" dt="2026-06-29T13:10:17.392" v="1980" actId="790"/>
          <ac:spMkLst>
            <pc:docMk/>
            <pc:sldMk cId="290411585" sldId="312"/>
            <ac:spMk id="3" creationId="{806BA0C8-D4A8-1A32-2BF9-D09F508B6C38}"/>
          </ac:spMkLst>
        </pc:spChg>
        <pc:spChg chg="mod">
          <ac:chgData name="Abir GHARBI" userId="ef92528f-00ab-4d87-966c-386bca485bd0" providerId="ADAL" clId="{F3D16DED-CAA7-4BF5-81E4-89DEDE7057F7}" dt="2026-06-29T13:10:17.392" v="1980" actId="790"/>
          <ac:spMkLst>
            <pc:docMk/>
            <pc:sldMk cId="290411585" sldId="312"/>
            <ac:spMk id="14" creationId="{3A81787A-EB7A-B43B-22DE-9E6900BD394B}"/>
          </ac:spMkLst>
        </pc:spChg>
        <pc:spChg chg="mod">
          <ac:chgData name="Abir GHARBI" userId="ef92528f-00ab-4d87-966c-386bca485bd0" providerId="ADAL" clId="{F3D16DED-CAA7-4BF5-81E4-89DEDE7057F7}" dt="2026-06-29T13:10:17.392" v="1980" actId="790"/>
          <ac:spMkLst>
            <pc:docMk/>
            <pc:sldMk cId="290411585" sldId="312"/>
            <ac:spMk id="70" creationId="{7948F7AF-AF9F-B0A5-1C72-AE2DD0374E11}"/>
          </ac:spMkLst>
        </pc:spChg>
        <pc:spChg chg="mod">
          <ac:chgData name="Abir GHARBI" userId="ef92528f-00ab-4d87-966c-386bca485bd0" providerId="ADAL" clId="{F3D16DED-CAA7-4BF5-81E4-89DEDE7057F7}" dt="2026-06-29T13:10:17.392" v="1980" actId="790"/>
          <ac:spMkLst>
            <pc:docMk/>
            <pc:sldMk cId="290411585" sldId="312"/>
            <ac:spMk id="73" creationId="{49B0E2C4-DD99-B152-D1CB-1E39FF7F739C}"/>
          </ac:spMkLst>
        </pc:spChg>
        <pc:spChg chg="mod">
          <ac:chgData name="Abir GHARBI" userId="ef92528f-00ab-4d87-966c-386bca485bd0" providerId="ADAL" clId="{F3D16DED-CAA7-4BF5-81E4-89DEDE7057F7}" dt="2026-06-29T13:10:17.392" v="1980" actId="790"/>
          <ac:spMkLst>
            <pc:docMk/>
            <pc:sldMk cId="290411585" sldId="312"/>
            <ac:spMk id="76" creationId="{B0089403-B22E-68CA-1A3D-F1934B792445}"/>
          </ac:spMkLst>
        </pc:spChg>
        <pc:spChg chg="mod">
          <ac:chgData name="Abir GHARBI" userId="ef92528f-00ab-4d87-966c-386bca485bd0" providerId="ADAL" clId="{F3D16DED-CAA7-4BF5-81E4-89DEDE7057F7}" dt="2026-06-29T13:10:17.392" v="1980" actId="790"/>
          <ac:spMkLst>
            <pc:docMk/>
            <pc:sldMk cId="290411585" sldId="312"/>
            <ac:spMk id="84" creationId="{B5E1A68F-EC76-C578-AF3E-8E941B246504}"/>
          </ac:spMkLst>
        </pc:spChg>
        <pc:spChg chg="mod">
          <ac:chgData name="Abir GHARBI" userId="ef92528f-00ab-4d87-966c-386bca485bd0" providerId="ADAL" clId="{F3D16DED-CAA7-4BF5-81E4-89DEDE7057F7}" dt="2026-06-29T13:10:17.392" v="1980" actId="790"/>
          <ac:spMkLst>
            <pc:docMk/>
            <pc:sldMk cId="290411585" sldId="312"/>
            <ac:spMk id="88" creationId="{1224AE43-42C6-54D5-E9DC-A77AE64572D3}"/>
          </ac:spMkLst>
        </pc:spChg>
        <pc:spChg chg="mod">
          <ac:chgData name="Abir GHARBI" userId="ef92528f-00ab-4d87-966c-386bca485bd0" providerId="ADAL" clId="{F3D16DED-CAA7-4BF5-81E4-89DEDE7057F7}" dt="2026-06-29T13:10:17.392" v="1980" actId="790"/>
          <ac:spMkLst>
            <pc:docMk/>
            <pc:sldMk cId="290411585" sldId="312"/>
            <ac:spMk id="89" creationId="{E77CABFD-399D-4A27-EA56-D40A61562889}"/>
          </ac:spMkLst>
        </pc:spChg>
        <pc:spChg chg="mod">
          <ac:chgData name="Abir GHARBI" userId="ef92528f-00ab-4d87-966c-386bca485bd0" providerId="ADAL" clId="{F3D16DED-CAA7-4BF5-81E4-89DEDE7057F7}" dt="2026-06-29T13:10:17.392" v="1980" actId="790"/>
          <ac:spMkLst>
            <pc:docMk/>
            <pc:sldMk cId="290411585" sldId="312"/>
            <ac:spMk id="91" creationId="{898CD3B3-AF29-1723-924A-C268F8E66948}"/>
          </ac:spMkLst>
        </pc:spChg>
        <pc:spChg chg="mod">
          <ac:chgData name="Abir GHARBI" userId="ef92528f-00ab-4d87-966c-386bca485bd0" providerId="ADAL" clId="{F3D16DED-CAA7-4BF5-81E4-89DEDE7057F7}" dt="2026-06-29T13:10:17.392" v="1980" actId="790"/>
          <ac:spMkLst>
            <pc:docMk/>
            <pc:sldMk cId="290411585" sldId="312"/>
            <ac:spMk id="117" creationId="{41494D82-FC9E-0740-161B-61C274D3460A}"/>
          </ac:spMkLst>
        </pc:spChg>
      </pc:sldChg>
      <pc:sldChg chg="modSp mod">
        <pc:chgData name="Abir GHARBI" userId="ef92528f-00ab-4d87-966c-386bca485bd0" providerId="ADAL" clId="{F3D16DED-CAA7-4BF5-81E4-89DEDE7057F7}" dt="2026-06-29T13:10:17.392" v="1980" actId="790"/>
        <pc:sldMkLst>
          <pc:docMk/>
          <pc:sldMk cId="3758073113" sldId="313"/>
        </pc:sldMkLst>
        <pc:spChg chg="mod">
          <ac:chgData name="Abir GHARBI" userId="ef92528f-00ab-4d87-966c-386bca485bd0" providerId="ADAL" clId="{F3D16DED-CAA7-4BF5-81E4-89DEDE7057F7}" dt="2026-06-29T13:10:17.392" v="1980" actId="790"/>
          <ac:spMkLst>
            <pc:docMk/>
            <pc:sldMk cId="3758073113" sldId="313"/>
            <ac:spMk id="3" creationId="{C5AE9E53-78FF-3AA4-D22A-4BD9F7950E7F}"/>
          </ac:spMkLst>
        </pc:spChg>
        <pc:spChg chg="mod">
          <ac:chgData name="Abir GHARBI" userId="ef92528f-00ab-4d87-966c-386bca485bd0" providerId="ADAL" clId="{F3D16DED-CAA7-4BF5-81E4-89DEDE7057F7}" dt="2026-06-29T13:10:17.392" v="1980" actId="790"/>
          <ac:spMkLst>
            <pc:docMk/>
            <pc:sldMk cId="3758073113" sldId="313"/>
            <ac:spMk id="6" creationId="{D232D321-EDFC-9608-1FEF-93315EA6613F}"/>
          </ac:spMkLst>
        </pc:spChg>
        <pc:spChg chg="mod">
          <ac:chgData name="Abir GHARBI" userId="ef92528f-00ab-4d87-966c-386bca485bd0" providerId="ADAL" clId="{F3D16DED-CAA7-4BF5-81E4-89DEDE7057F7}" dt="2026-06-29T13:10:17.392" v="1980" actId="790"/>
          <ac:spMkLst>
            <pc:docMk/>
            <pc:sldMk cId="3758073113" sldId="313"/>
            <ac:spMk id="15" creationId="{37A06EE6-B1EA-ABA5-186C-4F7D7FC4DCC7}"/>
          </ac:spMkLst>
        </pc:spChg>
        <pc:spChg chg="mod">
          <ac:chgData name="Abir GHARBI" userId="ef92528f-00ab-4d87-966c-386bca485bd0" providerId="ADAL" clId="{F3D16DED-CAA7-4BF5-81E4-89DEDE7057F7}" dt="2026-06-29T13:10:17.392" v="1980" actId="790"/>
          <ac:spMkLst>
            <pc:docMk/>
            <pc:sldMk cId="3758073113" sldId="313"/>
            <ac:spMk id="30" creationId="{0D654C76-96B3-9006-1C41-015E2C03FD6C}"/>
          </ac:spMkLst>
        </pc:spChg>
        <pc:spChg chg="mod">
          <ac:chgData name="Abir GHARBI" userId="ef92528f-00ab-4d87-966c-386bca485bd0" providerId="ADAL" clId="{F3D16DED-CAA7-4BF5-81E4-89DEDE7057F7}" dt="2026-06-29T13:10:17.392" v="1980" actId="790"/>
          <ac:spMkLst>
            <pc:docMk/>
            <pc:sldMk cId="3758073113" sldId="313"/>
            <ac:spMk id="46" creationId="{204FC0CC-8ABC-0C04-C595-0178428E912C}"/>
          </ac:spMkLst>
        </pc:spChg>
        <pc:spChg chg="mod">
          <ac:chgData name="Abir GHARBI" userId="ef92528f-00ab-4d87-966c-386bca485bd0" providerId="ADAL" clId="{F3D16DED-CAA7-4BF5-81E4-89DEDE7057F7}" dt="2026-06-29T13:10:17.392" v="1980" actId="790"/>
          <ac:spMkLst>
            <pc:docMk/>
            <pc:sldMk cId="3758073113" sldId="313"/>
            <ac:spMk id="50" creationId="{6506C2F6-0B07-A72D-DA2F-9D3C2FA5D8A0}"/>
          </ac:spMkLst>
        </pc:spChg>
        <pc:spChg chg="mod">
          <ac:chgData name="Abir GHARBI" userId="ef92528f-00ab-4d87-966c-386bca485bd0" providerId="ADAL" clId="{F3D16DED-CAA7-4BF5-81E4-89DEDE7057F7}" dt="2026-06-29T13:10:17.392" v="1980" actId="790"/>
          <ac:spMkLst>
            <pc:docMk/>
            <pc:sldMk cId="3758073113" sldId="313"/>
            <ac:spMk id="51" creationId="{9930BD4B-DC47-6A74-22B1-6E64B918CB50}"/>
          </ac:spMkLst>
        </pc:spChg>
        <pc:spChg chg="mod">
          <ac:chgData name="Abir GHARBI" userId="ef92528f-00ab-4d87-966c-386bca485bd0" providerId="ADAL" clId="{F3D16DED-CAA7-4BF5-81E4-89DEDE7057F7}" dt="2026-06-29T13:10:17.392" v="1980" actId="790"/>
          <ac:spMkLst>
            <pc:docMk/>
            <pc:sldMk cId="3758073113" sldId="313"/>
            <ac:spMk id="58" creationId="{31DA1FC3-79AA-3AC6-6ADE-712FBA16A92F}"/>
          </ac:spMkLst>
        </pc:spChg>
        <pc:spChg chg="mod">
          <ac:chgData name="Abir GHARBI" userId="ef92528f-00ab-4d87-966c-386bca485bd0" providerId="ADAL" clId="{F3D16DED-CAA7-4BF5-81E4-89DEDE7057F7}" dt="2026-06-29T13:10:17.392" v="1980" actId="790"/>
          <ac:spMkLst>
            <pc:docMk/>
            <pc:sldMk cId="3758073113" sldId="313"/>
            <ac:spMk id="61" creationId="{C3296C8C-F985-E8B2-E421-65EC15B72E64}"/>
          </ac:spMkLst>
        </pc:spChg>
        <pc:spChg chg="mod">
          <ac:chgData name="Abir GHARBI" userId="ef92528f-00ab-4d87-966c-386bca485bd0" providerId="ADAL" clId="{F3D16DED-CAA7-4BF5-81E4-89DEDE7057F7}" dt="2026-06-29T13:10:17.392" v="1980" actId="790"/>
          <ac:spMkLst>
            <pc:docMk/>
            <pc:sldMk cId="3758073113" sldId="313"/>
            <ac:spMk id="73" creationId="{462F4707-C041-C096-3BC3-55A1A70280BA}"/>
          </ac:spMkLst>
        </pc:spChg>
      </pc:sldChg>
      <pc:sldChg chg="modSp mod">
        <pc:chgData name="Abir GHARBI" userId="ef92528f-00ab-4d87-966c-386bca485bd0" providerId="ADAL" clId="{F3D16DED-CAA7-4BF5-81E4-89DEDE7057F7}" dt="2026-06-29T13:10:17.392" v="1980" actId="790"/>
        <pc:sldMkLst>
          <pc:docMk/>
          <pc:sldMk cId="2000042228" sldId="314"/>
        </pc:sldMkLst>
        <pc:spChg chg="mod">
          <ac:chgData name="Abir GHARBI" userId="ef92528f-00ab-4d87-966c-386bca485bd0" providerId="ADAL" clId="{F3D16DED-CAA7-4BF5-81E4-89DEDE7057F7}" dt="2026-06-29T13:10:17.392" v="1980" actId="790"/>
          <ac:spMkLst>
            <pc:docMk/>
            <pc:sldMk cId="2000042228" sldId="314"/>
            <ac:spMk id="5" creationId="{925E9D87-3D04-3DC6-B788-E1F18ECCA0E6}"/>
          </ac:spMkLst>
        </pc:spChg>
        <pc:spChg chg="mod">
          <ac:chgData name="Abir GHARBI" userId="ef92528f-00ab-4d87-966c-386bca485bd0" providerId="ADAL" clId="{F3D16DED-CAA7-4BF5-81E4-89DEDE7057F7}" dt="2026-06-29T13:10:17.392" v="1980" actId="790"/>
          <ac:spMkLst>
            <pc:docMk/>
            <pc:sldMk cId="2000042228" sldId="314"/>
            <ac:spMk id="21" creationId="{DF4F4E0C-444F-4A83-209A-FCE792445C4A}"/>
          </ac:spMkLst>
        </pc:spChg>
      </pc:sldChg>
      <pc:sldChg chg="modSp mod">
        <pc:chgData name="Abir GHARBI" userId="ef92528f-00ab-4d87-966c-386bca485bd0" providerId="ADAL" clId="{F3D16DED-CAA7-4BF5-81E4-89DEDE7057F7}" dt="2026-06-29T13:10:17.392" v="1980" actId="790"/>
        <pc:sldMkLst>
          <pc:docMk/>
          <pc:sldMk cId="0" sldId="315"/>
        </pc:sldMkLst>
        <pc:spChg chg="mod">
          <ac:chgData name="Abir GHARBI" userId="ef92528f-00ab-4d87-966c-386bca485bd0" providerId="ADAL" clId="{F3D16DED-CAA7-4BF5-81E4-89DEDE7057F7}" dt="2026-06-29T13:10:17.392" v="1980" actId="790"/>
          <ac:spMkLst>
            <pc:docMk/>
            <pc:sldMk cId="0" sldId="315"/>
            <ac:spMk id="2" creationId="{00000000-0000-0000-0000-000000000000}"/>
          </ac:spMkLst>
        </pc:spChg>
        <pc:spChg chg="mod">
          <ac:chgData name="Abir GHARBI" userId="ef92528f-00ab-4d87-966c-386bca485bd0" providerId="ADAL" clId="{F3D16DED-CAA7-4BF5-81E4-89DEDE7057F7}" dt="2026-06-29T13:10:17.392" v="1980" actId="790"/>
          <ac:spMkLst>
            <pc:docMk/>
            <pc:sldMk cId="0" sldId="315"/>
            <ac:spMk id="5" creationId="{5D7000F6-3657-B851-DA40-61B5DB848475}"/>
          </ac:spMkLst>
        </pc:spChg>
        <pc:spChg chg="mod">
          <ac:chgData name="Abir GHARBI" userId="ef92528f-00ab-4d87-966c-386bca485bd0" providerId="ADAL" clId="{F3D16DED-CAA7-4BF5-81E4-89DEDE7057F7}" dt="2026-06-29T13:10:17.392" v="1980" actId="790"/>
          <ac:spMkLst>
            <pc:docMk/>
            <pc:sldMk cId="0" sldId="315"/>
            <ac:spMk id="7" creationId="{F78B0074-D184-9D4A-2FD1-8010161CBD1A}"/>
          </ac:spMkLst>
        </pc:spChg>
        <pc:spChg chg="mod">
          <ac:chgData name="Abir GHARBI" userId="ef92528f-00ab-4d87-966c-386bca485bd0" providerId="ADAL" clId="{F3D16DED-CAA7-4BF5-81E4-89DEDE7057F7}" dt="2026-06-29T13:10:17.392" v="1980" actId="790"/>
          <ac:spMkLst>
            <pc:docMk/>
            <pc:sldMk cId="0" sldId="315"/>
            <ac:spMk id="8" creationId="{7E4FA9F5-F59D-5926-7159-891DC62E1FDA}"/>
          </ac:spMkLst>
        </pc:spChg>
        <pc:spChg chg="mod">
          <ac:chgData name="Abir GHARBI" userId="ef92528f-00ab-4d87-966c-386bca485bd0" providerId="ADAL" clId="{F3D16DED-CAA7-4BF5-81E4-89DEDE7057F7}" dt="2026-06-29T13:10:17.392" v="1980" actId="790"/>
          <ac:spMkLst>
            <pc:docMk/>
            <pc:sldMk cId="0" sldId="315"/>
            <ac:spMk id="9" creationId="{3DC8C0D3-4F14-6C4C-9A81-CEA22E5F489A}"/>
          </ac:spMkLst>
        </pc:spChg>
        <pc:spChg chg="mod">
          <ac:chgData name="Abir GHARBI" userId="ef92528f-00ab-4d87-966c-386bca485bd0" providerId="ADAL" clId="{F3D16DED-CAA7-4BF5-81E4-89DEDE7057F7}" dt="2026-06-29T13:10:17.392" v="1980" actId="790"/>
          <ac:spMkLst>
            <pc:docMk/>
            <pc:sldMk cId="0" sldId="315"/>
            <ac:spMk id="10" creationId="{28D57247-864C-41F3-9258-2EAA765E19FE}"/>
          </ac:spMkLst>
        </pc:spChg>
        <pc:spChg chg="mod">
          <ac:chgData name="Abir GHARBI" userId="ef92528f-00ab-4d87-966c-386bca485bd0" providerId="ADAL" clId="{F3D16DED-CAA7-4BF5-81E4-89DEDE7057F7}" dt="2026-06-29T13:10:17.392" v="1980" actId="790"/>
          <ac:spMkLst>
            <pc:docMk/>
            <pc:sldMk cId="0" sldId="315"/>
            <ac:spMk id="11" creationId="{E34A8314-6798-BA98-4CC9-BEF0D1B0DC2F}"/>
          </ac:spMkLst>
        </pc:spChg>
        <pc:spChg chg="mod">
          <ac:chgData name="Abir GHARBI" userId="ef92528f-00ab-4d87-966c-386bca485bd0" providerId="ADAL" clId="{F3D16DED-CAA7-4BF5-81E4-89DEDE7057F7}" dt="2026-06-29T13:10:17.392" v="1980" actId="790"/>
          <ac:spMkLst>
            <pc:docMk/>
            <pc:sldMk cId="0" sldId="315"/>
            <ac:spMk id="19" creationId="{46AB72AE-E4C8-6B09-EF09-16CD08C7AD4A}"/>
          </ac:spMkLst>
        </pc:spChg>
        <pc:spChg chg="mod">
          <ac:chgData name="Abir GHARBI" userId="ef92528f-00ab-4d87-966c-386bca485bd0" providerId="ADAL" clId="{F3D16DED-CAA7-4BF5-81E4-89DEDE7057F7}" dt="2026-06-29T13:10:17.392" v="1980" actId="790"/>
          <ac:spMkLst>
            <pc:docMk/>
            <pc:sldMk cId="0" sldId="315"/>
            <ac:spMk id="20" creationId="{00000000-0000-0000-0000-000000000000}"/>
          </ac:spMkLst>
        </pc:spChg>
        <pc:spChg chg="mod">
          <ac:chgData name="Abir GHARBI" userId="ef92528f-00ab-4d87-966c-386bca485bd0" providerId="ADAL" clId="{F3D16DED-CAA7-4BF5-81E4-89DEDE7057F7}" dt="2026-06-29T13:10:17.392" v="1980" actId="790"/>
          <ac:spMkLst>
            <pc:docMk/>
            <pc:sldMk cId="0" sldId="315"/>
            <ac:spMk id="22" creationId="{BAA4EEB4-BB7D-E65F-E3FE-0700FED15C8C}"/>
          </ac:spMkLst>
        </pc:spChg>
      </pc:sldChg>
      <pc:sldChg chg="modSp mod">
        <pc:chgData name="Abir GHARBI" userId="ef92528f-00ab-4d87-966c-386bca485bd0" providerId="ADAL" clId="{F3D16DED-CAA7-4BF5-81E4-89DEDE7057F7}" dt="2026-06-29T13:10:17.392" v="1980" actId="790"/>
        <pc:sldMkLst>
          <pc:docMk/>
          <pc:sldMk cId="2307349965" sldId="316"/>
        </pc:sldMkLst>
        <pc:spChg chg="mod">
          <ac:chgData name="Abir GHARBI" userId="ef92528f-00ab-4d87-966c-386bca485bd0" providerId="ADAL" clId="{F3D16DED-CAA7-4BF5-81E4-89DEDE7057F7}" dt="2026-06-29T13:10:17.392" v="1980" actId="790"/>
          <ac:spMkLst>
            <pc:docMk/>
            <pc:sldMk cId="2307349965" sldId="316"/>
            <ac:spMk id="2" creationId="{2029689D-76BB-A217-5E65-F07E7B87C12B}"/>
          </ac:spMkLst>
        </pc:spChg>
        <pc:spChg chg="mod">
          <ac:chgData name="Abir GHARBI" userId="ef92528f-00ab-4d87-966c-386bca485bd0" providerId="ADAL" clId="{F3D16DED-CAA7-4BF5-81E4-89DEDE7057F7}" dt="2026-06-29T13:10:17.392" v="1980" actId="790"/>
          <ac:spMkLst>
            <pc:docMk/>
            <pc:sldMk cId="2307349965" sldId="316"/>
            <ac:spMk id="56" creationId="{7AAB94FE-6E63-6062-0660-D7E1F13C59F7}"/>
          </ac:spMkLst>
        </pc:spChg>
        <pc:spChg chg="mod">
          <ac:chgData name="Abir GHARBI" userId="ef92528f-00ab-4d87-966c-386bca485bd0" providerId="ADAL" clId="{F3D16DED-CAA7-4BF5-81E4-89DEDE7057F7}" dt="2026-06-29T13:10:17.392" v="1980" actId="790"/>
          <ac:spMkLst>
            <pc:docMk/>
            <pc:sldMk cId="2307349965" sldId="316"/>
            <ac:spMk id="57" creationId="{384CB979-B888-1C47-B794-9D08B2CDD306}"/>
          </ac:spMkLst>
        </pc:spChg>
        <pc:spChg chg="mod">
          <ac:chgData name="Abir GHARBI" userId="ef92528f-00ab-4d87-966c-386bca485bd0" providerId="ADAL" clId="{F3D16DED-CAA7-4BF5-81E4-89DEDE7057F7}" dt="2026-06-29T13:10:17.392" v="1980" actId="790"/>
          <ac:spMkLst>
            <pc:docMk/>
            <pc:sldMk cId="2307349965" sldId="316"/>
            <ac:spMk id="58" creationId="{981AFD3F-9C9C-11C2-FD53-8C7FD487D39C}"/>
          </ac:spMkLst>
        </pc:spChg>
        <pc:spChg chg="mod">
          <ac:chgData name="Abir GHARBI" userId="ef92528f-00ab-4d87-966c-386bca485bd0" providerId="ADAL" clId="{F3D16DED-CAA7-4BF5-81E4-89DEDE7057F7}" dt="2026-06-29T13:10:17.392" v="1980" actId="790"/>
          <ac:spMkLst>
            <pc:docMk/>
            <pc:sldMk cId="2307349965" sldId="316"/>
            <ac:spMk id="60" creationId="{7A20FF5D-260E-5161-CED9-C423B414E29A}"/>
          </ac:spMkLst>
        </pc:spChg>
        <pc:spChg chg="mod">
          <ac:chgData name="Abir GHARBI" userId="ef92528f-00ab-4d87-966c-386bca485bd0" providerId="ADAL" clId="{F3D16DED-CAA7-4BF5-81E4-89DEDE7057F7}" dt="2026-06-29T13:10:17.392" v="1980" actId="790"/>
          <ac:spMkLst>
            <pc:docMk/>
            <pc:sldMk cId="2307349965" sldId="316"/>
            <ac:spMk id="63" creationId="{00000000-0000-0000-0000-000000000000}"/>
          </ac:spMkLst>
        </pc:spChg>
        <pc:spChg chg="mod">
          <ac:chgData name="Abir GHARBI" userId="ef92528f-00ab-4d87-966c-386bca485bd0" providerId="ADAL" clId="{F3D16DED-CAA7-4BF5-81E4-89DEDE7057F7}" dt="2026-06-29T13:10:17.392" v="1980" actId="790"/>
          <ac:spMkLst>
            <pc:docMk/>
            <pc:sldMk cId="2307349965" sldId="316"/>
            <ac:spMk id="257" creationId="{00000000-0000-0000-0000-000000000000}"/>
          </ac:spMkLst>
        </pc:spChg>
        <pc:spChg chg="mod">
          <ac:chgData name="Abir GHARBI" userId="ef92528f-00ab-4d87-966c-386bca485bd0" providerId="ADAL" clId="{F3D16DED-CAA7-4BF5-81E4-89DEDE7057F7}" dt="2026-06-29T13:10:17.392" v="1980" actId="790"/>
          <ac:spMkLst>
            <pc:docMk/>
            <pc:sldMk cId="2307349965" sldId="316"/>
            <ac:spMk id="258" creationId="{00000000-0000-0000-0000-000000000000}"/>
          </ac:spMkLst>
        </pc:spChg>
        <pc:spChg chg="mod">
          <ac:chgData name="Abir GHARBI" userId="ef92528f-00ab-4d87-966c-386bca485bd0" providerId="ADAL" clId="{F3D16DED-CAA7-4BF5-81E4-89DEDE7057F7}" dt="2026-06-29T13:10:17.392" v="1980" actId="790"/>
          <ac:spMkLst>
            <pc:docMk/>
            <pc:sldMk cId="2307349965" sldId="316"/>
            <ac:spMk id="261" creationId="{00000000-0000-0000-0000-000000000000}"/>
          </ac:spMkLst>
        </pc:spChg>
        <pc:spChg chg="mod">
          <ac:chgData name="Abir GHARBI" userId="ef92528f-00ab-4d87-966c-386bca485bd0" providerId="ADAL" clId="{F3D16DED-CAA7-4BF5-81E4-89DEDE7057F7}" dt="2026-06-29T13:10:17.392" v="1980" actId="790"/>
          <ac:spMkLst>
            <pc:docMk/>
            <pc:sldMk cId="2307349965" sldId="316"/>
            <ac:spMk id="262" creationId="{00000000-0000-0000-0000-000000000000}"/>
          </ac:spMkLst>
        </pc:spChg>
      </pc:sldChg>
      <pc:sldChg chg="modSp mod">
        <pc:chgData name="Abir GHARBI" userId="ef92528f-00ab-4d87-966c-386bca485bd0" providerId="ADAL" clId="{F3D16DED-CAA7-4BF5-81E4-89DEDE7057F7}" dt="2026-06-29T13:10:17.392" v="1980" actId="790"/>
        <pc:sldMkLst>
          <pc:docMk/>
          <pc:sldMk cId="2704893140" sldId="317"/>
        </pc:sldMkLst>
        <pc:spChg chg="mod">
          <ac:chgData name="Abir GHARBI" userId="ef92528f-00ab-4d87-966c-386bca485bd0" providerId="ADAL" clId="{F3D16DED-CAA7-4BF5-81E4-89DEDE7057F7}" dt="2026-06-29T13:10:17.392" v="1980" actId="790"/>
          <ac:spMkLst>
            <pc:docMk/>
            <pc:sldMk cId="2704893140" sldId="317"/>
            <ac:spMk id="2" creationId="{2521AF99-3107-EE01-17A8-FC208FEA5454}"/>
          </ac:spMkLst>
        </pc:spChg>
        <pc:spChg chg="mod">
          <ac:chgData name="Abir GHARBI" userId="ef92528f-00ab-4d87-966c-386bca485bd0" providerId="ADAL" clId="{F3D16DED-CAA7-4BF5-81E4-89DEDE7057F7}" dt="2026-06-29T13:10:17.392" v="1980" actId="790"/>
          <ac:spMkLst>
            <pc:docMk/>
            <pc:sldMk cId="2704893140" sldId="317"/>
            <ac:spMk id="11" creationId="{F6C642AA-7E81-7077-F21B-6792A0BE72A3}"/>
          </ac:spMkLst>
        </pc:spChg>
        <pc:spChg chg="mod">
          <ac:chgData name="Abir GHARBI" userId="ef92528f-00ab-4d87-966c-386bca485bd0" providerId="ADAL" clId="{F3D16DED-CAA7-4BF5-81E4-89DEDE7057F7}" dt="2026-06-29T13:10:17.392" v="1980" actId="790"/>
          <ac:spMkLst>
            <pc:docMk/>
            <pc:sldMk cId="2704893140" sldId="317"/>
            <ac:spMk id="13" creationId="{F9CD6689-BEBD-2F13-1A1B-374E4CB2B55B}"/>
          </ac:spMkLst>
        </pc:spChg>
        <pc:spChg chg="mod">
          <ac:chgData name="Abir GHARBI" userId="ef92528f-00ab-4d87-966c-386bca485bd0" providerId="ADAL" clId="{F3D16DED-CAA7-4BF5-81E4-89DEDE7057F7}" dt="2026-06-29T13:10:17.392" v="1980" actId="790"/>
          <ac:spMkLst>
            <pc:docMk/>
            <pc:sldMk cId="2704893140" sldId="317"/>
            <ac:spMk id="15" creationId="{90A362B6-48EA-7FD6-E54F-19AC9CBD9EBA}"/>
          </ac:spMkLst>
        </pc:spChg>
        <pc:spChg chg="mod">
          <ac:chgData name="Abir GHARBI" userId="ef92528f-00ab-4d87-966c-386bca485bd0" providerId="ADAL" clId="{F3D16DED-CAA7-4BF5-81E4-89DEDE7057F7}" dt="2026-06-29T13:10:17.392" v="1980" actId="790"/>
          <ac:spMkLst>
            <pc:docMk/>
            <pc:sldMk cId="2704893140" sldId="317"/>
            <ac:spMk id="17" creationId="{347990E2-79CE-CD1E-3A7B-5F7282654101}"/>
          </ac:spMkLst>
        </pc:spChg>
        <pc:spChg chg="mod">
          <ac:chgData name="Abir GHARBI" userId="ef92528f-00ab-4d87-966c-386bca485bd0" providerId="ADAL" clId="{F3D16DED-CAA7-4BF5-81E4-89DEDE7057F7}" dt="2026-06-29T13:10:17.392" v="1980" actId="790"/>
          <ac:spMkLst>
            <pc:docMk/>
            <pc:sldMk cId="2704893140" sldId="317"/>
            <ac:spMk id="19" creationId="{2155FA72-C5C9-1BDA-2548-877EAE2AD51F}"/>
          </ac:spMkLst>
        </pc:spChg>
        <pc:spChg chg="mod">
          <ac:chgData name="Abir GHARBI" userId="ef92528f-00ab-4d87-966c-386bca485bd0" providerId="ADAL" clId="{F3D16DED-CAA7-4BF5-81E4-89DEDE7057F7}" dt="2026-06-29T13:10:17.392" v="1980" actId="790"/>
          <ac:spMkLst>
            <pc:docMk/>
            <pc:sldMk cId="2704893140" sldId="317"/>
            <ac:spMk id="24" creationId="{1940F46C-201E-577B-0BCC-6E736F50F622}"/>
          </ac:spMkLst>
        </pc:spChg>
        <pc:spChg chg="mod">
          <ac:chgData name="Abir GHARBI" userId="ef92528f-00ab-4d87-966c-386bca485bd0" providerId="ADAL" clId="{F3D16DED-CAA7-4BF5-81E4-89DEDE7057F7}" dt="2026-06-29T13:10:17.392" v="1980" actId="790"/>
          <ac:spMkLst>
            <pc:docMk/>
            <pc:sldMk cId="2704893140" sldId="317"/>
            <ac:spMk id="56" creationId="{1435889F-17B9-2B99-3D55-9CBCFBCFAB79}"/>
          </ac:spMkLst>
        </pc:spChg>
        <pc:spChg chg="mod">
          <ac:chgData name="Abir GHARBI" userId="ef92528f-00ab-4d87-966c-386bca485bd0" providerId="ADAL" clId="{F3D16DED-CAA7-4BF5-81E4-89DEDE7057F7}" dt="2026-06-29T13:10:17.392" v="1980" actId="790"/>
          <ac:spMkLst>
            <pc:docMk/>
            <pc:sldMk cId="2704893140" sldId="317"/>
            <ac:spMk id="58" creationId="{46057FC4-FCB4-85B8-B99A-E44E1858FE6D}"/>
          </ac:spMkLst>
        </pc:spChg>
        <pc:spChg chg="mod">
          <ac:chgData name="Abir GHARBI" userId="ef92528f-00ab-4d87-966c-386bca485bd0" providerId="ADAL" clId="{F3D16DED-CAA7-4BF5-81E4-89DEDE7057F7}" dt="2026-06-29T13:10:17.392" v="1980" actId="790"/>
          <ac:spMkLst>
            <pc:docMk/>
            <pc:sldMk cId="2704893140" sldId="317"/>
            <ac:spMk id="73" creationId="{9EA43E94-496C-74BC-2928-568F4E08B1FE}"/>
          </ac:spMkLst>
        </pc:spChg>
      </pc:sldChg>
      <pc:sldChg chg="modSp mod">
        <pc:chgData name="Abir GHARBI" userId="ef92528f-00ab-4d87-966c-386bca485bd0" providerId="ADAL" clId="{F3D16DED-CAA7-4BF5-81E4-89DEDE7057F7}" dt="2026-06-29T13:10:17.392" v="1980" actId="790"/>
        <pc:sldMkLst>
          <pc:docMk/>
          <pc:sldMk cId="0" sldId="318"/>
        </pc:sldMkLst>
        <pc:spChg chg="mod">
          <ac:chgData name="Abir GHARBI" userId="ef92528f-00ab-4d87-966c-386bca485bd0" providerId="ADAL" clId="{F3D16DED-CAA7-4BF5-81E4-89DEDE7057F7}" dt="2026-06-29T13:10:17.392" v="1980" actId="790"/>
          <ac:spMkLst>
            <pc:docMk/>
            <pc:sldMk cId="0" sldId="318"/>
            <ac:spMk id="2" creationId="{00000000-0000-0000-0000-000000000000}"/>
          </ac:spMkLst>
        </pc:spChg>
        <pc:spChg chg="mod">
          <ac:chgData name="Abir GHARBI" userId="ef92528f-00ab-4d87-966c-386bca485bd0" providerId="ADAL" clId="{F3D16DED-CAA7-4BF5-81E4-89DEDE7057F7}" dt="2026-06-29T13:10:17.392" v="1980" actId="790"/>
          <ac:spMkLst>
            <pc:docMk/>
            <pc:sldMk cId="0" sldId="318"/>
            <ac:spMk id="4" creationId="{D257149D-A227-0A19-9853-FDE4560A0FF0}"/>
          </ac:spMkLst>
        </pc:spChg>
        <pc:spChg chg="mod">
          <ac:chgData name="Abir GHARBI" userId="ef92528f-00ab-4d87-966c-386bca485bd0" providerId="ADAL" clId="{F3D16DED-CAA7-4BF5-81E4-89DEDE7057F7}" dt="2026-06-29T13:10:17.392" v="1980" actId="790"/>
          <ac:spMkLst>
            <pc:docMk/>
            <pc:sldMk cId="0" sldId="318"/>
            <ac:spMk id="9" creationId="{1EA12F07-0C3B-C9F4-0B2B-A8C38C7D101F}"/>
          </ac:spMkLst>
        </pc:spChg>
        <pc:spChg chg="mod">
          <ac:chgData name="Abir GHARBI" userId="ef92528f-00ab-4d87-966c-386bca485bd0" providerId="ADAL" clId="{F3D16DED-CAA7-4BF5-81E4-89DEDE7057F7}" dt="2026-06-29T13:10:17.392" v="1980" actId="790"/>
          <ac:spMkLst>
            <pc:docMk/>
            <pc:sldMk cId="0" sldId="318"/>
            <ac:spMk id="20" creationId="{00000000-0000-0000-0000-000000000000}"/>
          </ac:spMkLst>
        </pc:spChg>
      </pc:sldChg>
      <pc:sldChg chg="modSp mod">
        <pc:chgData name="Abir GHARBI" userId="ef92528f-00ab-4d87-966c-386bca485bd0" providerId="ADAL" clId="{F3D16DED-CAA7-4BF5-81E4-89DEDE7057F7}" dt="2026-06-29T13:10:17.392" v="1980" actId="790"/>
        <pc:sldMkLst>
          <pc:docMk/>
          <pc:sldMk cId="0" sldId="319"/>
        </pc:sldMkLst>
        <pc:spChg chg="mod">
          <ac:chgData name="Abir GHARBI" userId="ef92528f-00ab-4d87-966c-386bca485bd0" providerId="ADAL" clId="{F3D16DED-CAA7-4BF5-81E4-89DEDE7057F7}" dt="2026-06-29T13:10:17.392" v="1980" actId="790"/>
          <ac:spMkLst>
            <pc:docMk/>
            <pc:sldMk cId="0" sldId="319"/>
            <ac:spMk id="2" creationId="{00000000-0000-0000-0000-000000000000}"/>
          </ac:spMkLst>
        </pc:spChg>
        <pc:spChg chg="mod">
          <ac:chgData name="Abir GHARBI" userId="ef92528f-00ab-4d87-966c-386bca485bd0" providerId="ADAL" clId="{F3D16DED-CAA7-4BF5-81E4-89DEDE7057F7}" dt="2026-06-29T13:10:17.392" v="1980" actId="790"/>
          <ac:spMkLst>
            <pc:docMk/>
            <pc:sldMk cId="0" sldId="319"/>
            <ac:spMk id="3" creationId="{0655831E-B312-82E8-50A6-C3E668863480}"/>
          </ac:spMkLst>
        </pc:spChg>
        <pc:spChg chg="mod">
          <ac:chgData name="Abir GHARBI" userId="ef92528f-00ab-4d87-966c-386bca485bd0" providerId="ADAL" clId="{F3D16DED-CAA7-4BF5-81E4-89DEDE7057F7}" dt="2026-06-29T13:10:17.392" v="1980" actId="790"/>
          <ac:spMkLst>
            <pc:docMk/>
            <pc:sldMk cId="0" sldId="319"/>
            <ac:spMk id="4" creationId="{04015AFE-14CC-F4E7-F49E-4ED8E899BDE5}"/>
          </ac:spMkLst>
        </pc:spChg>
        <pc:spChg chg="mod">
          <ac:chgData name="Abir GHARBI" userId="ef92528f-00ab-4d87-966c-386bca485bd0" providerId="ADAL" clId="{F3D16DED-CAA7-4BF5-81E4-89DEDE7057F7}" dt="2026-06-29T13:10:17.392" v="1980" actId="790"/>
          <ac:spMkLst>
            <pc:docMk/>
            <pc:sldMk cId="0" sldId="319"/>
            <ac:spMk id="5" creationId="{CAFE0A28-AE2F-7942-E638-851F41E91F22}"/>
          </ac:spMkLst>
        </pc:spChg>
        <pc:spChg chg="mod">
          <ac:chgData name="Abir GHARBI" userId="ef92528f-00ab-4d87-966c-386bca485bd0" providerId="ADAL" clId="{F3D16DED-CAA7-4BF5-81E4-89DEDE7057F7}" dt="2026-06-29T13:10:17.392" v="1980" actId="790"/>
          <ac:spMkLst>
            <pc:docMk/>
            <pc:sldMk cId="0" sldId="319"/>
            <ac:spMk id="20" creationId="{00000000-0000-0000-0000-000000000000}"/>
          </ac:spMkLst>
        </pc:spChg>
      </pc:sldChg>
      <pc:sldChg chg="modSp mod">
        <pc:chgData name="Abir GHARBI" userId="ef92528f-00ab-4d87-966c-386bca485bd0" providerId="ADAL" clId="{F3D16DED-CAA7-4BF5-81E4-89DEDE7057F7}" dt="2026-06-29T13:10:17.392" v="1980" actId="790"/>
        <pc:sldMkLst>
          <pc:docMk/>
          <pc:sldMk cId="0" sldId="320"/>
        </pc:sldMkLst>
        <pc:spChg chg="mod">
          <ac:chgData name="Abir GHARBI" userId="ef92528f-00ab-4d87-966c-386bca485bd0" providerId="ADAL" clId="{F3D16DED-CAA7-4BF5-81E4-89DEDE7057F7}" dt="2026-06-29T13:10:17.392" v="1980" actId="790"/>
          <ac:spMkLst>
            <pc:docMk/>
            <pc:sldMk cId="0" sldId="320"/>
            <ac:spMk id="2" creationId="{00000000-0000-0000-0000-000000000000}"/>
          </ac:spMkLst>
        </pc:spChg>
        <pc:spChg chg="mod">
          <ac:chgData name="Abir GHARBI" userId="ef92528f-00ab-4d87-966c-386bca485bd0" providerId="ADAL" clId="{F3D16DED-CAA7-4BF5-81E4-89DEDE7057F7}" dt="2026-06-29T13:10:17.392" v="1980" actId="790"/>
          <ac:spMkLst>
            <pc:docMk/>
            <pc:sldMk cId="0" sldId="320"/>
            <ac:spMk id="3" creationId="{DF5870AA-C069-20D1-681B-546E1DA11FB0}"/>
          </ac:spMkLst>
        </pc:spChg>
        <pc:spChg chg="mod">
          <ac:chgData name="Abir GHARBI" userId="ef92528f-00ab-4d87-966c-386bca485bd0" providerId="ADAL" clId="{F3D16DED-CAA7-4BF5-81E4-89DEDE7057F7}" dt="2026-06-29T13:10:17.392" v="1980" actId="790"/>
          <ac:spMkLst>
            <pc:docMk/>
            <pc:sldMk cId="0" sldId="320"/>
            <ac:spMk id="4" creationId="{136C49D2-6982-5856-22BC-4C73226FED83}"/>
          </ac:spMkLst>
        </pc:spChg>
        <pc:spChg chg="mod">
          <ac:chgData name="Abir GHARBI" userId="ef92528f-00ab-4d87-966c-386bca485bd0" providerId="ADAL" clId="{F3D16DED-CAA7-4BF5-81E4-89DEDE7057F7}" dt="2026-06-29T13:10:17.392" v="1980" actId="790"/>
          <ac:spMkLst>
            <pc:docMk/>
            <pc:sldMk cId="0" sldId="320"/>
            <ac:spMk id="5" creationId="{C39A084D-1FCE-22CB-F6C8-E1B095EAA64F}"/>
          </ac:spMkLst>
        </pc:spChg>
        <pc:spChg chg="mod">
          <ac:chgData name="Abir GHARBI" userId="ef92528f-00ab-4d87-966c-386bca485bd0" providerId="ADAL" clId="{F3D16DED-CAA7-4BF5-81E4-89DEDE7057F7}" dt="2026-06-29T13:10:17.392" v="1980" actId="790"/>
          <ac:spMkLst>
            <pc:docMk/>
            <pc:sldMk cId="0" sldId="320"/>
            <ac:spMk id="10" creationId="{00000000-0000-0000-0000-000000000000}"/>
          </ac:spMkLst>
        </pc:spChg>
        <pc:spChg chg="mod">
          <ac:chgData name="Abir GHARBI" userId="ef92528f-00ab-4d87-966c-386bca485bd0" providerId="ADAL" clId="{F3D16DED-CAA7-4BF5-81E4-89DEDE7057F7}" dt="2026-06-29T13:10:17.392" v="1980" actId="790"/>
          <ac:spMkLst>
            <pc:docMk/>
            <pc:sldMk cId="0" sldId="320"/>
            <ac:spMk id="20" creationId="{00000000-0000-0000-0000-000000000000}"/>
          </ac:spMkLst>
        </pc:spChg>
      </pc:sldChg>
      <pc:sldChg chg="addSp delSp modSp mod">
        <pc:chgData name="Abir GHARBI" userId="ef92528f-00ab-4d87-966c-386bca485bd0" providerId="ADAL" clId="{F3D16DED-CAA7-4BF5-81E4-89DEDE7057F7}" dt="2026-06-29T13:10:17.392" v="1980" actId="790"/>
        <pc:sldMkLst>
          <pc:docMk/>
          <pc:sldMk cId="0" sldId="321"/>
        </pc:sldMkLst>
        <pc:spChg chg="mod">
          <ac:chgData name="Abir GHARBI" userId="ef92528f-00ab-4d87-966c-386bca485bd0" providerId="ADAL" clId="{F3D16DED-CAA7-4BF5-81E4-89DEDE7057F7}" dt="2026-06-29T13:10:17.392" v="1980" actId="790"/>
          <ac:spMkLst>
            <pc:docMk/>
            <pc:sldMk cId="0" sldId="321"/>
            <ac:spMk id="4" creationId="{D4D0EAA0-EE86-5281-247F-25896E441F2D}"/>
          </ac:spMkLst>
        </pc:spChg>
        <pc:spChg chg="mod">
          <ac:chgData name="Abir GHARBI" userId="ef92528f-00ab-4d87-966c-386bca485bd0" providerId="ADAL" clId="{F3D16DED-CAA7-4BF5-81E4-89DEDE7057F7}" dt="2026-06-29T13:10:17.392" v="1980" actId="790"/>
          <ac:spMkLst>
            <pc:docMk/>
            <pc:sldMk cId="0" sldId="321"/>
            <ac:spMk id="12" creationId="{00658A91-A8EF-1C47-1A3B-EA58EFCDFE51}"/>
          </ac:spMkLst>
        </pc:spChg>
        <pc:spChg chg="mod">
          <ac:chgData name="Abir GHARBI" userId="ef92528f-00ab-4d87-966c-386bca485bd0" providerId="ADAL" clId="{F3D16DED-CAA7-4BF5-81E4-89DEDE7057F7}" dt="2026-06-29T13:10:17.392" v="1980" actId="790"/>
          <ac:spMkLst>
            <pc:docMk/>
            <pc:sldMk cId="0" sldId="321"/>
            <ac:spMk id="18" creationId="{4EB821BD-DD97-6C3E-19DE-BAA4C80108B5}"/>
          </ac:spMkLst>
        </pc:spChg>
        <pc:spChg chg="add mod">
          <ac:chgData name="Abir GHARBI" userId="ef92528f-00ab-4d87-966c-386bca485bd0" providerId="ADAL" clId="{F3D16DED-CAA7-4BF5-81E4-89DEDE7057F7}" dt="2026-06-29T13:10:17.392" v="1980" actId="790"/>
          <ac:spMkLst>
            <pc:docMk/>
            <pc:sldMk cId="0" sldId="321"/>
            <ac:spMk id="24" creationId="{F8157EF1-CE6A-8CB5-5C94-8D669094CC84}"/>
          </ac:spMkLst>
        </pc:spChg>
        <pc:spChg chg="mod">
          <ac:chgData name="Abir GHARBI" userId="ef92528f-00ab-4d87-966c-386bca485bd0" providerId="ADAL" clId="{F3D16DED-CAA7-4BF5-81E4-89DEDE7057F7}" dt="2026-06-29T13:10:17.392" v="1980" actId="790"/>
          <ac:spMkLst>
            <pc:docMk/>
            <pc:sldMk cId="0" sldId="321"/>
            <ac:spMk id="29" creationId="{F5EC7325-22CA-54D9-0D1D-5EC08C455A80}"/>
          </ac:spMkLst>
        </pc:spChg>
        <pc:spChg chg="mod">
          <ac:chgData name="Abir GHARBI" userId="ef92528f-00ab-4d87-966c-386bca485bd0" providerId="ADAL" clId="{F3D16DED-CAA7-4BF5-81E4-89DEDE7057F7}" dt="2026-06-29T13:10:17.392" v="1980" actId="790"/>
          <ac:spMkLst>
            <pc:docMk/>
            <pc:sldMk cId="0" sldId="321"/>
            <ac:spMk id="36" creationId="{DEE7FB59-C0F6-4A98-6988-0EA67C107767}"/>
          </ac:spMkLst>
        </pc:spChg>
        <pc:spChg chg="mod">
          <ac:chgData name="Abir GHARBI" userId="ef92528f-00ab-4d87-966c-386bca485bd0" providerId="ADAL" clId="{F3D16DED-CAA7-4BF5-81E4-89DEDE7057F7}" dt="2026-06-29T13:10:17.392" v="1980" actId="790"/>
          <ac:spMkLst>
            <pc:docMk/>
            <pc:sldMk cId="0" sldId="321"/>
            <ac:spMk id="37" creationId="{4343178F-1DB1-DACA-121E-9ACFBE75D2F6}"/>
          </ac:spMkLst>
        </pc:spChg>
        <pc:spChg chg="mod">
          <ac:chgData name="Abir GHARBI" userId="ef92528f-00ab-4d87-966c-386bca485bd0" providerId="ADAL" clId="{F3D16DED-CAA7-4BF5-81E4-89DEDE7057F7}" dt="2026-06-29T13:10:17.392" v="1980" actId="790"/>
          <ac:spMkLst>
            <pc:docMk/>
            <pc:sldMk cId="0" sldId="321"/>
            <ac:spMk id="44" creationId="{F6A13187-6954-824D-7B67-EA8A9EDEF4CA}"/>
          </ac:spMkLst>
        </pc:spChg>
      </pc:sldChg>
      <pc:sldChg chg="modSp mod">
        <pc:chgData name="Abir GHARBI" userId="ef92528f-00ab-4d87-966c-386bca485bd0" providerId="ADAL" clId="{F3D16DED-CAA7-4BF5-81E4-89DEDE7057F7}" dt="2026-06-29T13:10:17.392" v="1980" actId="790"/>
        <pc:sldMkLst>
          <pc:docMk/>
          <pc:sldMk cId="224749003" sldId="343"/>
        </pc:sldMkLst>
        <pc:spChg chg="mod">
          <ac:chgData name="Abir GHARBI" userId="ef92528f-00ab-4d87-966c-386bca485bd0" providerId="ADAL" clId="{F3D16DED-CAA7-4BF5-81E4-89DEDE7057F7}" dt="2026-06-29T13:10:17.392" v="1980" actId="790"/>
          <ac:spMkLst>
            <pc:docMk/>
            <pc:sldMk cId="224749003" sldId="343"/>
            <ac:spMk id="3" creationId="{97035D76-5D77-9771-AE63-EF590A868323}"/>
          </ac:spMkLst>
        </pc:spChg>
        <pc:spChg chg="mod">
          <ac:chgData name="Abir GHARBI" userId="ef92528f-00ab-4d87-966c-386bca485bd0" providerId="ADAL" clId="{F3D16DED-CAA7-4BF5-81E4-89DEDE7057F7}" dt="2026-06-29T13:10:17.392" v="1980" actId="790"/>
          <ac:spMkLst>
            <pc:docMk/>
            <pc:sldMk cId="224749003" sldId="343"/>
            <ac:spMk id="21" creationId="{182684DD-E71E-24A5-EF7B-7B4896385E96}"/>
          </ac:spMkLst>
        </pc:spChg>
        <pc:spChg chg="mod">
          <ac:chgData name="Abir GHARBI" userId="ef92528f-00ab-4d87-966c-386bca485bd0" providerId="ADAL" clId="{F3D16DED-CAA7-4BF5-81E4-89DEDE7057F7}" dt="2026-06-29T13:10:17.392" v="1980" actId="790"/>
          <ac:spMkLst>
            <pc:docMk/>
            <pc:sldMk cId="224749003" sldId="343"/>
            <ac:spMk id="23" creationId="{629511D7-12C4-1BA8-8662-FF51C34DE966}"/>
          </ac:spMkLst>
        </pc:spChg>
        <pc:spChg chg="mod">
          <ac:chgData name="Abir GHARBI" userId="ef92528f-00ab-4d87-966c-386bca485bd0" providerId="ADAL" clId="{F3D16DED-CAA7-4BF5-81E4-89DEDE7057F7}" dt="2026-06-29T13:10:17.392" v="1980" actId="790"/>
          <ac:spMkLst>
            <pc:docMk/>
            <pc:sldMk cId="224749003" sldId="343"/>
            <ac:spMk id="25" creationId="{B179619F-6052-0E04-5CD4-165A2D84A31E}"/>
          </ac:spMkLst>
        </pc:spChg>
        <pc:spChg chg="mod">
          <ac:chgData name="Abir GHARBI" userId="ef92528f-00ab-4d87-966c-386bca485bd0" providerId="ADAL" clId="{F3D16DED-CAA7-4BF5-81E4-89DEDE7057F7}" dt="2026-06-29T13:10:17.392" v="1980" actId="790"/>
          <ac:spMkLst>
            <pc:docMk/>
            <pc:sldMk cId="224749003" sldId="343"/>
            <ac:spMk id="26" creationId="{AB7E0DA6-0F84-BB3B-4126-DC69FE366351}"/>
          </ac:spMkLst>
        </pc:spChg>
        <pc:spChg chg="mod">
          <ac:chgData name="Abir GHARBI" userId="ef92528f-00ab-4d87-966c-386bca485bd0" providerId="ADAL" clId="{F3D16DED-CAA7-4BF5-81E4-89DEDE7057F7}" dt="2026-06-29T13:10:17.392" v="1980" actId="790"/>
          <ac:spMkLst>
            <pc:docMk/>
            <pc:sldMk cId="224749003" sldId="343"/>
            <ac:spMk id="31" creationId="{7BBB5622-4666-89AE-1B84-EC0D7079E7F3}"/>
          </ac:spMkLst>
        </pc:spChg>
        <pc:spChg chg="mod">
          <ac:chgData name="Abir GHARBI" userId="ef92528f-00ab-4d87-966c-386bca485bd0" providerId="ADAL" clId="{F3D16DED-CAA7-4BF5-81E4-89DEDE7057F7}" dt="2026-06-29T13:10:17.392" v="1980" actId="790"/>
          <ac:spMkLst>
            <pc:docMk/>
            <pc:sldMk cId="224749003" sldId="343"/>
            <ac:spMk id="32" creationId="{03136A8F-DA66-501E-2070-5498829CEC84}"/>
          </ac:spMkLst>
        </pc:spChg>
        <pc:spChg chg="mod">
          <ac:chgData name="Abir GHARBI" userId="ef92528f-00ab-4d87-966c-386bca485bd0" providerId="ADAL" clId="{F3D16DED-CAA7-4BF5-81E4-89DEDE7057F7}" dt="2026-06-29T13:10:17.392" v="1980" actId="790"/>
          <ac:spMkLst>
            <pc:docMk/>
            <pc:sldMk cId="224749003" sldId="343"/>
            <ac:spMk id="38" creationId="{72FED638-CCAB-01FD-C114-52E9093BE7B7}"/>
          </ac:spMkLst>
        </pc:spChg>
        <pc:spChg chg="mod">
          <ac:chgData name="Abir GHARBI" userId="ef92528f-00ab-4d87-966c-386bca485bd0" providerId="ADAL" clId="{F3D16DED-CAA7-4BF5-81E4-89DEDE7057F7}" dt="2026-06-29T13:10:17.392" v="1980" actId="790"/>
          <ac:spMkLst>
            <pc:docMk/>
            <pc:sldMk cId="224749003" sldId="343"/>
            <ac:spMk id="39" creationId="{07013E7E-BC63-0D47-9241-E036D4D7480C}"/>
          </ac:spMkLst>
        </pc:spChg>
        <pc:spChg chg="mod">
          <ac:chgData name="Abir GHARBI" userId="ef92528f-00ab-4d87-966c-386bca485bd0" providerId="ADAL" clId="{F3D16DED-CAA7-4BF5-81E4-89DEDE7057F7}" dt="2026-06-29T13:10:17.392" v="1980" actId="790"/>
          <ac:spMkLst>
            <pc:docMk/>
            <pc:sldMk cId="224749003" sldId="343"/>
            <ac:spMk id="56" creationId="{5508897E-A805-11DA-216A-08FE2B68C2B6}"/>
          </ac:spMkLst>
        </pc:spChg>
      </pc:sldChg>
      <pc:sldChg chg="modSp mod">
        <pc:chgData name="Abir GHARBI" userId="ef92528f-00ab-4d87-966c-386bca485bd0" providerId="ADAL" clId="{F3D16DED-CAA7-4BF5-81E4-89DEDE7057F7}" dt="2026-06-29T13:10:17.392" v="1980" actId="790"/>
        <pc:sldMkLst>
          <pc:docMk/>
          <pc:sldMk cId="3360266708" sldId="345"/>
        </pc:sldMkLst>
        <pc:spChg chg="mod">
          <ac:chgData name="Abir GHARBI" userId="ef92528f-00ab-4d87-966c-386bca485bd0" providerId="ADAL" clId="{F3D16DED-CAA7-4BF5-81E4-89DEDE7057F7}" dt="2026-06-29T13:10:17.392" v="1980" actId="790"/>
          <ac:spMkLst>
            <pc:docMk/>
            <pc:sldMk cId="3360266708" sldId="345"/>
            <ac:spMk id="2" creationId="{CF998D09-D7D6-7F14-3DFD-221DE823F677}"/>
          </ac:spMkLst>
        </pc:spChg>
        <pc:spChg chg="mod">
          <ac:chgData name="Abir GHARBI" userId="ef92528f-00ab-4d87-966c-386bca485bd0" providerId="ADAL" clId="{F3D16DED-CAA7-4BF5-81E4-89DEDE7057F7}" dt="2026-06-29T13:10:17.392" v="1980" actId="790"/>
          <ac:spMkLst>
            <pc:docMk/>
            <pc:sldMk cId="3360266708" sldId="345"/>
            <ac:spMk id="4" creationId="{19F3C644-5DE4-D59B-24CE-567B3DB5D6BE}"/>
          </ac:spMkLst>
        </pc:spChg>
        <pc:spChg chg="mod">
          <ac:chgData name="Abir GHARBI" userId="ef92528f-00ab-4d87-966c-386bca485bd0" providerId="ADAL" clId="{F3D16DED-CAA7-4BF5-81E4-89DEDE7057F7}" dt="2026-06-29T13:10:17.392" v="1980" actId="790"/>
          <ac:spMkLst>
            <pc:docMk/>
            <pc:sldMk cId="3360266708" sldId="345"/>
            <ac:spMk id="9" creationId="{D6ADF94A-D18F-557B-D3BD-666F72DE2686}"/>
          </ac:spMkLst>
        </pc:spChg>
        <pc:spChg chg="mod">
          <ac:chgData name="Abir GHARBI" userId="ef92528f-00ab-4d87-966c-386bca485bd0" providerId="ADAL" clId="{F3D16DED-CAA7-4BF5-81E4-89DEDE7057F7}" dt="2026-06-29T13:10:17.392" v="1980" actId="790"/>
          <ac:spMkLst>
            <pc:docMk/>
            <pc:sldMk cId="3360266708" sldId="345"/>
            <ac:spMk id="13" creationId="{18B0453C-A8B4-066C-76FA-3CB7091CDEF1}"/>
          </ac:spMkLst>
        </pc:spChg>
        <pc:spChg chg="mod">
          <ac:chgData name="Abir GHARBI" userId="ef92528f-00ab-4d87-966c-386bca485bd0" providerId="ADAL" clId="{F3D16DED-CAA7-4BF5-81E4-89DEDE7057F7}" dt="2026-06-29T13:10:17.392" v="1980" actId="790"/>
          <ac:spMkLst>
            <pc:docMk/>
            <pc:sldMk cId="3360266708" sldId="345"/>
            <ac:spMk id="56" creationId="{D15D4270-FBC4-556D-BCA0-B39FFFAC789B}"/>
          </ac:spMkLst>
        </pc:spChg>
        <pc:spChg chg="mod">
          <ac:chgData name="Abir GHARBI" userId="ef92528f-00ab-4d87-966c-386bca485bd0" providerId="ADAL" clId="{F3D16DED-CAA7-4BF5-81E4-89DEDE7057F7}" dt="2026-06-29T13:10:17.392" v="1980" actId="790"/>
          <ac:spMkLst>
            <pc:docMk/>
            <pc:sldMk cId="3360266708" sldId="345"/>
            <ac:spMk id="57" creationId="{812D244D-1F34-B011-8D32-D426B4DD2077}"/>
          </ac:spMkLst>
        </pc:spChg>
        <pc:spChg chg="mod">
          <ac:chgData name="Abir GHARBI" userId="ef92528f-00ab-4d87-966c-386bca485bd0" providerId="ADAL" clId="{F3D16DED-CAA7-4BF5-81E4-89DEDE7057F7}" dt="2026-06-29T13:10:17.392" v="1980" actId="790"/>
          <ac:spMkLst>
            <pc:docMk/>
            <pc:sldMk cId="3360266708" sldId="345"/>
            <ac:spMk id="58" creationId="{F11DE4D1-BE12-171B-035E-04CEABC234FA}"/>
          </ac:spMkLst>
        </pc:spChg>
        <pc:spChg chg="mod">
          <ac:chgData name="Abir GHARBI" userId="ef92528f-00ab-4d87-966c-386bca485bd0" providerId="ADAL" clId="{F3D16DED-CAA7-4BF5-81E4-89DEDE7057F7}" dt="2026-06-29T13:10:17.392" v="1980" actId="790"/>
          <ac:spMkLst>
            <pc:docMk/>
            <pc:sldMk cId="3360266708" sldId="345"/>
            <ac:spMk id="102" creationId="{0B629CC2-DC56-9232-8218-70CA56E63055}"/>
          </ac:spMkLst>
        </pc:spChg>
      </pc:sldChg>
      <pc:sldChg chg="modSp mod">
        <pc:chgData name="Abir GHARBI" userId="ef92528f-00ab-4d87-966c-386bca485bd0" providerId="ADAL" clId="{F3D16DED-CAA7-4BF5-81E4-89DEDE7057F7}" dt="2026-06-29T13:10:17.392" v="1980" actId="790"/>
        <pc:sldMkLst>
          <pc:docMk/>
          <pc:sldMk cId="2145884069" sldId="346"/>
        </pc:sldMkLst>
        <pc:spChg chg="mod">
          <ac:chgData name="Abir GHARBI" userId="ef92528f-00ab-4d87-966c-386bca485bd0" providerId="ADAL" clId="{F3D16DED-CAA7-4BF5-81E4-89DEDE7057F7}" dt="2026-06-29T13:10:17.392" v="1980" actId="790"/>
          <ac:spMkLst>
            <pc:docMk/>
            <pc:sldMk cId="2145884069" sldId="346"/>
            <ac:spMk id="2" creationId="{BD3B509B-0CB0-285B-EEE4-1534E460FE85}"/>
          </ac:spMkLst>
        </pc:spChg>
        <pc:spChg chg="mod">
          <ac:chgData name="Abir GHARBI" userId="ef92528f-00ab-4d87-966c-386bca485bd0" providerId="ADAL" clId="{F3D16DED-CAA7-4BF5-81E4-89DEDE7057F7}" dt="2026-06-29T13:10:17.392" v="1980" actId="790"/>
          <ac:spMkLst>
            <pc:docMk/>
            <pc:sldMk cId="2145884069" sldId="346"/>
            <ac:spMk id="4" creationId="{02F8EE3C-9A8E-70F6-2565-99DF0691B8FC}"/>
          </ac:spMkLst>
        </pc:spChg>
        <pc:spChg chg="mod">
          <ac:chgData name="Abir GHARBI" userId="ef92528f-00ab-4d87-966c-386bca485bd0" providerId="ADAL" clId="{F3D16DED-CAA7-4BF5-81E4-89DEDE7057F7}" dt="2026-06-29T13:10:17.392" v="1980" actId="790"/>
          <ac:spMkLst>
            <pc:docMk/>
            <pc:sldMk cId="2145884069" sldId="346"/>
            <ac:spMk id="5" creationId="{11726A3D-270B-06CB-7AA6-A30F58650EF7}"/>
          </ac:spMkLst>
        </pc:spChg>
        <pc:spChg chg="mod">
          <ac:chgData name="Abir GHARBI" userId="ef92528f-00ab-4d87-966c-386bca485bd0" providerId="ADAL" clId="{F3D16DED-CAA7-4BF5-81E4-89DEDE7057F7}" dt="2026-06-29T13:10:17.392" v="1980" actId="790"/>
          <ac:spMkLst>
            <pc:docMk/>
            <pc:sldMk cId="2145884069" sldId="346"/>
            <ac:spMk id="12" creationId="{AF3C4543-7B26-9B4B-361D-22810322B080}"/>
          </ac:spMkLst>
        </pc:spChg>
        <pc:spChg chg="mod">
          <ac:chgData name="Abir GHARBI" userId="ef92528f-00ab-4d87-966c-386bca485bd0" providerId="ADAL" clId="{F3D16DED-CAA7-4BF5-81E4-89DEDE7057F7}" dt="2026-06-29T13:10:17.392" v="1980" actId="790"/>
          <ac:spMkLst>
            <pc:docMk/>
            <pc:sldMk cId="2145884069" sldId="346"/>
            <ac:spMk id="17" creationId="{D9B9D7AD-0883-D521-5D72-F6BAF75B1844}"/>
          </ac:spMkLst>
        </pc:spChg>
        <pc:spChg chg="mod">
          <ac:chgData name="Abir GHARBI" userId="ef92528f-00ab-4d87-966c-386bca485bd0" providerId="ADAL" clId="{F3D16DED-CAA7-4BF5-81E4-89DEDE7057F7}" dt="2026-06-29T13:10:17.392" v="1980" actId="790"/>
          <ac:spMkLst>
            <pc:docMk/>
            <pc:sldMk cId="2145884069" sldId="346"/>
            <ac:spMk id="18" creationId="{12E6D101-8B4B-57EF-9E71-EF8429E30E8D}"/>
          </ac:spMkLst>
        </pc:spChg>
        <pc:spChg chg="mod">
          <ac:chgData name="Abir GHARBI" userId="ef92528f-00ab-4d87-966c-386bca485bd0" providerId="ADAL" clId="{F3D16DED-CAA7-4BF5-81E4-89DEDE7057F7}" dt="2026-06-29T13:10:17.392" v="1980" actId="790"/>
          <ac:spMkLst>
            <pc:docMk/>
            <pc:sldMk cId="2145884069" sldId="346"/>
            <ac:spMk id="19" creationId="{058E2BC1-B334-D814-DDA5-00997D40A210}"/>
          </ac:spMkLst>
        </pc:spChg>
        <pc:spChg chg="mod">
          <ac:chgData name="Abir GHARBI" userId="ef92528f-00ab-4d87-966c-386bca485bd0" providerId="ADAL" clId="{F3D16DED-CAA7-4BF5-81E4-89DEDE7057F7}" dt="2026-06-29T13:10:17.392" v="1980" actId="790"/>
          <ac:spMkLst>
            <pc:docMk/>
            <pc:sldMk cId="2145884069" sldId="346"/>
            <ac:spMk id="20" creationId="{C8D4A18E-AF2C-D9A4-E380-33B8CD9979D7}"/>
          </ac:spMkLst>
        </pc:spChg>
        <pc:spChg chg="mod">
          <ac:chgData name="Abir GHARBI" userId="ef92528f-00ab-4d87-966c-386bca485bd0" providerId="ADAL" clId="{F3D16DED-CAA7-4BF5-81E4-89DEDE7057F7}" dt="2026-06-29T13:10:17.392" v="1980" actId="790"/>
          <ac:spMkLst>
            <pc:docMk/>
            <pc:sldMk cId="2145884069" sldId="346"/>
            <ac:spMk id="31" creationId="{EDFFFA2F-6FAD-908D-3C63-067226F523DC}"/>
          </ac:spMkLst>
        </pc:spChg>
        <pc:spChg chg="mod">
          <ac:chgData name="Abir GHARBI" userId="ef92528f-00ab-4d87-966c-386bca485bd0" providerId="ADAL" clId="{F3D16DED-CAA7-4BF5-81E4-89DEDE7057F7}" dt="2026-06-29T13:10:17.392" v="1980" actId="790"/>
          <ac:spMkLst>
            <pc:docMk/>
            <pc:sldMk cId="2145884069" sldId="346"/>
            <ac:spMk id="58" creationId="{C5E7EF17-CE98-6308-C3C7-1A5F47CA8201}"/>
          </ac:spMkLst>
        </pc:spChg>
      </pc:sldChg>
      <pc:sldChg chg="modSp mod">
        <pc:chgData name="Abir GHARBI" userId="ef92528f-00ab-4d87-966c-386bca485bd0" providerId="ADAL" clId="{F3D16DED-CAA7-4BF5-81E4-89DEDE7057F7}" dt="2026-06-29T13:10:17.392" v="1980" actId="790"/>
        <pc:sldMkLst>
          <pc:docMk/>
          <pc:sldMk cId="816274392" sldId="347"/>
        </pc:sldMkLst>
        <pc:spChg chg="mod">
          <ac:chgData name="Abir GHARBI" userId="ef92528f-00ab-4d87-966c-386bca485bd0" providerId="ADAL" clId="{F3D16DED-CAA7-4BF5-81E4-89DEDE7057F7}" dt="2026-06-29T13:10:17.392" v="1980" actId="790"/>
          <ac:spMkLst>
            <pc:docMk/>
            <pc:sldMk cId="816274392" sldId="347"/>
            <ac:spMk id="3" creationId="{A58A60B2-2424-555D-E7A6-E8A5FADC1B45}"/>
          </ac:spMkLst>
        </pc:spChg>
        <pc:spChg chg="mod">
          <ac:chgData name="Abir GHARBI" userId="ef92528f-00ab-4d87-966c-386bca485bd0" providerId="ADAL" clId="{F3D16DED-CAA7-4BF5-81E4-89DEDE7057F7}" dt="2026-06-29T13:10:17.392" v="1980" actId="790"/>
          <ac:spMkLst>
            <pc:docMk/>
            <pc:sldMk cId="816274392" sldId="347"/>
            <ac:spMk id="5" creationId="{E1CB36EE-DC08-B980-02F2-66D6537AB423}"/>
          </ac:spMkLst>
        </pc:spChg>
        <pc:spChg chg="mod">
          <ac:chgData name="Abir GHARBI" userId="ef92528f-00ab-4d87-966c-386bca485bd0" providerId="ADAL" clId="{F3D16DED-CAA7-4BF5-81E4-89DEDE7057F7}" dt="2026-06-29T13:10:17.392" v="1980" actId="790"/>
          <ac:spMkLst>
            <pc:docMk/>
            <pc:sldMk cId="816274392" sldId="347"/>
            <ac:spMk id="7" creationId="{1C4B083C-9A50-2BF1-C45D-002EC4AF45F1}"/>
          </ac:spMkLst>
        </pc:spChg>
        <pc:spChg chg="mod">
          <ac:chgData name="Abir GHARBI" userId="ef92528f-00ab-4d87-966c-386bca485bd0" providerId="ADAL" clId="{F3D16DED-CAA7-4BF5-81E4-89DEDE7057F7}" dt="2026-06-29T13:10:17.392" v="1980" actId="790"/>
          <ac:spMkLst>
            <pc:docMk/>
            <pc:sldMk cId="816274392" sldId="347"/>
            <ac:spMk id="9" creationId="{C4BDF49E-43C9-0F50-683C-AAD10109F146}"/>
          </ac:spMkLst>
        </pc:spChg>
        <pc:spChg chg="mod">
          <ac:chgData name="Abir GHARBI" userId="ef92528f-00ab-4d87-966c-386bca485bd0" providerId="ADAL" clId="{F3D16DED-CAA7-4BF5-81E4-89DEDE7057F7}" dt="2026-06-29T13:10:17.392" v="1980" actId="790"/>
          <ac:spMkLst>
            <pc:docMk/>
            <pc:sldMk cId="816274392" sldId="347"/>
            <ac:spMk id="11" creationId="{12B1EC7B-ECDC-6728-077B-623E7C6900FC}"/>
          </ac:spMkLst>
        </pc:spChg>
        <pc:spChg chg="mod">
          <ac:chgData name="Abir GHARBI" userId="ef92528f-00ab-4d87-966c-386bca485bd0" providerId="ADAL" clId="{F3D16DED-CAA7-4BF5-81E4-89DEDE7057F7}" dt="2026-06-29T13:10:17.392" v="1980" actId="790"/>
          <ac:spMkLst>
            <pc:docMk/>
            <pc:sldMk cId="816274392" sldId="347"/>
            <ac:spMk id="19" creationId="{5868BA7B-B6CD-366E-C5FE-3B73B84F94D8}"/>
          </ac:spMkLst>
        </pc:spChg>
        <pc:spChg chg="mod">
          <ac:chgData name="Abir GHARBI" userId="ef92528f-00ab-4d87-966c-386bca485bd0" providerId="ADAL" clId="{F3D16DED-CAA7-4BF5-81E4-89DEDE7057F7}" dt="2026-06-29T13:10:17.392" v="1980" actId="790"/>
          <ac:spMkLst>
            <pc:docMk/>
            <pc:sldMk cId="816274392" sldId="347"/>
            <ac:spMk id="31" creationId="{3350BE6C-509D-66D3-509B-03416A5DB83A}"/>
          </ac:spMkLst>
        </pc:spChg>
        <pc:spChg chg="mod">
          <ac:chgData name="Abir GHARBI" userId="ef92528f-00ab-4d87-966c-386bca485bd0" providerId="ADAL" clId="{F3D16DED-CAA7-4BF5-81E4-89DEDE7057F7}" dt="2026-06-29T13:10:17.392" v="1980" actId="790"/>
          <ac:spMkLst>
            <pc:docMk/>
            <pc:sldMk cId="816274392" sldId="347"/>
            <ac:spMk id="35" creationId="{E6C3C324-5449-3438-3476-4191AD42838F}"/>
          </ac:spMkLst>
        </pc:spChg>
        <pc:spChg chg="mod">
          <ac:chgData name="Abir GHARBI" userId="ef92528f-00ab-4d87-966c-386bca485bd0" providerId="ADAL" clId="{F3D16DED-CAA7-4BF5-81E4-89DEDE7057F7}" dt="2026-06-29T13:10:17.392" v="1980" actId="790"/>
          <ac:spMkLst>
            <pc:docMk/>
            <pc:sldMk cId="816274392" sldId="347"/>
            <ac:spMk id="37" creationId="{358D3748-048B-83FC-698B-44E475E8F39D}"/>
          </ac:spMkLst>
        </pc:spChg>
        <pc:spChg chg="mod">
          <ac:chgData name="Abir GHARBI" userId="ef92528f-00ab-4d87-966c-386bca485bd0" providerId="ADAL" clId="{F3D16DED-CAA7-4BF5-81E4-89DEDE7057F7}" dt="2026-06-29T13:10:17.392" v="1980" actId="790"/>
          <ac:spMkLst>
            <pc:docMk/>
            <pc:sldMk cId="816274392" sldId="347"/>
            <ac:spMk id="56" creationId="{86EA42AF-3FDF-E06E-EEC6-894A32404A90}"/>
          </ac:spMkLst>
        </pc:spChg>
      </pc:sldChg>
      <pc:sldChg chg="modSp mod">
        <pc:chgData name="Abir GHARBI" userId="ef92528f-00ab-4d87-966c-386bca485bd0" providerId="ADAL" clId="{F3D16DED-CAA7-4BF5-81E4-89DEDE7057F7}" dt="2026-06-29T13:10:17.392" v="1980" actId="790"/>
        <pc:sldMkLst>
          <pc:docMk/>
          <pc:sldMk cId="631127781" sldId="348"/>
        </pc:sldMkLst>
        <pc:spChg chg="mod">
          <ac:chgData name="Abir GHARBI" userId="ef92528f-00ab-4d87-966c-386bca485bd0" providerId="ADAL" clId="{F3D16DED-CAA7-4BF5-81E4-89DEDE7057F7}" dt="2026-06-29T13:10:17.392" v="1980" actId="790"/>
          <ac:spMkLst>
            <pc:docMk/>
            <pc:sldMk cId="631127781" sldId="348"/>
            <ac:spMk id="2" creationId="{7D39C647-0D83-60C8-D2D9-03F711E237C0}"/>
          </ac:spMkLst>
        </pc:spChg>
        <pc:spChg chg="mod">
          <ac:chgData name="Abir GHARBI" userId="ef92528f-00ab-4d87-966c-386bca485bd0" providerId="ADAL" clId="{F3D16DED-CAA7-4BF5-81E4-89DEDE7057F7}" dt="2026-06-29T13:10:17.392" v="1980" actId="790"/>
          <ac:spMkLst>
            <pc:docMk/>
            <pc:sldMk cId="631127781" sldId="348"/>
            <ac:spMk id="3" creationId="{1A986712-54EA-854D-1627-E83C2F6DD218}"/>
          </ac:spMkLst>
        </pc:spChg>
        <pc:spChg chg="mod">
          <ac:chgData name="Abir GHARBI" userId="ef92528f-00ab-4d87-966c-386bca485bd0" providerId="ADAL" clId="{F3D16DED-CAA7-4BF5-81E4-89DEDE7057F7}" dt="2026-06-29T13:10:17.392" v="1980" actId="790"/>
          <ac:spMkLst>
            <pc:docMk/>
            <pc:sldMk cId="631127781" sldId="348"/>
            <ac:spMk id="5" creationId="{D2992F70-E30D-38AC-0672-D62DA21FA6DE}"/>
          </ac:spMkLst>
        </pc:spChg>
        <pc:spChg chg="mod">
          <ac:chgData name="Abir GHARBI" userId="ef92528f-00ab-4d87-966c-386bca485bd0" providerId="ADAL" clId="{F3D16DED-CAA7-4BF5-81E4-89DEDE7057F7}" dt="2026-06-29T13:10:17.392" v="1980" actId="790"/>
          <ac:spMkLst>
            <pc:docMk/>
            <pc:sldMk cId="631127781" sldId="348"/>
            <ac:spMk id="8" creationId="{C9806895-8751-EA14-BDEA-B3CAC9024E1D}"/>
          </ac:spMkLst>
        </pc:spChg>
        <pc:spChg chg="mod">
          <ac:chgData name="Abir GHARBI" userId="ef92528f-00ab-4d87-966c-386bca485bd0" providerId="ADAL" clId="{F3D16DED-CAA7-4BF5-81E4-89DEDE7057F7}" dt="2026-06-29T13:10:17.392" v="1980" actId="790"/>
          <ac:spMkLst>
            <pc:docMk/>
            <pc:sldMk cId="631127781" sldId="348"/>
            <ac:spMk id="9" creationId="{6B6F58B5-DB23-B991-C0DD-45EF820C742C}"/>
          </ac:spMkLst>
        </pc:spChg>
        <pc:spChg chg="mod">
          <ac:chgData name="Abir GHARBI" userId="ef92528f-00ab-4d87-966c-386bca485bd0" providerId="ADAL" clId="{F3D16DED-CAA7-4BF5-81E4-89DEDE7057F7}" dt="2026-06-29T13:10:17.392" v="1980" actId="790"/>
          <ac:spMkLst>
            <pc:docMk/>
            <pc:sldMk cId="631127781" sldId="348"/>
            <ac:spMk id="11" creationId="{872D7B54-02DF-C0DB-3A51-66E9BEA9192E}"/>
          </ac:spMkLst>
        </pc:spChg>
        <pc:spChg chg="mod">
          <ac:chgData name="Abir GHARBI" userId="ef92528f-00ab-4d87-966c-386bca485bd0" providerId="ADAL" clId="{F3D16DED-CAA7-4BF5-81E4-89DEDE7057F7}" dt="2026-06-29T13:10:17.392" v="1980" actId="790"/>
          <ac:spMkLst>
            <pc:docMk/>
            <pc:sldMk cId="631127781" sldId="348"/>
            <ac:spMk id="15" creationId="{8B8F8995-C3F3-B25B-5577-8CD54C8583FD}"/>
          </ac:spMkLst>
        </pc:spChg>
        <pc:spChg chg="mod">
          <ac:chgData name="Abir GHARBI" userId="ef92528f-00ab-4d87-966c-386bca485bd0" providerId="ADAL" clId="{F3D16DED-CAA7-4BF5-81E4-89DEDE7057F7}" dt="2026-06-29T13:10:17.392" v="1980" actId="790"/>
          <ac:spMkLst>
            <pc:docMk/>
            <pc:sldMk cId="631127781" sldId="348"/>
            <ac:spMk id="19" creationId="{FFCACCC6-E533-4E01-AD7F-5C72537584AA}"/>
          </ac:spMkLst>
        </pc:spChg>
        <pc:spChg chg="mod">
          <ac:chgData name="Abir GHARBI" userId="ef92528f-00ab-4d87-966c-386bca485bd0" providerId="ADAL" clId="{F3D16DED-CAA7-4BF5-81E4-89DEDE7057F7}" dt="2026-06-29T13:10:17.392" v="1980" actId="790"/>
          <ac:spMkLst>
            <pc:docMk/>
            <pc:sldMk cId="631127781" sldId="348"/>
            <ac:spMk id="20" creationId="{DF7A259E-C61A-C447-D087-CB813F98FF2E}"/>
          </ac:spMkLst>
        </pc:spChg>
        <pc:spChg chg="mod">
          <ac:chgData name="Abir GHARBI" userId="ef92528f-00ab-4d87-966c-386bca485bd0" providerId="ADAL" clId="{F3D16DED-CAA7-4BF5-81E4-89DEDE7057F7}" dt="2026-06-29T13:10:17.392" v="1980" actId="790"/>
          <ac:spMkLst>
            <pc:docMk/>
            <pc:sldMk cId="631127781" sldId="348"/>
            <ac:spMk id="57" creationId="{5F4954DE-A6BB-3765-3C8E-ABEAA80EEE77}"/>
          </ac:spMkLst>
        </pc:spChg>
      </pc:sldChg>
      <pc:sldChg chg="modSp mod">
        <pc:chgData name="Abir GHARBI" userId="ef92528f-00ab-4d87-966c-386bca485bd0" providerId="ADAL" clId="{F3D16DED-CAA7-4BF5-81E4-89DEDE7057F7}" dt="2026-06-29T13:10:17.392" v="1980" actId="790"/>
        <pc:sldMkLst>
          <pc:docMk/>
          <pc:sldMk cId="3167394109" sldId="349"/>
        </pc:sldMkLst>
        <pc:spChg chg="mod">
          <ac:chgData name="Abir GHARBI" userId="ef92528f-00ab-4d87-966c-386bca485bd0" providerId="ADAL" clId="{F3D16DED-CAA7-4BF5-81E4-89DEDE7057F7}" dt="2026-06-29T13:10:17.392" v="1980" actId="790"/>
          <ac:spMkLst>
            <pc:docMk/>
            <pc:sldMk cId="3167394109" sldId="349"/>
            <ac:spMk id="2" creationId="{6FF99946-C5C4-ACB7-8F36-69F1516CA569}"/>
          </ac:spMkLst>
        </pc:spChg>
        <pc:spChg chg="mod">
          <ac:chgData name="Abir GHARBI" userId="ef92528f-00ab-4d87-966c-386bca485bd0" providerId="ADAL" clId="{F3D16DED-CAA7-4BF5-81E4-89DEDE7057F7}" dt="2026-06-29T13:10:17.392" v="1980" actId="790"/>
          <ac:spMkLst>
            <pc:docMk/>
            <pc:sldMk cId="3167394109" sldId="349"/>
            <ac:spMk id="3" creationId="{28B5DD49-FB77-8E52-58ED-E6E160C73297}"/>
          </ac:spMkLst>
        </pc:spChg>
        <pc:spChg chg="mod">
          <ac:chgData name="Abir GHARBI" userId="ef92528f-00ab-4d87-966c-386bca485bd0" providerId="ADAL" clId="{F3D16DED-CAA7-4BF5-81E4-89DEDE7057F7}" dt="2026-06-29T13:10:17.392" v="1980" actId="790"/>
          <ac:spMkLst>
            <pc:docMk/>
            <pc:sldMk cId="3167394109" sldId="349"/>
            <ac:spMk id="4" creationId="{108A45B4-7EFB-2042-F006-90D735F2E4E9}"/>
          </ac:spMkLst>
        </pc:spChg>
        <pc:spChg chg="mod">
          <ac:chgData name="Abir GHARBI" userId="ef92528f-00ab-4d87-966c-386bca485bd0" providerId="ADAL" clId="{F3D16DED-CAA7-4BF5-81E4-89DEDE7057F7}" dt="2026-06-29T13:10:17.392" v="1980" actId="790"/>
          <ac:spMkLst>
            <pc:docMk/>
            <pc:sldMk cId="3167394109" sldId="349"/>
            <ac:spMk id="8" creationId="{966F07DC-1B02-3C73-C4E0-8BB38C1FD1F1}"/>
          </ac:spMkLst>
        </pc:spChg>
        <pc:spChg chg="mod">
          <ac:chgData name="Abir GHARBI" userId="ef92528f-00ab-4d87-966c-386bca485bd0" providerId="ADAL" clId="{F3D16DED-CAA7-4BF5-81E4-89DEDE7057F7}" dt="2026-06-29T13:10:17.392" v="1980" actId="790"/>
          <ac:spMkLst>
            <pc:docMk/>
            <pc:sldMk cId="3167394109" sldId="349"/>
            <ac:spMk id="56" creationId="{5442ED76-97D0-47D7-BAFF-FD83A367CF04}"/>
          </ac:spMkLst>
        </pc:spChg>
        <pc:spChg chg="mod">
          <ac:chgData name="Abir GHARBI" userId="ef92528f-00ab-4d87-966c-386bca485bd0" providerId="ADAL" clId="{F3D16DED-CAA7-4BF5-81E4-89DEDE7057F7}" dt="2026-06-29T13:10:17.392" v="1980" actId="790"/>
          <ac:spMkLst>
            <pc:docMk/>
            <pc:sldMk cId="3167394109" sldId="349"/>
            <ac:spMk id="57" creationId="{74918E13-CA91-7EBD-1BFD-3003A31A7D25}"/>
          </ac:spMkLst>
        </pc:spChg>
        <pc:spChg chg="mod">
          <ac:chgData name="Abir GHARBI" userId="ef92528f-00ab-4d87-966c-386bca485bd0" providerId="ADAL" clId="{F3D16DED-CAA7-4BF5-81E4-89DEDE7057F7}" dt="2026-06-29T13:10:17.392" v="1980" actId="790"/>
          <ac:spMkLst>
            <pc:docMk/>
            <pc:sldMk cId="3167394109" sldId="349"/>
            <ac:spMk id="58" creationId="{C38C4963-00F7-F27B-5C5A-2565F5199721}"/>
          </ac:spMkLst>
        </pc:spChg>
      </pc:sldChg>
      <pc:sldChg chg="modSp mod">
        <pc:chgData name="Abir GHARBI" userId="ef92528f-00ab-4d87-966c-386bca485bd0" providerId="ADAL" clId="{F3D16DED-CAA7-4BF5-81E4-89DEDE7057F7}" dt="2026-06-29T13:10:17.392" v="1980" actId="790"/>
        <pc:sldMkLst>
          <pc:docMk/>
          <pc:sldMk cId="4170127190" sldId="352"/>
        </pc:sldMkLst>
        <pc:spChg chg="mod">
          <ac:chgData name="Abir GHARBI" userId="ef92528f-00ab-4d87-966c-386bca485bd0" providerId="ADAL" clId="{F3D16DED-CAA7-4BF5-81E4-89DEDE7057F7}" dt="2026-06-29T13:10:17.392" v="1980" actId="790"/>
          <ac:spMkLst>
            <pc:docMk/>
            <pc:sldMk cId="4170127190" sldId="352"/>
            <ac:spMk id="14" creationId="{D7DFA3E7-BC58-0BB5-3F73-A4A47072A31C}"/>
          </ac:spMkLst>
        </pc:spChg>
        <pc:spChg chg="mod">
          <ac:chgData name="Abir GHARBI" userId="ef92528f-00ab-4d87-966c-386bca485bd0" providerId="ADAL" clId="{F3D16DED-CAA7-4BF5-81E4-89DEDE7057F7}" dt="2026-06-29T13:10:17.392" v="1980" actId="790"/>
          <ac:spMkLst>
            <pc:docMk/>
            <pc:sldMk cId="4170127190" sldId="352"/>
            <ac:spMk id="40" creationId="{C262AF6D-282C-5F71-012D-C35430EA86C2}"/>
          </ac:spMkLst>
        </pc:spChg>
        <pc:spChg chg="mod">
          <ac:chgData name="Abir GHARBI" userId="ef92528f-00ab-4d87-966c-386bca485bd0" providerId="ADAL" clId="{F3D16DED-CAA7-4BF5-81E4-89DEDE7057F7}" dt="2026-06-29T13:10:17.392" v="1980" actId="790"/>
          <ac:spMkLst>
            <pc:docMk/>
            <pc:sldMk cId="4170127190" sldId="352"/>
            <ac:spMk id="42" creationId="{57318F25-D31C-7E1F-EB1D-0BEDF2855C00}"/>
          </ac:spMkLst>
        </pc:spChg>
        <pc:spChg chg="mod">
          <ac:chgData name="Abir GHARBI" userId="ef92528f-00ab-4d87-966c-386bca485bd0" providerId="ADAL" clId="{F3D16DED-CAA7-4BF5-81E4-89DEDE7057F7}" dt="2026-06-29T13:10:17.392" v="1980" actId="790"/>
          <ac:spMkLst>
            <pc:docMk/>
            <pc:sldMk cId="4170127190" sldId="352"/>
            <ac:spMk id="46" creationId="{1297BE13-866D-E08E-C158-F32A3C947953}"/>
          </ac:spMkLst>
        </pc:spChg>
        <pc:spChg chg="mod">
          <ac:chgData name="Abir GHARBI" userId="ef92528f-00ab-4d87-966c-386bca485bd0" providerId="ADAL" clId="{F3D16DED-CAA7-4BF5-81E4-89DEDE7057F7}" dt="2026-06-29T13:10:17.392" v="1980" actId="790"/>
          <ac:spMkLst>
            <pc:docMk/>
            <pc:sldMk cId="4170127190" sldId="352"/>
            <ac:spMk id="51" creationId="{18751870-CAAC-6309-AE02-3BAEF930AB6A}"/>
          </ac:spMkLst>
        </pc:spChg>
        <pc:spChg chg="mod">
          <ac:chgData name="Abir GHARBI" userId="ef92528f-00ab-4d87-966c-386bca485bd0" providerId="ADAL" clId="{F3D16DED-CAA7-4BF5-81E4-89DEDE7057F7}" dt="2026-06-29T13:10:17.392" v="1980" actId="790"/>
          <ac:spMkLst>
            <pc:docMk/>
            <pc:sldMk cId="4170127190" sldId="352"/>
            <ac:spMk id="54" creationId="{87DCD588-A867-50B5-CB9D-109D4A9B64B0}"/>
          </ac:spMkLst>
        </pc:spChg>
        <pc:spChg chg="mod">
          <ac:chgData name="Abir GHARBI" userId="ef92528f-00ab-4d87-966c-386bca485bd0" providerId="ADAL" clId="{F3D16DED-CAA7-4BF5-81E4-89DEDE7057F7}" dt="2026-06-29T13:10:17.392" v="1980" actId="790"/>
          <ac:spMkLst>
            <pc:docMk/>
            <pc:sldMk cId="4170127190" sldId="352"/>
            <ac:spMk id="55" creationId="{7A2959F9-5E54-862F-F868-BF3C0FA0E80A}"/>
          </ac:spMkLst>
        </pc:spChg>
        <pc:spChg chg="mod">
          <ac:chgData name="Abir GHARBI" userId="ef92528f-00ab-4d87-966c-386bca485bd0" providerId="ADAL" clId="{F3D16DED-CAA7-4BF5-81E4-89DEDE7057F7}" dt="2026-06-29T13:10:17.392" v="1980" actId="790"/>
          <ac:spMkLst>
            <pc:docMk/>
            <pc:sldMk cId="4170127190" sldId="352"/>
            <ac:spMk id="60" creationId="{27D4AF82-8147-BD9E-0110-310C2C69F865}"/>
          </ac:spMkLst>
        </pc:spChg>
        <pc:spChg chg="mod">
          <ac:chgData name="Abir GHARBI" userId="ef92528f-00ab-4d87-966c-386bca485bd0" providerId="ADAL" clId="{F3D16DED-CAA7-4BF5-81E4-89DEDE7057F7}" dt="2026-06-29T13:10:17.392" v="1980" actId="790"/>
          <ac:spMkLst>
            <pc:docMk/>
            <pc:sldMk cId="4170127190" sldId="352"/>
            <ac:spMk id="78" creationId="{2226132C-D1F0-17B4-8062-4714B0B0AA4E}"/>
          </ac:spMkLst>
        </pc:spChg>
        <pc:spChg chg="mod">
          <ac:chgData name="Abir GHARBI" userId="ef92528f-00ab-4d87-966c-386bca485bd0" providerId="ADAL" clId="{F3D16DED-CAA7-4BF5-81E4-89DEDE7057F7}" dt="2026-06-29T13:10:17.392" v="1980" actId="790"/>
          <ac:spMkLst>
            <pc:docMk/>
            <pc:sldMk cId="4170127190" sldId="352"/>
            <ac:spMk id="82" creationId="{8FDBD8DD-653E-36C3-DDD2-2128398AF726}"/>
          </ac:spMkLst>
        </pc:spChg>
      </pc:sldChg>
      <pc:sldChg chg="modSp mod">
        <pc:chgData name="Abir GHARBI" userId="ef92528f-00ab-4d87-966c-386bca485bd0" providerId="ADAL" clId="{F3D16DED-CAA7-4BF5-81E4-89DEDE7057F7}" dt="2026-06-29T13:10:17.392" v="1980" actId="790"/>
        <pc:sldMkLst>
          <pc:docMk/>
          <pc:sldMk cId="3903369399" sldId="353"/>
        </pc:sldMkLst>
        <pc:spChg chg="mod">
          <ac:chgData name="Abir GHARBI" userId="ef92528f-00ab-4d87-966c-386bca485bd0" providerId="ADAL" clId="{F3D16DED-CAA7-4BF5-81E4-89DEDE7057F7}" dt="2026-06-29T13:10:17.392" v="1980" actId="790"/>
          <ac:spMkLst>
            <pc:docMk/>
            <pc:sldMk cId="3903369399" sldId="353"/>
            <ac:spMk id="3" creationId="{46705086-F114-E814-6E64-0F7F65ED9B78}"/>
          </ac:spMkLst>
        </pc:spChg>
        <pc:spChg chg="mod">
          <ac:chgData name="Abir GHARBI" userId="ef92528f-00ab-4d87-966c-386bca485bd0" providerId="ADAL" clId="{F3D16DED-CAA7-4BF5-81E4-89DEDE7057F7}" dt="2026-06-29T13:10:17.392" v="1980" actId="790"/>
          <ac:spMkLst>
            <pc:docMk/>
            <pc:sldMk cId="3903369399" sldId="353"/>
            <ac:spMk id="5" creationId="{E2C33855-0E54-7B18-9EBD-3D94DDC61885}"/>
          </ac:spMkLst>
        </pc:spChg>
        <pc:spChg chg="mod">
          <ac:chgData name="Abir GHARBI" userId="ef92528f-00ab-4d87-966c-386bca485bd0" providerId="ADAL" clId="{F3D16DED-CAA7-4BF5-81E4-89DEDE7057F7}" dt="2026-06-29T13:10:17.392" v="1980" actId="790"/>
          <ac:spMkLst>
            <pc:docMk/>
            <pc:sldMk cId="3903369399" sldId="353"/>
            <ac:spMk id="20" creationId="{7EB59994-FB30-A0C4-2D98-652EE244BCF7}"/>
          </ac:spMkLst>
        </pc:spChg>
        <pc:spChg chg="mod">
          <ac:chgData name="Abir GHARBI" userId="ef92528f-00ab-4d87-966c-386bca485bd0" providerId="ADAL" clId="{F3D16DED-CAA7-4BF5-81E4-89DEDE7057F7}" dt="2026-06-29T13:10:17.392" v="1980" actId="790"/>
          <ac:spMkLst>
            <pc:docMk/>
            <pc:sldMk cId="3903369399" sldId="353"/>
            <ac:spMk id="40" creationId="{D44B4DC5-9C00-71A9-2152-572E0230BB84}"/>
          </ac:spMkLst>
        </pc:spChg>
        <pc:spChg chg="mod">
          <ac:chgData name="Abir GHARBI" userId="ef92528f-00ab-4d87-966c-386bca485bd0" providerId="ADAL" clId="{F3D16DED-CAA7-4BF5-81E4-89DEDE7057F7}" dt="2026-06-29T13:10:17.392" v="1980" actId="790"/>
          <ac:spMkLst>
            <pc:docMk/>
            <pc:sldMk cId="3903369399" sldId="353"/>
            <ac:spMk id="43" creationId="{BDDD16C8-78FC-EA7D-BA60-7A8E9ECBF997}"/>
          </ac:spMkLst>
        </pc:spChg>
        <pc:spChg chg="mod">
          <ac:chgData name="Abir GHARBI" userId="ef92528f-00ab-4d87-966c-386bca485bd0" providerId="ADAL" clId="{F3D16DED-CAA7-4BF5-81E4-89DEDE7057F7}" dt="2026-06-29T13:10:17.392" v="1980" actId="790"/>
          <ac:spMkLst>
            <pc:docMk/>
            <pc:sldMk cId="3903369399" sldId="353"/>
            <ac:spMk id="44" creationId="{851B1B37-0D52-50AF-495A-A9FF92B8954D}"/>
          </ac:spMkLst>
        </pc:spChg>
        <pc:spChg chg="mod">
          <ac:chgData name="Abir GHARBI" userId="ef92528f-00ab-4d87-966c-386bca485bd0" providerId="ADAL" clId="{F3D16DED-CAA7-4BF5-81E4-89DEDE7057F7}" dt="2026-06-29T13:10:17.392" v="1980" actId="790"/>
          <ac:spMkLst>
            <pc:docMk/>
            <pc:sldMk cId="3903369399" sldId="353"/>
            <ac:spMk id="46" creationId="{5C03EFFA-71D1-83A5-9276-D5CA396A733C}"/>
          </ac:spMkLst>
        </pc:spChg>
        <pc:spChg chg="mod">
          <ac:chgData name="Abir GHARBI" userId="ef92528f-00ab-4d87-966c-386bca485bd0" providerId="ADAL" clId="{F3D16DED-CAA7-4BF5-81E4-89DEDE7057F7}" dt="2026-06-29T13:10:17.392" v="1980" actId="790"/>
          <ac:spMkLst>
            <pc:docMk/>
            <pc:sldMk cId="3903369399" sldId="353"/>
            <ac:spMk id="48" creationId="{9CBB06F8-42AC-223C-EA68-A2ADFB4A708F}"/>
          </ac:spMkLst>
        </pc:spChg>
        <pc:spChg chg="mod">
          <ac:chgData name="Abir GHARBI" userId="ef92528f-00ab-4d87-966c-386bca485bd0" providerId="ADAL" clId="{F3D16DED-CAA7-4BF5-81E4-89DEDE7057F7}" dt="2026-06-29T13:10:17.392" v="1980" actId="790"/>
          <ac:spMkLst>
            <pc:docMk/>
            <pc:sldMk cId="3903369399" sldId="353"/>
            <ac:spMk id="56" creationId="{928AA731-CBB2-62D5-6B39-87135F5FA331}"/>
          </ac:spMkLst>
        </pc:spChg>
        <pc:spChg chg="mod">
          <ac:chgData name="Abir GHARBI" userId="ef92528f-00ab-4d87-966c-386bca485bd0" providerId="ADAL" clId="{F3D16DED-CAA7-4BF5-81E4-89DEDE7057F7}" dt="2026-06-29T13:10:17.392" v="1980" actId="790"/>
          <ac:spMkLst>
            <pc:docMk/>
            <pc:sldMk cId="3903369399" sldId="353"/>
            <ac:spMk id="58" creationId="{9F0BE9D3-BD01-A147-3600-BC57E9B2600D}"/>
          </ac:spMkLst>
        </pc:spChg>
      </pc:sldChg>
      <pc:sldChg chg="modSp mod">
        <pc:chgData name="Abir GHARBI" userId="ef92528f-00ab-4d87-966c-386bca485bd0" providerId="ADAL" clId="{F3D16DED-CAA7-4BF5-81E4-89DEDE7057F7}" dt="2026-06-29T13:10:17.392" v="1980" actId="790"/>
        <pc:sldMkLst>
          <pc:docMk/>
          <pc:sldMk cId="1701230329" sldId="355"/>
        </pc:sldMkLst>
        <pc:spChg chg="mod">
          <ac:chgData name="Abir GHARBI" userId="ef92528f-00ab-4d87-966c-386bca485bd0" providerId="ADAL" clId="{F3D16DED-CAA7-4BF5-81E4-89DEDE7057F7}" dt="2026-06-29T13:10:17.392" v="1980" actId="790"/>
          <ac:spMkLst>
            <pc:docMk/>
            <pc:sldMk cId="1701230329" sldId="355"/>
            <ac:spMk id="3" creationId="{5A2270B4-3549-9BC3-EF8D-ACF002D674E3}"/>
          </ac:spMkLst>
        </pc:spChg>
        <pc:spChg chg="mod">
          <ac:chgData name="Abir GHARBI" userId="ef92528f-00ab-4d87-966c-386bca485bd0" providerId="ADAL" clId="{F3D16DED-CAA7-4BF5-81E4-89DEDE7057F7}" dt="2026-06-29T13:10:17.392" v="1980" actId="790"/>
          <ac:spMkLst>
            <pc:docMk/>
            <pc:sldMk cId="1701230329" sldId="355"/>
            <ac:spMk id="4" creationId="{F707BDFA-6A13-7605-8065-7A69F57FE343}"/>
          </ac:spMkLst>
        </pc:spChg>
        <pc:spChg chg="mod">
          <ac:chgData name="Abir GHARBI" userId="ef92528f-00ab-4d87-966c-386bca485bd0" providerId="ADAL" clId="{F3D16DED-CAA7-4BF5-81E4-89DEDE7057F7}" dt="2026-06-29T13:10:17.392" v="1980" actId="790"/>
          <ac:spMkLst>
            <pc:docMk/>
            <pc:sldMk cId="1701230329" sldId="355"/>
            <ac:spMk id="8" creationId="{34114943-FDEC-8D65-2E68-E78B15A8C4C4}"/>
          </ac:spMkLst>
        </pc:spChg>
        <pc:spChg chg="mod">
          <ac:chgData name="Abir GHARBI" userId="ef92528f-00ab-4d87-966c-386bca485bd0" providerId="ADAL" clId="{F3D16DED-CAA7-4BF5-81E4-89DEDE7057F7}" dt="2026-06-29T13:10:17.392" v="1980" actId="790"/>
          <ac:spMkLst>
            <pc:docMk/>
            <pc:sldMk cId="1701230329" sldId="355"/>
            <ac:spMk id="15" creationId="{69AE51E1-C55C-8EBA-F77B-7BA14FA5AEFC}"/>
          </ac:spMkLst>
        </pc:spChg>
        <pc:spChg chg="mod">
          <ac:chgData name="Abir GHARBI" userId="ef92528f-00ab-4d87-966c-386bca485bd0" providerId="ADAL" clId="{F3D16DED-CAA7-4BF5-81E4-89DEDE7057F7}" dt="2026-06-29T13:10:17.392" v="1980" actId="790"/>
          <ac:spMkLst>
            <pc:docMk/>
            <pc:sldMk cId="1701230329" sldId="355"/>
            <ac:spMk id="16" creationId="{BC90B78C-2171-3012-D504-0CAE0BC662F2}"/>
          </ac:spMkLst>
        </pc:spChg>
        <pc:spChg chg="mod">
          <ac:chgData name="Abir GHARBI" userId="ef92528f-00ab-4d87-966c-386bca485bd0" providerId="ADAL" clId="{F3D16DED-CAA7-4BF5-81E4-89DEDE7057F7}" dt="2026-06-29T13:10:17.392" v="1980" actId="790"/>
          <ac:spMkLst>
            <pc:docMk/>
            <pc:sldMk cId="1701230329" sldId="355"/>
            <ac:spMk id="20" creationId="{9A9ECA2A-33BE-303A-9FEE-1A501DB996AE}"/>
          </ac:spMkLst>
        </pc:spChg>
        <pc:spChg chg="mod">
          <ac:chgData name="Abir GHARBI" userId="ef92528f-00ab-4d87-966c-386bca485bd0" providerId="ADAL" clId="{F3D16DED-CAA7-4BF5-81E4-89DEDE7057F7}" dt="2026-06-29T13:10:17.392" v="1980" actId="790"/>
          <ac:spMkLst>
            <pc:docMk/>
            <pc:sldMk cId="1701230329" sldId="355"/>
            <ac:spMk id="31" creationId="{C82F8DE2-B72D-0C0D-EF62-643A2AF58886}"/>
          </ac:spMkLst>
        </pc:spChg>
        <pc:spChg chg="mod">
          <ac:chgData name="Abir GHARBI" userId="ef92528f-00ab-4d87-966c-386bca485bd0" providerId="ADAL" clId="{F3D16DED-CAA7-4BF5-81E4-89DEDE7057F7}" dt="2026-06-29T13:10:17.392" v="1980" actId="790"/>
          <ac:spMkLst>
            <pc:docMk/>
            <pc:sldMk cId="1701230329" sldId="355"/>
            <ac:spMk id="34" creationId="{15B654E1-4082-00B2-0752-6B16EA05C4AD}"/>
          </ac:spMkLst>
        </pc:spChg>
        <pc:spChg chg="mod">
          <ac:chgData name="Abir GHARBI" userId="ef92528f-00ab-4d87-966c-386bca485bd0" providerId="ADAL" clId="{F3D16DED-CAA7-4BF5-81E4-89DEDE7057F7}" dt="2026-06-29T13:10:17.392" v="1980" actId="790"/>
          <ac:spMkLst>
            <pc:docMk/>
            <pc:sldMk cId="1701230329" sldId="355"/>
            <ac:spMk id="36" creationId="{DCE9769F-35D7-6FB1-09A9-3D8C2ACDA742}"/>
          </ac:spMkLst>
        </pc:spChg>
        <pc:spChg chg="mod">
          <ac:chgData name="Abir GHARBI" userId="ef92528f-00ab-4d87-966c-386bca485bd0" providerId="ADAL" clId="{F3D16DED-CAA7-4BF5-81E4-89DEDE7057F7}" dt="2026-06-29T13:10:17.392" v="1980" actId="790"/>
          <ac:spMkLst>
            <pc:docMk/>
            <pc:sldMk cId="1701230329" sldId="355"/>
            <ac:spMk id="42" creationId="{93975508-4600-1416-6C59-34CB5DDE1B76}"/>
          </ac:spMkLst>
        </pc:spChg>
      </pc:sldChg>
      <pc:sldChg chg="modSp mod">
        <pc:chgData name="Abir GHARBI" userId="ef92528f-00ab-4d87-966c-386bca485bd0" providerId="ADAL" clId="{F3D16DED-CAA7-4BF5-81E4-89DEDE7057F7}" dt="2026-06-29T13:10:17.392" v="1980" actId="790"/>
        <pc:sldMkLst>
          <pc:docMk/>
          <pc:sldMk cId="3340411436" sldId="356"/>
        </pc:sldMkLst>
        <pc:spChg chg="mod">
          <ac:chgData name="Abir GHARBI" userId="ef92528f-00ab-4d87-966c-386bca485bd0" providerId="ADAL" clId="{F3D16DED-CAA7-4BF5-81E4-89DEDE7057F7}" dt="2026-06-29T13:10:17.392" v="1980" actId="790"/>
          <ac:spMkLst>
            <pc:docMk/>
            <pc:sldMk cId="3340411436" sldId="356"/>
            <ac:spMk id="2" creationId="{ADF3C4C4-EFA9-D3F1-948B-4325296EB4A7}"/>
          </ac:spMkLst>
        </pc:spChg>
        <pc:spChg chg="mod">
          <ac:chgData name="Abir GHARBI" userId="ef92528f-00ab-4d87-966c-386bca485bd0" providerId="ADAL" clId="{F3D16DED-CAA7-4BF5-81E4-89DEDE7057F7}" dt="2026-06-29T13:10:17.392" v="1980" actId="790"/>
          <ac:spMkLst>
            <pc:docMk/>
            <pc:sldMk cId="3340411436" sldId="356"/>
            <ac:spMk id="3" creationId="{B1B191A6-F719-ED8E-F744-11AB8D5F8EB1}"/>
          </ac:spMkLst>
        </pc:spChg>
        <pc:spChg chg="mod">
          <ac:chgData name="Abir GHARBI" userId="ef92528f-00ab-4d87-966c-386bca485bd0" providerId="ADAL" clId="{F3D16DED-CAA7-4BF5-81E4-89DEDE7057F7}" dt="2026-06-29T13:10:17.392" v="1980" actId="790"/>
          <ac:spMkLst>
            <pc:docMk/>
            <pc:sldMk cId="3340411436" sldId="356"/>
            <ac:spMk id="4" creationId="{F767892E-869D-4E96-1FE1-26703AAE2167}"/>
          </ac:spMkLst>
        </pc:spChg>
        <pc:spChg chg="mod">
          <ac:chgData name="Abir GHARBI" userId="ef92528f-00ab-4d87-966c-386bca485bd0" providerId="ADAL" clId="{F3D16DED-CAA7-4BF5-81E4-89DEDE7057F7}" dt="2026-06-29T13:10:17.392" v="1980" actId="790"/>
          <ac:spMkLst>
            <pc:docMk/>
            <pc:sldMk cId="3340411436" sldId="356"/>
            <ac:spMk id="7" creationId="{3A0BDE4F-780C-E24B-F82E-6EDBF717D11B}"/>
          </ac:spMkLst>
        </pc:spChg>
        <pc:spChg chg="mod">
          <ac:chgData name="Abir GHARBI" userId="ef92528f-00ab-4d87-966c-386bca485bd0" providerId="ADAL" clId="{F3D16DED-CAA7-4BF5-81E4-89DEDE7057F7}" dt="2026-06-29T13:10:17.392" v="1980" actId="790"/>
          <ac:spMkLst>
            <pc:docMk/>
            <pc:sldMk cId="3340411436" sldId="356"/>
            <ac:spMk id="8" creationId="{69E8049B-2EA2-A7B2-8020-11F02684EAB1}"/>
          </ac:spMkLst>
        </pc:spChg>
        <pc:spChg chg="mod">
          <ac:chgData name="Abir GHARBI" userId="ef92528f-00ab-4d87-966c-386bca485bd0" providerId="ADAL" clId="{F3D16DED-CAA7-4BF5-81E4-89DEDE7057F7}" dt="2026-06-29T13:10:17.392" v="1980" actId="790"/>
          <ac:spMkLst>
            <pc:docMk/>
            <pc:sldMk cId="3340411436" sldId="356"/>
            <ac:spMk id="12" creationId="{CFD3856F-F1FA-1FBB-DCE1-52FFD5B8DD7E}"/>
          </ac:spMkLst>
        </pc:spChg>
        <pc:spChg chg="mod">
          <ac:chgData name="Abir GHARBI" userId="ef92528f-00ab-4d87-966c-386bca485bd0" providerId="ADAL" clId="{F3D16DED-CAA7-4BF5-81E4-89DEDE7057F7}" dt="2026-06-29T13:10:17.392" v="1980" actId="790"/>
          <ac:spMkLst>
            <pc:docMk/>
            <pc:sldMk cId="3340411436" sldId="356"/>
            <ac:spMk id="15" creationId="{EB42A4A8-180C-1DD0-7E7B-42BCFF80648F}"/>
          </ac:spMkLst>
        </pc:spChg>
        <pc:spChg chg="mod">
          <ac:chgData name="Abir GHARBI" userId="ef92528f-00ab-4d87-966c-386bca485bd0" providerId="ADAL" clId="{F3D16DED-CAA7-4BF5-81E4-89DEDE7057F7}" dt="2026-06-29T13:10:17.392" v="1980" actId="790"/>
          <ac:spMkLst>
            <pc:docMk/>
            <pc:sldMk cId="3340411436" sldId="356"/>
            <ac:spMk id="16" creationId="{12DF9468-B893-BAE1-ED5B-985CDEEDDF5B}"/>
          </ac:spMkLst>
        </pc:spChg>
        <pc:spChg chg="mod">
          <ac:chgData name="Abir GHARBI" userId="ef92528f-00ab-4d87-966c-386bca485bd0" providerId="ADAL" clId="{F3D16DED-CAA7-4BF5-81E4-89DEDE7057F7}" dt="2026-06-29T13:10:17.392" v="1980" actId="790"/>
          <ac:spMkLst>
            <pc:docMk/>
            <pc:sldMk cId="3340411436" sldId="356"/>
            <ac:spMk id="18" creationId="{720B7B7A-EDEF-3AC1-D416-EFCFA65666AF}"/>
          </ac:spMkLst>
        </pc:spChg>
        <pc:spChg chg="mod">
          <ac:chgData name="Abir GHARBI" userId="ef92528f-00ab-4d87-966c-386bca485bd0" providerId="ADAL" clId="{F3D16DED-CAA7-4BF5-81E4-89DEDE7057F7}" dt="2026-06-29T13:10:17.392" v="1980" actId="790"/>
          <ac:spMkLst>
            <pc:docMk/>
            <pc:sldMk cId="3340411436" sldId="356"/>
            <ac:spMk id="20" creationId="{0D4087D8-48A3-2697-2146-18AD761B16DC}"/>
          </ac:spMkLst>
        </pc:spChg>
      </pc:sldChg>
      <pc:sldChg chg="modSp mod">
        <pc:chgData name="Abir GHARBI" userId="ef92528f-00ab-4d87-966c-386bca485bd0" providerId="ADAL" clId="{F3D16DED-CAA7-4BF5-81E4-89DEDE7057F7}" dt="2026-06-29T13:10:17.392" v="1980" actId="790"/>
        <pc:sldMkLst>
          <pc:docMk/>
          <pc:sldMk cId="994652992" sldId="358"/>
        </pc:sldMkLst>
        <pc:spChg chg="mod">
          <ac:chgData name="Abir GHARBI" userId="ef92528f-00ab-4d87-966c-386bca485bd0" providerId="ADAL" clId="{F3D16DED-CAA7-4BF5-81E4-89DEDE7057F7}" dt="2026-06-29T13:10:17.392" v="1980" actId="790"/>
          <ac:spMkLst>
            <pc:docMk/>
            <pc:sldMk cId="994652992" sldId="358"/>
            <ac:spMk id="2" creationId="{28EBC418-DC98-C858-69A4-3B09C91F9568}"/>
          </ac:spMkLst>
        </pc:spChg>
        <pc:spChg chg="mod">
          <ac:chgData name="Abir GHARBI" userId="ef92528f-00ab-4d87-966c-386bca485bd0" providerId="ADAL" clId="{F3D16DED-CAA7-4BF5-81E4-89DEDE7057F7}" dt="2026-06-29T13:10:17.392" v="1980" actId="790"/>
          <ac:spMkLst>
            <pc:docMk/>
            <pc:sldMk cId="994652992" sldId="358"/>
            <ac:spMk id="5" creationId="{6F54D768-54E6-15AA-3550-0C1AD83D10FD}"/>
          </ac:spMkLst>
        </pc:spChg>
        <pc:spChg chg="mod">
          <ac:chgData name="Abir GHARBI" userId="ef92528f-00ab-4d87-966c-386bca485bd0" providerId="ADAL" clId="{F3D16DED-CAA7-4BF5-81E4-89DEDE7057F7}" dt="2026-06-29T13:10:17.392" v="1980" actId="790"/>
          <ac:spMkLst>
            <pc:docMk/>
            <pc:sldMk cId="994652992" sldId="358"/>
            <ac:spMk id="7" creationId="{E4AA5137-A921-033E-6819-914B6BCF03AF}"/>
          </ac:spMkLst>
        </pc:spChg>
        <pc:spChg chg="mod">
          <ac:chgData name="Abir GHARBI" userId="ef92528f-00ab-4d87-966c-386bca485bd0" providerId="ADAL" clId="{F3D16DED-CAA7-4BF5-81E4-89DEDE7057F7}" dt="2026-06-29T13:10:17.392" v="1980" actId="790"/>
          <ac:spMkLst>
            <pc:docMk/>
            <pc:sldMk cId="994652992" sldId="358"/>
            <ac:spMk id="8" creationId="{1C957672-DE3F-1E01-6049-618CEDDAA152}"/>
          </ac:spMkLst>
        </pc:spChg>
        <pc:spChg chg="mod">
          <ac:chgData name="Abir GHARBI" userId="ef92528f-00ab-4d87-966c-386bca485bd0" providerId="ADAL" clId="{F3D16DED-CAA7-4BF5-81E4-89DEDE7057F7}" dt="2026-06-29T13:10:17.392" v="1980" actId="790"/>
          <ac:spMkLst>
            <pc:docMk/>
            <pc:sldMk cId="994652992" sldId="358"/>
            <ac:spMk id="9" creationId="{A424B787-2ED9-CAC2-71EE-C2AA960E59F7}"/>
          </ac:spMkLst>
        </pc:spChg>
        <pc:spChg chg="mod">
          <ac:chgData name="Abir GHARBI" userId="ef92528f-00ab-4d87-966c-386bca485bd0" providerId="ADAL" clId="{F3D16DED-CAA7-4BF5-81E4-89DEDE7057F7}" dt="2026-06-29T13:10:17.392" v="1980" actId="790"/>
          <ac:spMkLst>
            <pc:docMk/>
            <pc:sldMk cId="994652992" sldId="358"/>
            <ac:spMk id="10" creationId="{D0CDD47E-3984-33F9-E1F3-DD4A114AC596}"/>
          </ac:spMkLst>
        </pc:spChg>
        <pc:spChg chg="mod">
          <ac:chgData name="Abir GHARBI" userId="ef92528f-00ab-4d87-966c-386bca485bd0" providerId="ADAL" clId="{F3D16DED-CAA7-4BF5-81E4-89DEDE7057F7}" dt="2026-06-29T13:10:17.392" v="1980" actId="790"/>
          <ac:spMkLst>
            <pc:docMk/>
            <pc:sldMk cId="994652992" sldId="358"/>
            <ac:spMk id="11" creationId="{54C7F598-4394-67AB-C811-6F9B482A0B91}"/>
          </ac:spMkLst>
        </pc:spChg>
        <pc:spChg chg="mod">
          <ac:chgData name="Abir GHARBI" userId="ef92528f-00ab-4d87-966c-386bca485bd0" providerId="ADAL" clId="{F3D16DED-CAA7-4BF5-81E4-89DEDE7057F7}" dt="2026-06-29T13:10:17.392" v="1980" actId="790"/>
          <ac:spMkLst>
            <pc:docMk/>
            <pc:sldMk cId="994652992" sldId="358"/>
            <ac:spMk id="13" creationId="{903C4B5E-7199-9FB2-C2C5-7CC122F16FE4}"/>
          </ac:spMkLst>
        </pc:spChg>
        <pc:spChg chg="mod">
          <ac:chgData name="Abir GHARBI" userId="ef92528f-00ab-4d87-966c-386bca485bd0" providerId="ADAL" clId="{F3D16DED-CAA7-4BF5-81E4-89DEDE7057F7}" dt="2026-06-29T13:10:17.392" v="1980" actId="790"/>
          <ac:spMkLst>
            <pc:docMk/>
            <pc:sldMk cId="994652992" sldId="358"/>
            <ac:spMk id="15" creationId="{2F3CBF02-2765-1A72-D444-8478AC83B32B}"/>
          </ac:spMkLst>
        </pc:spChg>
        <pc:spChg chg="mod">
          <ac:chgData name="Abir GHARBI" userId="ef92528f-00ab-4d87-966c-386bca485bd0" providerId="ADAL" clId="{F3D16DED-CAA7-4BF5-81E4-89DEDE7057F7}" dt="2026-06-29T13:10:17.392" v="1980" actId="790"/>
          <ac:spMkLst>
            <pc:docMk/>
            <pc:sldMk cId="994652992" sldId="358"/>
            <ac:spMk id="20" creationId="{AE134684-80BE-7C2E-166E-C542ACABAF3D}"/>
          </ac:spMkLst>
        </pc:spChg>
      </pc:sldChg>
      <pc:sldChg chg="modSp mod">
        <pc:chgData name="Abir GHARBI" userId="ef92528f-00ab-4d87-966c-386bca485bd0" providerId="ADAL" clId="{F3D16DED-CAA7-4BF5-81E4-89DEDE7057F7}" dt="2026-06-29T13:10:17.392" v="1980" actId="790"/>
        <pc:sldMkLst>
          <pc:docMk/>
          <pc:sldMk cId="1456590282" sldId="360"/>
        </pc:sldMkLst>
        <pc:spChg chg="mod">
          <ac:chgData name="Abir GHARBI" userId="ef92528f-00ab-4d87-966c-386bca485bd0" providerId="ADAL" clId="{F3D16DED-CAA7-4BF5-81E4-89DEDE7057F7}" dt="2026-06-29T13:10:17.392" v="1980" actId="790"/>
          <ac:spMkLst>
            <pc:docMk/>
            <pc:sldMk cId="1456590282" sldId="360"/>
            <ac:spMk id="56" creationId="{B0AD64F1-8233-71F1-1A66-C403606727FB}"/>
          </ac:spMkLst>
        </pc:spChg>
        <pc:spChg chg="mod">
          <ac:chgData name="Abir GHARBI" userId="ef92528f-00ab-4d87-966c-386bca485bd0" providerId="ADAL" clId="{F3D16DED-CAA7-4BF5-81E4-89DEDE7057F7}" dt="2026-06-29T13:10:17.392" v="1980" actId="790"/>
          <ac:spMkLst>
            <pc:docMk/>
            <pc:sldMk cId="1456590282" sldId="360"/>
            <ac:spMk id="57" creationId="{4CBC27D3-B56C-04D7-2347-DC1208AE8129}"/>
          </ac:spMkLst>
        </pc:spChg>
        <pc:spChg chg="mod">
          <ac:chgData name="Abir GHARBI" userId="ef92528f-00ab-4d87-966c-386bca485bd0" providerId="ADAL" clId="{F3D16DED-CAA7-4BF5-81E4-89DEDE7057F7}" dt="2026-06-29T13:10:17.392" v="1980" actId="790"/>
          <ac:spMkLst>
            <pc:docMk/>
            <pc:sldMk cId="1456590282" sldId="360"/>
            <ac:spMk id="58" creationId="{D1E40C5A-89C0-5416-0C43-D57172B2B4FF}"/>
          </ac:spMkLst>
        </pc:spChg>
        <pc:spChg chg="mod">
          <ac:chgData name="Abir GHARBI" userId="ef92528f-00ab-4d87-966c-386bca485bd0" providerId="ADAL" clId="{F3D16DED-CAA7-4BF5-81E4-89DEDE7057F7}" dt="2026-06-29T13:10:17.392" v="1980" actId="790"/>
          <ac:spMkLst>
            <pc:docMk/>
            <pc:sldMk cId="1456590282" sldId="360"/>
            <ac:spMk id="65" creationId="{443DA998-047D-CAE6-C70E-1C6D5670A9A0}"/>
          </ac:spMkLst>
        </pc:spChg>
        <pc:spChg chg="mod">
          <ac:chgData name="Abir GHARBI" userId="ef92528f-00ab-4d87-966c-386bca485bd0" providerId="ADAL" clId="{F3D16DED-CAA7-4BF5-81E4-89DEDE7057F7}" dt="2026-06-29T13:10:17.392" v="1980" actId="790"/>
          <ac:spMkLst>
            <pc:docMk/>
            <pc:sldMk cId="1456590282" sldId="360"/>
            <ac:spMk id="66" creationId="{898C2B48-EEDD-B6C3-D13B-1B583D6D595B}"/>
          </ac:spMkLst>
        </pc:spChg>
        <pc:spChg chg="mod">
          <ac:chgData name="Abir GHARBI" userId="ef92528f-00ab-4d87-966c-386bca485bd0" providerId="ADAL" clId="{F3D16DED-CAA7-4BF5-81E4-89DEDE7057F7}" dt="2026-06-29T13:10:17.392" v="1980" actId="790"/>
          <ac:spMkLst>
            <pc:docMk/>
            <pc:sldMk cId="1456590282" sldId="360"/>
            <ac:spMk id="71" creationId="{05987185-7356-1741-15FE-C9AF09285406}"/>
          </ac:spMkLst>
        </pc:spChg>
        <pc:spChg chg="mod">
          <ac:chgData name="Abir GHARBI" userId="ef92528f-00ab-4d87-966c-386bca485bd0" providerId="ADAL" clId="{F3D16DED-CAA7-4BF5-81E4-89DEDE7057F7}" dt="2026-06-29T13:10:17.392" v="1980" actId="790"/>
          <ac:spMkLst>
            <pc:docMk/>
            <pc:sldMk cId="1456590282" sldId="360"/>
            <ac:spMk id="76" creationId="{F4F73A8E-4265-B697-057E-FA560BB98FE4}"/>
          </ac:spMkLst>
        </pc:spChg>
        <pc:spChg chg="mod">
          <ac:chgData name="Abir GHARBI" userId="ef92528f-00ab-4d87-966c-386bca485bd0" providerId="ADAL" clId="{F3D16DED-CAA7-4BF5-81E4-89DEDE7057F7}" dt="2026-06-29T13:10:17.392" v="1980" actId="790"/>
          <ac:spMkLst>
            <pc:docMk/>
            <pc:sldMk cId="1456590282" sldId="360"/>
            <ac:spMk id="80" creationId="{CC299AE1-C47B-1538-5EF1-D2C675497AB2}"/>
          </ac:spMkLst>
        </pc:spChg>
        <pc:spChg chg="mod">
          <ac:chgData name="Abir GHARBI" userId="ef92528f-00ab-4d87-966c-386bca485bd0" providerId="ADAL" clId="{F3D16DED-CAA7-4BF5-81E4-89DEDE7057F7}" dt="2026-06-29T13:10:17.392" v="1980" actId="790"/>
          <ac:spMkLst>
            <pc:docMk/>
            <pc:sldMk cId="1456590282" sldId="360"/>
            <ac:spMk id="81" creationId="{211DC969-3244-EA71-5720-BA2C1AAF022E}"/>
          </ac:spMkLst>
        </pc:spChg>
        <pc:spChg chg="mod">
          <ac:chgData name="Abir GHARBI" userId="ef92528f-00ab-4d87-966c-386bca485bd0" providerId="ADAL" clId="{F3D16DED-CAA7-4BF5-81E4-89DEDE7057F7}" dt="2026-06-29T13:10:17.392" v="1980" actId="790"/>
          <ac:spMkLst>
            <pc:docMk/>
            <pc:sldMk cId="1456590282" sldId="360"/>
            <ac:spMk id="135" creationId="{00000000-0000-0000-0000-000000000000}"/>
          </ac:spMkLst>
        </pc:spChg>
      </pc:sldChg>
      <pc:sldChg chg="modSp mod">
        <pc:chgData name="Abir GHARBI" userId="ef92528f-00ab-4d87-966c-386bca485bd0" providerId="ADAL" clId="{F3D16DED-CAA7-4BF5-81E4-89DEDE7057F7}" dt="2026-06-29T13:10:17.392" v="1980" actId="790"/>
        <pc:sldMkLst>
          <pc:docMk/>
          <pc:sldMk cId="4164189581" sldId="362"/>
        </pc:sldMkLst>
        <pc:spChg chg="mod">
          <ac:chgData name="Abir GHARBI" userId="ef92528f-00ab-4d87-966c-386bca485bd0" providerId="ADAL" clId="{F3D16DED-CAA7-4BF5-81E4-89DEDE7057F7}" dt="2026-06-29T13:10:17.392" v="1980" actId="790"/>
          <ac:spMkLst>
            <pc:docMk/>
            <pc:sldMk cId="4164189581" sldId="362"/>
            <ac:spMk id="2" creationId="{F1BC72BD-9BA3-B1CE-9F42-09C22D9D1E89}"/>
          </ac:spMkLst>
        </pc:spChg>
        <pc:spChg chg="mod">
          <ac:chgData name="Abir GHARBI" userId="ef92528f-00ab-4d87-966c-386bca485bd0" providerId="ADAL" clId="{F3D16DED-CAA7-4BF5-81E4-89DEDE7057F7}" dt="2026-06-29T13:10:17.392" v="1980" actId="790"/>
          <ac:spMkLst>
            <pc:docMk/>
            <pc:sldMk cId="4164189581" sldId="362"/>
            <ac:spMk id="5" creationId="{BFD726D6-6F5B-6B3D-042B-6958C34D2C23}"/>
          </ac:spMkLst>
        </pc:spChg>
        <pc:spChg chg="mod">
          <ac:chgData name="Abir GHARBI" userId="ef92528f-00ab-4d87-966c-386bca485bd0" providerId="ADAL" clId="{F3D16DED-CAA7-4BF5-81E4-89DEDE7057F7}" dt="2026-06-29T13:10:17.392" v="1980" actId="790"/>
          <ac:spMkLst>
            <pc:docMk/>
            <pc:sldMk cId="4164189581" sldId="362"/>
            <ac:spMk id="10" creationId="{B0215C06-E534-6FFE-E9E3-BDDD4DB0A1C1}"/>
          </ac:spMkLst>
        </pc:spChg>
        <pc:spChg chg="mod">
          <ac:chgData name="Abir GHARBI" userId="ef92528f-00ab-4d87-966c-386bca485bd0" providerId="ADAL" clId="{F3D16DED-CAA7-4BF5-81E4-89DEDE7057F7}" dt="2026-06-29T13:10:17.392" v="1980" actId="790"/>
          <ac:spMkLst>
            <pc:docMk/>
            <pc:sldMk cId="4164189581" sldId="362"/>
            <ac:spMk id="56" creationId="{05D4278D-F3EF-8F81-FD7B-07AB95DE5C50}"/>
          </ac:spMkLst>
        </pc:spChg>
        <pc:spChg chg="mod">
          <ac:chgData name="Abir GHARBI" userId="ef92528f-00ab-4d87-966c-386bca485bd0" providerId="ADAL" clId="{F3D16DED-CAA7-4BF5-81E4-89DEDE7057F7}" dt="2026-06-29T13:10:17.392" v="1980" actId="790"/>
          <ac:spMkLst>
            <pc:docMk/>
            <pc:sldMk cId="4164189581" sldId="362"/>
            <ac:spMk id="57" creationId="{F4BE13C4-BAF5-4C70-4738-27C165E73B35}"/>
          </ac:spMkLst>
        </pc:spChg>
        <pc:spChg chg="mod">
          <ac:chgData name="Abir GHARBI" userId="ef92528f-00ab-4d87-966c-386bca485bd0" providerId="ADAL" clId="{F3D16DED-CAA7-4BF5-81E4-89DEDE7057F7}" dt="2026-06-29T13:10:17.392" v="1980" actId="790"/>
          <ac:spMkLst>
            <pc:docMk/>
            <pc:sldMk cId="4164189581" sldId="362"/>
            <ac:spMk id="65" creationId="{113AB8CA-38E5-8ED4-8015-01C77E6F4764}"/>
          </ac:spMkLst>
        </pc:spChg>
        <pc:spChg chg="mod">
          <ac:chgData name="Abir GHARBI" userId="ef92528f-00ab-4d87-966c-386bca485bd0" providerId="ADAL" clId="{F3D16DED-CAA7-4BF5-81E4-89DEDE7057F7}" dt="2026-06-29T13:10:17.392" v="1980" actId="790"/>
          <ac:spMkLst>
            <pc:docMk/>
            <pc:sldMk cId="4164189581" sldId="362"/>
            <ac:spMk id="73" creationId="{B2858894-B3FC-06A7-DD95-A06E72745A40}"/>
          </ac:spMkLst>
        </pc:spChg>
        <pc:spChg chg="mod">
          <ac:chgData name="Abir GHARBI" userId="ef92528f-00ab-4d87-966c-386bca485bd0" providerId="ADAL" clId="{F3D16DED-CAA7-4BF5-81E4-89DEDE7057F7}" dt="2026-06-29T13:10:17.392" v="1980" actId="790"/>
          <ac:spMkLst>
            <pc:docMk/>
            <pc:sldMk cId="4164189581" sldId="362"/>
            <ac:spMk id="76" creationId="{3DDB45D4-9CD1-218E-A908-BF2920D2724B}"/>
          </ac:spMkLst>
        </pc:spChg>
        <pc:spChg chg="mod">
          <ac:chgData name="Abir GHARBI" userId="ef92528f-00ab-4d87-966c-386bca485bd0" providerId="ADAL" clId="{F3D16DED-CAA7-4BF5-81E4-89DEDE7057F7}" dt="2026-06-29T13:10:17.392" v="1980" actId="790"/>
          <ac:spMkLst>
            <pc:docMk/>
            <pc:sldMk cId="4164189581" sldId="362"/>
            <ac:spMk id="80" creationId="{B115D7F5-0C9D-1741-FC67-E39F8B560C51}"/>
          </ac:spMkLst>
        </pc:spChg>
        <pc:spChg chg="mod">
          <ac:chgData name="Abir GHARBI" userId="ef92528f-00ab-4d87-966c-386bca485bd0" providerId="ADAL" clId="{F3D16DED-CAA7-4BF5-81E4-89DEDE7057F7}" dt="2026-06-29T13:10:17.392" v="1980" actId="790"/>
          <ac:spMkLst>
            <pc:docMk/>
            <pc:sldMk cId="4164189581" sldId="362"/>
            <ac:spMk id="85" creationId="{B25B997D-2EA4-6C4F-3BD9-5B3AAE24B0F2}"/>
          </ac:spMkLst>
        </pc:spChg>
      </pc:sldChg>
      <pc:sldChg chg="modSp mod">
        <pc:chgData name="Abir GHARBI" userId="ef92528f-00ab-4d87-966c-386bca485bd0" providerId="ADAL" clId="{F3D16DED-CAA7-4BF5-81E4-89DEDE7057F7}" dt="2026-06-29T13:10:17.392" v="1980" actId="790"/>
        <pc:sldMkLst>
          <pc:docMk/>
          <pc:sldMk cId="2330400647" sldId="364"/>
        </pc:sldMkLst>
        <pc:spChg chg="mod">
          <ac:chgData name="Abir GHARBI" userId="ef92528f-00ab-4d87-966c-386bca485bd0" providerId="ADAL" clId="{F3D16DED-CAA7-4BF5-81E4-89DEDE7057F7}" dt="2026-06-29T13:10:17.392" v="1980" actId="790"/>
          <ac:spMkLst>
            <pc:docMk/>
            <pc:sldMk cId="2330400647" sldId="364"/>
            <ac:spMk id="5" creationId="{12FE3173-CE8D-5F8C-9507-05E2EC47D529}"/>
          </ac:spMkLst>
        </pc:spChg>
        <pc:spChg chg="mod">
          <ac:chgData name="Abir GHARBI" userId="ef92528f-00ab-4d87-966c-386bca485bd0" providerId="ADAL" clId="{F3D16DED-CAA7-4BF5-81E4-89DEDE7057F7}" dt="2026-06-29T13:10:17.392" v="1980" actId="790"/>
          <ac:spMkLst>
            <pc:docMk/>
            <pc:sldMk cId="2330400647" sldId="364"/>
            <ac:spMk id="7" creationId="{1C385E2D-F087-1443-96FB-0D8F8899589A}"/>
          </ac:spMkLst>
        </pc:spChg>
        <pc:spChg chg="mod">
          <ac:chgData name="Abir GHARBI" userId="ef92528f-00ab-4d87-966c-386bca485bd0" providerId="ADAL" clId="{F3D16DED-CAA7-4BF5-81E4-89DEDE7057F7}" dt="2026-06-29T13:10:17.392" v="1980" actId="790"/>
          <ac:spMkLst>
            <pc:docMk/>
            <pc:sldMk cId="2330400647" sldId="364"/>
            <ac:spMk id="63" creationId="{B7B9070F-A2B6-BB1E-D6ED-1EFEC3644E5A}"/>
          </ac:spMkLst>
        </pc:spChg>
        <pc:spChg chg="mod">
          <ac:chgData name="Abir GHARBI" userId="ef92528f-00ab-4d87-966c-386bca485bd0" providerId="ADAL" clId="{F3D16DED-CAA7-4BF5-81E4-89DEDE7057F7}" dt="2026-06-29T13:10:17.392" v="1980" actId="790"/>
          <ac:spMkLst>
            <pc:docMk/>
            <pc:sldMk cId="2330400647" sldId="364"/>
            <ac:spMk id="65" creationId="{F036C9ED-A413-47A2-00F4-4A029884A6BA}"/>
          </ac:spMkLst>
        </pc:spChg>
        <pc:spChg chg="mod">
          <ac:chgData name="Abir GHARBI" userId="ef92528f-00ab-4d87-966c-386bca485bd0" providerId="ADAL" clId="{F3D16DED-CAA7-4BF5-81E4-89DEDE7057F7}" dt="2026-06-29T13:10:17.392" v="1980" actId="790"/>
          <ac:spMkLst>
            <pc:docMk/>
            <pc:sldMk cId="2330400647" sldId="364"/>
            <ac:spMk id="70" creationId="{E8EA4351-94BF-5079-F4CD-6CD3C0AD20A4}"/>
          </ac:spMkLst>
        </pc:spChg>
        <pc:spChg chg="mod">
          <ac:chgData name="Abir GHARBI" userId="ef92528f-00ab-4d87-966c-386bca485bd0" providerId="ADAL" clId="{F3D16DED-CAA7-4BF5-81E4-89DEDE7057F7}" dt="2026-06-29T13:10:17.392" v="1980" actId="790"/>
          <ac:spMkLst>
            <pc:docMk/>
            <pc:sldMk cId="2330400647" sldId="364"/>
            <ac:spMk id="71" creationId="{7F92E806-8457-C3C1-656E-CF0FECC51610}"/>
          </ac:spMkLst>
        </pc:spChg>
        <pc:spChg chg="mod">
          <ac:chgData name="Abir GHARBI" userId="ef92528f-00ab-4d87-966c-386bca485bd0" providerId="ADAL" clId="{F3D16DED-CAA7-4BF5-81E4-89DEDE7057F7}" dt="2026-06-29T13:10:17.392" v="1980" actId="790"/>
          <ac:spMkLst>
            <pc:docMk/>
            <pc:sldMk cId="2330400647" sldId="364"/>
            <ac:spMk id="76" creationId="{29436982-E1F0-2176-6436-348A93926C06}"/>
          </ac:spMkLst>
        </pc:spChg>
        <pc:spChg chg="mod">
          <ac:chgData name="Abir GHARBI" userId="ef92528f-00ab-4d87-966c-386bca485bd0" providerId="ADAL" clId="{F3D16DED-CAA7-4BF5-81E4-89DEDE7057F7}" dt="2026-06-29T13:10:17.392" v="1980" actId="790"/>
          <ac:spMkLst>
            <pc:docMk/>
            <pc:sldMk cId="2330400647" sldId="364"/>
            <ac:spMk id="78" creationId="{00FCC35F-4F0E-047D-987A-4E9C61AFB634}"/>
          </ac:spMkLst>
        </pc:spChg>
        <pc:spChg chg="mod">
          <ac:chgData name="Abir GHARBI" userId="ef92528f-00ab-4d87-966c-386bca485bd0" providerId="ADAL" clId="{F3D16DED-CAA7-4BF5-81E4-89DEDE7057F7}" dt="2026-06-29T13:10:17.392" v="1980" actId="790"/>
          <ac:spMkLst>
            <pc:docMk/>
            <pc:sldMk cId="2330400647" sldId="364"/>
            <ac:spMk id="83" creationId="{3B7CB97D-406D-D14C-D15C-57BB9CF2E606}"/>
          </ac:spMkLst>
        </pc:spChg>
        <pc:spChg chg="mod">
          <ac:chgData name="Abir GHARBI" userId="ef92528f-00ab-4d87-966c-386bca485bd0" providerId="ADAL" clId="{F3D16DED-CAA7-4BF5-81E4-89DEDE7057F7}" dt="2026-06-29T13:10:17.392" v="1980" actId="790"/>
          <ac:spMkLst>
            <pc:docMk/>
            <pc:sldMk cId="2330400647" sldId="364"/>
            <ac:spMk id="86" creationId="{A96746A7-CEA8-427B-5583-972E5657C03A}"/>
          </ac:spMkLst>
        </pc:spChg>
      </pc:sldChg>
      <pc:sldChg chg="modSp mod">
        <pc:chgData name="Abir GHARBI" userId="ef92528f-00ab-4d87-966c-386bca485bd0" providerId="ADAL" clId="{F3D16DED-CAA7-4BF5-81E4-89DEDE7057F7}" dt="2026-06-29T13:10:17.392" v="1980" actId="790"/>
        <pc:sldMkLst>
          <pc:docMk/>
          <pc:sldMk cId="1579654776" sldId="365"/>
        </pc:sldMkLst>
        <pc:spChg chg="mod">
          <ac:chgData name="Abir GHARBI" userId="ef92528f-00ab-4d87-966c-386bca485bd0" providerId="ADAL" clId="{F3D16DED-CAA7-4BF5-81E4-89DEDE7057F7}" dt="2026-06-29T13:10:17.392" v="1980" actId="790"/>
          <ac:spMkLst>
            <pc:docMk/>
            <pc:sldMk cId="1579654776" sldId="365"/>
            <ac:spMk id="3" creationId="{9C4EDF4D-DE93-4A87-CFDF-1E895871636A}"/>
          </ac:spMkLst>
        </pc:spChg>
        <pc:spChg chg="mod">
          <ac:chgData name="Abir GHARBI" userId="ef92528f-00ab-4d87-966c-386bca485bd0" providerId="ADAL" clId="{F3D16DED-CAA7-4BF5-81E4-89DEDE7057F7}" dt="2026-06-29T13:10:17.392" v="1980" actId="790"/>
          <ac:spMkLst>
            <pc:docMk/>
            <pc:sldMk cId="1579654776" sldId="365"/>
            <ac:spMk id="6" creationId="{0DFB137E-5991-B0E2-EEFE-E4F5D918C218}"/>
          </ac:spMkLst>
        </pc:spChg>
        <pc:spChg chg="mod">
          <ac:chgData name="Abir GHARBI" userId="ef92528f-00ab-4d87-966c-386bca485bd0" providerId="ADAL" clId="{F3D16DED-CAA7-4BF5-81E4-89DEDE7057F7}" dt="2026-06-29T13:10:17.392" v="1980" actId="790"/>
          <ac:spMkLst>
            <pc:docMk/>
            <pc:sldMk cId="1579654776" sldId="365"/>
            <ac:spMk id="57" creationId="{E6A57242-D0D4-9175-B673-2BEF6C5DF2E7}"/>
          </ac:spMkLst>
        </pc:spChg>
        <pc:spChg chg="mod">
          <ac:chgData name="Abir GHARBI" userId="ef92528f-00ab-4d87-966c-386bca485bd0" providerId="ADAL" clId="{F3D16DED-CAA7-4BF5-81E4-89DEDE7057F7}" dt="2026-06-29T13:10:17.392" v="1980" actId="790"/>
          <ac:spMkLst>
            <pc:docMk/>
            <pc:sldMk cId="1579654776" sldId="365"/>
            <ac:spMk id="65" creationId="{BA85573E-26CD-DEF0-FBB7-23D70876F5FB}"/>
          </ac:spMkLst>
        </pc:spChg>
        <pc:spChg chg="mod">
          <ac:chgData name="Abir GHARBI" userId="ef92528f-00ab-4d87-966c-386bca485bd0" providerId="ADAL" clId="{F3D16DED-CAA7-4BF5-81E4-89DEDE7057F7}" dt="2026-06-29T13:10:17.392" v="1980" actId="790"/>
          <ac:spMkLst>
            <pc:docMk/>
            <pc:sldMk cId="1579654776" sldId="365"/>
            <ac:spMk id="66" creationId="{81825177-81EF-D9C7-BB06-FEB9279CEE5F}"/>
          </ac:spMkLst>
        </pc:spChg>
        <pc:spChg chg="mod">
          <ac:chgData name="Abir GHARBI" userId="ef92528f-00ab-4d87-966c-386bca485bd0" providerId="ADAL" clId="{F3D16DED-CAA7-4BF5-81E4-89DEDE7057F7}" dt="2026-06-29T13:10:17.392" v="1980" actId="790"/>
          <ac:spMkLst>
            <pc:docMk/>
            <pc:sldMk cId="1579654776" sldId="365"/>
            <ac:spMk id="68" creationId="{14A660E3-9650-D14F-FA42-C51652628CE2}"/>
          </ac:spMkLst>
        </pc:spChg>
        <pc:spChg chg="mod">
          <ac:chgData name="Abir GHARBI" userId="ef92528f-00ab-4d87-966c-386bca485bd0" providerId="ADAL" clId="{F3D16DED-CAA7-4BF5-81E4-89DEDE7057F7}" dt="2026-06-29T13:10:17.392" v="1980" actId="790"/>
          <ac:spMkLst>
            <pc:docMk/>
            <pc:sldMk cId="1579654776" sldId="365"/>
            <ac:spMk id="70" creationId="{861008A4-9A3A-891E-8961-B70D76C27075}"/>
          </ac:spMkLst>
        </pc:spChg>
        <pc:spChg chg="mod">
          <ac:chgData name="Abir GHARBI" userId="ef92528f-00ab-4d87-966c-386bca485bd0" providerId="ADAL" clId="{F3D16DED-CAA7-4BF5-81E4-89DEDE7057F7}" dt="2026-06-29T13:10:17.392" v="1980" actId="790"/>
          <ac:spMkLst>
            <pc:docMk/>
            <pc:sldMk cId="1579654776" sldId="365"/>
            <ac:spMk id="71" creationId="{D5B32FB5-E3F2-B332-3004-68D9C1DC27FE}"/>
          </ac:spMkLst>
        </pc:spChg>
        <pc:spChg chg="mod">
          <ac:chgData name="Abir GHARBI" userId="ef92528f-00ab-4d87-966c-386bca485bd0" providerId="ADAL" clId="{F3D16DED-CAA7-4BF5-81E4-89DEDE7057F7}" dt="2026-06-29T13:10:17.392" v="1980" actId="790"/>
          <ac:spMkLst>
            <pc:docMk/>
            <pc:sldMk cId="1579654776" sldId="365"/>
            <ac:spMk id="76" creationId="{806877E6-98D5-3672-5EB0-FA3F90D56982}"/>
          </ac:spMkLst>
        </pc:spChg>
        <pc:spChg chg="mod">
          <ac:chgData name="Abir GHARBI" userId="ef92528f-00ab-4d87-966c-386bca485bd0" providerId="ADAL" clId="{F3D16DED-CAA7-4BF5-81E4-89DEDE7057F7}" dt="2026-06-29T13:10:17.392" v="1980" actId="790"/>
          <ac:spMkLst>
            <pc:docMk/>
            <pc:sldMk cId="1579654776" sldId="365"/>
            <ac:spMk id="86" creationId="{956AAE5E-85A5-22BE-A1C1-9617B6630801}"/>
          </ac:spMkLst>
        </pc:spChg>
      </pc:sldChg>
      <pc:sldChg chg="modSp mod">
        <pc:chgData name="Abir GHARBI" userId="ef92528f-00ab-4d87-966c-386bca485bd0" providerId="ADAL" clId="{F3D16DED-CAA7-4BF5-81E4-89DEDE7057F7}" dt="2026-06-29T13:10:17.392" v="1980" actId="790"/>
        <pc:sldMkLst>
          <pc:docMk/>
          <pc:sldMk cId="400902685" sldId="366"/>
        </pc:sldMkLst>
        <pc:spChg chg="mod">
          <ac:chgData name="Abir GHARBI" userId="ef92528f-00ab-4d87-966c-386bca485bd0" providerId="ADAL" clId="{F3D16DED-CAA7-4BF5-81E4-89DEDE7057F7}" dt="2026-06-29T13:10:17.392" v="1980" actId="790"/>
          <ac:spMkLst>
            <pc:docMk/>
            <pc:sldMk cId="400902685" sldId="366"/>
            <ac:spMk id="3" creationId="{9A793288-1617-8490-CAFE-85BB2E32C983}"/>
          </ac:spMkLst>
        </pc:spChg>
        <pc:spChg chg="mod">
          <ac:chgData name="Abir GHARBI" userId="ef92528f-00ab-4d87-966c-386bca485bd0" providerId="ADAL" clId="{F3D16DED-CAA7-4BF5-81E4-89DEDE7057F7}" dt="2026-06-29T13:10:17.392" v="1980" actId="790"/>
          <ac:spMkLst>
            <pc:docMk/>
            <pc:sldMk cId="400902685" sldId="366"/>
            <ac:spMk id="5" creationId="{68E9E778-E3CB-8A86-47A1-9C4580A4ECDE}"/>
          </ac:spMkLst>
        </pc:spChg>
        <pc:spChg chg="mod">
          <ac:chgData name="Abir GHARBI" userId="ef92528f-00ab-4d87-966c-386bca485bd0" providerId="ADAL" clId="{F3D16DED-CAA7-4BF5-81E4-89DEDE7057F7}" dt="2026-06-29T13:10:17.392" v="1980" actId="790"/>
          <ac:spMkLst>
            <pc:docMk/>
            <pc:sldMk cId="400902685" sldId="366"/>
            <ac:spMk id="16" creationId="{00000000-0000-0000-0000-000000000000}"/>
          </ac:spMkLst>
        </pc:spChg>
        <pc:spChg chg="mod">
          <ac:chgData name="Abir GHARBI" userId="ef92528f-00ab-4d87-966c-386bca485bd0" providerId="ADAL" clId="{F3D16DED-CAA7-4BF5-81E4-89DEDE7057F7}" dt="2026-06-29T13:10:17.392" v="1980" actId="790"/>
          <ac:spMkLst>
            <pc:docMk/>
            <pc:sldMk cId="400902685" sldId="366"/>
            <ac:spMk id="19" creationId="{00000000-0000-0000-0000-000000000000}"/>
          </ac:spMkLst>
        </pc:spChg>
        <pc:spChg chg="mod">
          <ac:chgData name="Abir GHARBI" userId="ef92528f-00ab-4d87-966c-386bca485bd0" providerId="ADAL" clId="{F3D16DED-CAA7-4BF5-81E4-89DEDE7057F7}" dt="2026-06-29T13:10:17.392" v="1980" actId="790"/>
          <ac:spMkLst>
            <pc:docMk/>
            <pc:sldMk cId="400902685" sldId="366"/>
            <ac:spMk id="25" creationId="{00000000-0000-0000-0000-000000000000}"/>
          </ac:spMkLst>
        </pc:spChg>
        <pc:spChg chg="mod">
          <ac:chgData name="Abir GHARBI" userId="ef92528f-00ab-4d87-966c-386bca485bd0" providerId="ADAL" clId="{F3D16DED-CAA7-4BF5-81E4-89DEDE7057F7}" dt="2026-06-29T13:10:17.392" v="1980" actId="790"/>
          <ac:spMkLst>
            <pc:docMk/>
            <pc:sldMk cId="400902685" sldId="366"/>
            <ac:spMk id="26" creationId="{00000000-0000-0000-0000-000000000000}"/>
          </ac:spMkLst>
        </pc:spChg>
        <pc:spChg chg="mod">
          <ac:chgData name="Abir GHARBI" userId="ef92528f-00ab-4d87-966c-386bca485bd0" providerId="ADAL" clId="{F3D16DED-CAA7-4BF5-81E4-89DEDE7057F7}" dt="2026-06-29T13:10:17.392" v="1980" actId="790"/>
          <ac:spMkLst>
            <pc:docMk/>
            <pc:sldMk cId="400902685" sldId="366"/>
            <ac:spMk id="28" creationId="{00000000-0000-0000-0000-000000000000}"/>
          </ac:spMkLst>
        </pc:spChg>
        <pc:spChg chg="mod">
          <ac:chgData name="Abir GHARBI" userId="ef92528f-00ab-4d87-966c-386bca485bd0" providerId="ADAL" clId="{F3D16DED-CAA7-4BF5-81E4-89DEDE7057F7}" dt="2026-06-29T13:10:17.392" v="1980" actId="790"/>
          <ac:spMkLst>
            <pc:docMk/>
            <pc:sldMk cId="400902685" sldId="366"/>
            <ac:spMk id="39" creationId="{00000000-0000-0000-0000-000000000000}"/>
          </ac:spMkLst>
        </pc:spChg>
        <pc:spChg chg="mod">
          <ac:chgData name="Abir GHARBI" userId="ef92528f-00ab-4d87-966c-386bca485bd0" providerId="ADAL" clId="{F3D16DED-CAA7-4BF5-81E4-89DEDE7057F7}" dt="2026-06-29T13:10:17.392" v="1980" actId="790"/>
          <ac:spMkLst>
            <pc:docMk/>
            <pc:sldMk cId="400902685" sldId="366"/>
            <ac:spMk id="42" creationId="{00000000-0000-0000-0000-000000000000}"/>
          </ac:spMkLst>
        </pc:spChg>
        <pc:spChg chg="mod">
          <ac:chgData name="Abir GHARBI" userId="ef92528f-00ab-4d87-966c-386bca485bd0" providerId="ADAL" clId="{F3D16DED-CAA7-4BF5-81E4-89DEDE7057F7}" dt="2026-06-29T13:10:17.392" v="1980" actId="790"/>
          <ac:spMkLst>
            <pc:docMk/>
            <pc:sldMk cId="400902685" sldId="366"/>
            <ac:spMk id="210" creationId="{00000000-0000-0000-0000-000000000000}"/>
          </ac:spMkLst>
        </pc:spChg>
      </pc:sldChg>
      <pc:sldChg chg="modSp mod">
        <pc:chgData name="Abir GHARBI" userId="ef92528f-00ab-4d87-966c-386bca485bd0" providerId="ADAL" clId="{F3D16DED-CAA7-4BF5-81E4-89DEDE7057F7}" dt="2026-06-29T13:10:17.392" v="1980" actId="790"/>
        <pc:sldMkLst>
          <pc:docMk/>
          <pc:sldMk cId="1363979356" sldId="368"/>
        </pc:sldMkLst>
        <pc:spChg chg="mod">
          <ac:chgData name="Abir GHARBI" userId="ef92528f-00ab-4d87-966c-386bca485bd0" providerId="ADAL" clId="{F3D16DED-CAA7-4BF5-81E4-89DEDE7057F7}" dt="2026-06-29T13:10:17.392" v="1980" actId="790"/>
          <ac:spMkLst>
            <pc:docMk/>
            <pc:sldMk cId="1363979356" sldId="368"/>
            <ac:spMk id="10" creationId="{F051D1BD-75F3-D334-6F96-65D9E6B40B55}"/>
          </ac:spMkLst>
        </pc:spChg>
        <pc:spChg chg="mod">
          <ac:chgData name="Abir GHARBI" userId="ef92528f-00ab-4d87-966c-386bca485bd0" providerId="ADAL" clId="{F3D16DED-CAA7-4BF5-81E4-89DEDE7057F7}" dt="2026-06-29T13:10:17.392" v="1980" actId="790"/>
          <ac:spMkLst>
            <pc:docMk/>
            <pc:sldMk cId="1363979356" sldId="368"/>
            <ac:spMk id="13" creationId="{1A980113-4DA1-9393-13C3-9DD91724C4B0}"/>
          </ac:spMkLst>
        </pc:spChg>
        <pc:spChg chg="mod">
          <ac:chgData name="Abir GHARBI" userId="ef92528f-00ab-4d87-966c-386bca485bd0" providerId="ADAL" clId="{F3D16DED-CAA7-4BF5-81E4-89DEDE7057F7}" dt="2026-06-29T13:10:17.392" v="1980" actId="790"/>
          <ac:spMkLst>
            <pc:docMk/>
            <pc:sldMk cId="1363979356" sldId="368"/>
            <ac:spMk id="15" creationId="{8CD05731-D571-9C6B-5A2A-2CC42AC49D99}"/>
          </ac:spMkLst>
        </pc:spChg>
        <pc:spChg chg="mod">
          <ac:chgData name="Abir GHARBI" userId="ef92528f-00ab-4d87-966c-386bca485bd0" providerId="ADAL" clId="{F3D16DED-CAA7-4BF5-81E4-89DEDE7057F7}" dt="2026-06-29T13:10:17.392" v="1980" actId="790"/>
          <ac:spMkLst>
            <pc:docMk/>
            <pc:sldMk cId="1363979356" sldId="368"/>
            <ac:spMk id="68" creationId="{7CB78ABF-2DA7-C79C-7F95-3F24F143D2DF}"/>
          </ac:spMkLst>
        </pc:spChg>
        <pc:spChg chg="mod">
          <ac:chgData name="Abir GHARBI" userId="ef92528f-00ab-4d87-966c-386bca485bd0" providerId="ADAL" clId="{F3D16DED-CAA7-4BF5-81E4-89DEDE7057F7}" dt="2026-06-29T13:10:17.392" v="1980" actId="790"/>
          <ac:spMkLst>
            <pc:docMk/>
            <pc:sldMk cId="1363979356" sldId="368"/>
            <ac:spMk id="71" creationId="{B7C6EECF-62B1-2A74-17AF-A326DABF044D}"/>
          </ac:spMkLst>
        </pc:spChg>
        <pc:spChg chg="mod">
          <ac:chgData name="Abir GHARBI" userId="ef92528f-00ab-4d87-966c-386bca485bd0" providerId="ADAL" clId="{F3D16DED-CAA7-4BF5-81E4-89DEDE7057F7}" dt="2026-06-29T13:10:17.392" v="1980" actId="790"/>
          <ac:spMkLst>
            <pc:docMk/>
            <pc:sldMk cId="1363979356" sldId="368"/>
            <ac:spMk id="76" creationId="{7EF93549-039A-A2E6-292B-3B1E94899AB9}"/>
          </ac:spMkLst>
        </pc:spChg>
        <pc:spChg chg="mod">
          <ac:chgData name="Abir GHARBI" userId="ef92528f-00ab-4d87-966c-386bca485bd0" providerId="ADAL" clId="{F3D16DED-CAA7-4BF5-81E4-89DEDE7057F7}" dt="2026-06-29T13:10:17.392" v="1980" actId="790"/>
          <ac:spMkLst>
            <pc:docMk/>
            <pc:sldMk cId="1363979356" sldId="368"/>
            <ac:spMk id="78" creationId="{B78D8014-EF1A-0D77-335C-FA497E1C8551}"/>
          </ac:spMkLst>
        </pc:spChg>
        <pc:spChg chg="mod">
          <ac:chgData name="Abir GHARBI" userId="ef92528f-00ab-4d87-966c-386bca485bd0" providerId="ADAL" clId="{F3D16DED-CAA7-4BF5-81E4-89DEDE7057F7}" dt="2026-06-29T13:10:17.392" v="1980" actId="790"/>
          <ac:spMkLst>
            <pc:docMk/>
            <pc:sldMk cId="1363979356" sldId="368"/>
            <ac:spMk id="80" creationId="{40D3555F-A076-E1CF-30E0-744C72982DCD}"/>
          </ac:spMkLst>
        </pc:spChg>
        <pc:spChg chg="mod">
          <ac:chgData name="Abir GHARBI" userId="ef92528f-00ab-4d87-966c-386bca485bd0" providerId="ADAL" clId="{F3D16DED-CAA7-4BF5-81E4-89DEDE7057F7}" dt="2026-06-29T13:10:17.392" v="1980" actId="790"/>
          <ac:spMkLst>
            <pc:docMk/>
            <pc:sldMk cId="1363979356" sldId="368"/>
            <ac:spMk id="86" creationId="{1C5FFD1C-7E44-2F54-B610-FDF65330CF10}"/>
          </ac:spMkLst>
        </pc:spChg>
        <pc:spChg chg="mod">
          <ac:chgData name="Abir GHARBI" userId="ef92528f-00ab-4d87-966c-386bca485bd0" providerId="ADAL" clId="{F3D16DED-CAA7-4BF5-81E4-89DEDE7057F7}" dt="2026-06-29T13:10:17.392" v="1980" actId="790"/>
          <ac:spMkLst>
            <pc:docMk/>
            <pc:sldMk cId="1363979356" sldId="368"/>
            <ac:spMk id="301" creationId="{8F534F08-02B1-449A-8864-5F08E785AB32}"/>
          </ac:spMkLst>
        </pc:spChg>
      </pc:sldChg>
      <pc:sldChg chg="modSp mod">
        <pc:chgData name="Abir GHARBI" userId="ef92528f-00ab-4d87-966c-386bca485bd0" providerId="ADAL" clId="{F3D16DED-CAA7-4BF5-81E4-89DEDE7057F7}" dt="2026-06-29T13:10:17.392" v="1980" actId="790"/>
        <pc:sldMkLst>
          <pc:docMk/>
          <pc:sldMk cId="2132932144" sldId="370"/>
        </pc:sldMkLst>
        <pc:spChg chg="mod">
          <ac:chgData name="Abir GHARBI" userId="ef92528f-00ab-4d87-966c-386bca485bd0" providerId="ADAL" clId="{F3D16DED-CAA7-4BF5-81E4-89DEDE7057F7}" dt="2026-06-29T13:10:17.392" v="1980" actId="790"/>
          <ac:spMkLst>
            <pc:docMk/>
            <pc:sldMk cId="2132932144" sldId="370"/>
            <ac:spMk id="6" creationId="{FE31FEA7-6196-60A6-99AB-98E85DAE850A}"/>
          </ac:spMkLst>
        </pc:spChg>
        <pc:spChg chg="mod">
          <ac:chgData name="Abir GHARBI" userId="ef92528f-00ab-4d87-966c-386bca485bd0" providerId="ADAL" clId="{F3D16DED-CAA7-4BF5-81E4-89DEDE7057F7}" dt="2026-06-29T13:10:17.392" v="1980" actId="790"/>
          <ac:spMkLst>
            <pc:docMk/>
            <pc:sldMk cId="2132932144" sldId="370"/>
            <ac:spMk id="22" creationId="{55F2D0D7-D289-54D6-9217-4076069CAB04}"/>
          </ac:spMkLst>
        </pc:spChg>
        <pc:spChg chg="mod">
          <ac:chgData name="Abir GHARBI" userId="ef92528f-00ab-4d87-966c-386bca485bd0" providerId="ADAL" clId="{F3D16DED-CAA7-4BF5-81E4-89DEDE7057F7}" dt="2026-06-29T13:10:17.392" v="1980" actId="790"/>
          <ac:spMkLst>
            <pc:docMk/>
            <pc:sldMk cId="2132932144" sldId="370"/>
            <ac:spMk id="23" creationId="{9CD707CB-AB1C-D3BC-9601-EA719A43568D}"/>
          </ac:spMkLst>
        </pc:spChg>
        <pc:spChg chg="mod">
          <ac:chgData name="Abir GHARBI" userId="ef92528f-00ab-4d87-966c-386bca485bd0" providerId="ADAL" clId="{F3D16DED-CAA7-4BF5-81E4-89DEDE7057F7}" dt="2026-06-29T13:10:17.392" v="1980" actId="790"/>
          <ac:spMkLst>
            <pc:docMk/>
            <pc:sldMk cId="2132932144" sldId="370"/>
            <ac:spMk id="29" creationId="{F1A4EA9C-E98A-DDA9-789F-ADB81C748162}"/>
          </ac:spMkLst>
        </pc:spChg>
        <pc:spChg chg="mod">
          <ac:chgData name="Abir GHARBI" userId="ef92528f-00ab-4d87-966c-386bca485bd0" providerId="ADAL" clId="{F3D16DED-CAA7-4BF5-81E4-89DEDE7057F7}" dt="2026-06-29T13:10:17.392" v="1980" actId="790"/>
          <ac:spMkLst>
            <pc:docMk/>
            <pc:sldMk cId="2132932144" sldId="370"/>
            <ac:spMk id="33" creationId="{B79394E6-F16E-148E-ED4D-F50F113ED8FA}"/>
          </ac:spMkLst>
        </pc:spChg>
        <pc:spChg chg="mod">
          <ac:chgData name="Abir GHARBI" userId="ef92528f-00ab-4d87-966c-386bca485bd0" providerId="ADAL" clId="{F3D16DED-CAA7-4BF5-81E4-89DEDE7057F7}" dt="2026-06-29T13:10:17.392" v="1980" actId="790"/>
          <ac:spMkLst>
            <pc:docMk/>
            <pc:sldMk cId="2132932144" sldId="370"/>
            <ac:spMk id="40" creationId="{01567A83-D55B-D7BB-F585-0E6D8B290641}"/>
          </ac:spMkLst>
        </pc:spChg>
        <pc:spChg chg="mod">
          <ac:chgData name="Abir GHARBI" userId="ef92528f-00ab-4d87-966c-386bca485bd0" providerId="ADAL" clId="{F3D16DED-CAA7-4BF5-81E4-89DEDE7057F7}" dt="2026-06-29T13:10:17.392" v="1980" actId="790"/>
          <ac:spMkLst>
            <pc:docMk/>
            <pc:sldMk cId="2132932144" sldId="370"/>
            <ac:spMk id="52" creationId="{C81AA0DF-57C3-4067-A2EB-55320AC5BDE9}"/>
          </ac:spMkLst>
        </pc:spChg>
        <pc:spChg chg="mod">
          <ac:chgData name="Abir GHARBI" userId="ef92528f-00ab-4d87-966c-386bca485bd0" providerId="ADAL" clId="{F3D16DED-CAA7-4BF5-81E4-89DEDE7057F7}" dt="2026-06-29T13:10:17.392" v="1980" actId="790"/>
          <ac:spMkLst>
            <pc:docMk/>
            <pc:sldMk cId="2132932144" sldId="370"/>
            <ac:spMk id="55" creationId="{F797D84F-E829-4D92-026D-E9107C97D49A}"/>
          </ac:spMkLst>
        </pc:spChg>
        <pc:spChg chg="mod">
          <ac:chgData name="Abir GHARBI" userId="ef92528f-00ab-4d87-966c-386bca485bd0" providerId="ADAL" clId="{F3D16DED-CAA7-4BF5-81E4-89DEDE7057F7}" dt="2026-06-29T13:10:17.392" v="1980" actId="790"/>
          <ac:spMkLst>
            <pc:docMk/>
            <pc:sldMk cId="2132932144" sldId="370"/>
            <ac:spMk id="56" creationId="{6658A1D2-781E-0F81-8FC5-BCF8F3B1ECE5}"/>
          </ac:spMkLst>
        </pc:spChg>
        <pc:spChg chg="mod">
          <ac:chgData name="Abir GHARBI" userId="ef92528f-00ab-4d87-966c-386bca485bd0" providerId="ADAL" clId="{F3D16DED-CAA7-4BF5-81E4-89DEDE7057F7}" dt="2026-06-29T13:10:17.392" v="1980" actId="790"/>
          <ac:spMkLst>
            <pc:docMk/>
            <pc:sldMk cId="2132932144" sldId="370"/>
            <ac:spMk id="116" creationId="{60212E92-6ABB-DF91-B6C5-D555A1E72908}"/>
          </ac:spMkLst>
        </pc:spChg>
      </pc:sldChg>
      <pc:sldChg chg="modSp mod">
        <pc:chgData name="Abir GHARBI" userId="ef92528f-00ab-4d87-966c-386bca485bd0" providerId="ADAL" clId="{F3D16DED-CAA7-4BF5-81E4-89DEDE7057F7}" dt="2026-06-29T13:10:17.392" v="1980" actId="790"/>
        <pc:sldMkLst>
          <pc:docMk/>
          <pc:sldMk cId="3586641678" sldId="371"/>
        </pc:sldMkLst>
        <pc:spChg chg="mod">
          <ac:chgData name="Abir GHARBI" userId="ef92528f-00ab-4d87-966c-386bca485bd0" providerId="ADAL" clId="{F3D16DED-CAA7-4BF5-81E4-89DEDE7057F7}" dt="2026-06-29T13:10:17.392" v="1980" actId="790"/>
          <ac:spMkLst>
            <pc:docMk/>
            <pc:sldMk cId="3586641678" sldId="371"/>
            <ac:spMk id="2" creationId="{0B09269E-BF60-08E9-E8FB-4E9851D3849E}"/>
          </ac:spMkLst>
        </pc:spChg>
        <pc:spChg chg="mod">
          <ac:chgData name="Abir GHARBI" userId="ef92528f-00ab-4d87-966c-386bca485bd0" providerId="ADAL" clId="{F3D16DED-CAA7-4BF5-81E4-89DEDE7057F7}" dt="2026-06-29T13:10:17.392" v="1980" actId="790"/>
          <ac:spMkLst>
            <pc:docMk/>
            <pc:sldMk cId="3586641678" sldId="371"/>
            <ac:spMk id="3" creationId="{09AEE383-F135-EEA5-128C-9C0C90A911CF}"/>
          </ac:spMkLst>
        </pc:spChg>
        <pc:spChg chg="mod">
          <ac:chgData name="Abir GHARBI" userId="ef92528f-00ab-4d87-966c-386bca485bd0" providerId="ADAL" clId="{F3D16DED-CAA7-4BF5-81E4-89DEDE7057F7}" dt="2026-06-29T13:10:17.392" v="1980" actId="790"/>
          <ac:spMkLst>
            <pc:docMk/>
            <pc:sldMk cId="3586641678" sldId="371"/>
            <ac:spMk id="14" creationId="{E0956B42-11BA-B4FB-5610-33682881C7A0}"/>
          </ac:spMkLst>
        </pc:spChg>
      </pc:sldChg>
      <pc:sldChg chg="modSp mod">
        <pc:chgData name="Abir GHARBI" userId="ef92528f-00ab-4d87-966c-386bca485bd0" providerId="ADAL" clId="{F3D16DED-CAA7-4BF5-81E4-89DEDE7057F7}" dt="2026-06-29T13:10:17.392" v="1980" actId="790"/>
        <pc:sldMkLst>
          <pc:docMk/>
          <pc:sldMk cId="2239782126" sldId="372"/>
        </pc:sldMkLst>
        <pc:spChg chg="mod">
          <ac:chgData name="Abir GHARBI" userId="ef92528f-00ab-4d87-966c-386bca485bd0" providerId="ADAL" clId="{F3D16DED-CAA7-4BF5-81E4-89DEDE7057F7}" dt="2026-06-29T13:10:17.392" v="1980" actId="790"/>
          <ac:spMkLst>
            <pc:docMk/>
            <pc:sldMk cId="2239782126" sldId="372"/>
            <ac:spMk id="2" creationId="{D1D8B490-164C-9A14-FC64-5A3DD922D5EA}"/>
          </ac:spMkLst>
        </pc:spChg>
        <pc:spChg chg="mod">
          <ac:chgData name="Abir GHARBI" userId="ef92528f-00ab-4d87-966c-386bca485bd0" providerId="ADAL" clId="{F3D16DED-CAA7-4BF5-81E4-89DEDE7057F7}" dt="2026-06-29T13:10:17.392" v="1980" actId="790"/>
          <ac:spMkLst>
            <pc:docMk/>
            <pc:sldMk cId="2239782126" sldId="372"/>
            <ac:spMk id="6" creationId="{320362A1-1F90-5563-D7CE-3A810FB96323}"/>
          </ac:spMkLst>
        </pc:spChg>
        <pc:spChg chg="mod">
          <ac:chgData name="Abir GHARBI" userId="ef92528f-00ab-4d87-966c-386bca485bd0" providerId="ADAL" clId="{F3D16DED-CAA7-4BF5-81E4-89DEDE7057F7}" dt="2026-06-29T13:10:17.392" v="1980" actId="790"/>
          <ac:spMkLst>
            <pc:docMk/>
            <pc:sldMk cId="2239782126" sldId="372"/>
            <ac:spMk id="48" creationId="{7C14AB4D-F5BD-0922-3303-78E7CC8D84CB}"/>
          </ac:spMkLst>
        </pc:spChg>
        <pc:spChg chg="mod">
          <ac:chgData name="Abir GHARBI" userId="ef92528f-00ab-4d87-966c-386bca485bd0" providerId="ADAL" clId="{F3D16DED-CAA7-4BF5-81E4-89DEDE7057F7}" dt="2026-06-29T13:10:17.392" v="1980" actId="790"/>
          <ac:spMkLst>
            <pc:docMk/>
            <pc:sldMk cId="2239782126" sldId="372"/>
            <ac:spMk id="73" creationId="{0F176867-0616-9A6E-844F-57026408284F}"/>
          </ac:spMkLst>
        </pc:spChg>
        <pc:spChg chg="mod">
          <ac:chgData name="Abir GHARBI" userId="ef92528f-00ab-4d87-966c-386bca485bd0" providerId="ADAL" clId="{F3D16DED-CAA7-4BF5-81E4-89DEDE7057F7}" dt="2026-06-29T13:10:17.392" v="1980" actId="790"/>
          <ac:spMkLst>
            <pc:docMk/>
            <pc:sldMk cId="2239782126" sldId="372"/>
            <ac:spMk id="79" creationId="{93C8BBAF-66E2-5B2F-EF40-D3FDC1A5985C}"/>
          </ac:spMkLst>
        </pc:spChg>
        <pc:spChg chg="mod">
          <ac:chgData name="Abir GHARBI" userId="ef92528f-00ab-4d87-966c-386bca485bd0" providerId="ADAL" clId="{F3D16DED-CAA7-4BF5-81E4-89DEDE7057F7}" dt="2026-06-29T13:10:17.392" v="1980" actId="790"/>
          <ac:spMkLst>
            <pc:docMk/>
            <pc:sldMk cId="2239782126" sldId="372"/>
            <ac:spMk id="80" creationId="{CA084CA1-3E1D-94ED-69C5-DA1B5A3C4FB5}"/>
          </ac:spMkLst>
        </pc:spChg>
        <pc:spChg chg="mod">
          <ac:chgData name="Abir GHARBI" userId="ef92528f-00ab-4d87-966c-386bca485bd0" providerId="ADAL" clId="{F3D16DED-CAA7-4BF5-81E4-89DEDE7057F7}" dt="2026-06-29T13:10:17.392" v="1980" actId="790"/>
          <ac:spMkLst>
            <pc:docMk/>
            <pc:sldMk cId="2239782126" sldId="372"/>
            <ac:spMk id="84" creationId="{D9A26C5F-566B-01B3-83DB-617B7452D32A}"/>
          </ac:spMkLst>
        </pc:spChg>
        <pc:spChg chg="mod">
          <ac:chgData name="Abir GHARBI" userId="ef92528f-00ab-4d87-966c-386bca485bd0" providerId="ADAL" clId="{F3D16DED-CAA7-4BF5-81E4-89DEDE7057F7}" dt="2026-06-29T13:10:17.392" v="1980" actId="790"/>
          <ac:spMkLst>
            <pc:docMk/>
            <pc:sldMk cId="2239782126" sldId="372"/>
            <ac:spMk id="104" creationId="{36230F75-784D-1EE1-B33B-EFECE1E93203}"/>
          </ac:spMkLst>
        </pc:spChg>
        <pc:spChg chg="mod">
          <ac:chgData name="Abir GHARBI" userId="ef92528f-00ab-4d87-966c-386bca485bd0" providerId="ADAL" clId="{F3D16DED-CAA7-4BF5-81E4-89DEDE7057F7}" dt="2026-06-29T13:10:17.392" v="1980" actId="790"/>
          <ac:spMkLst>
            <pc:docMk/>
            <pc:sldMk cId="2239782126" sldId="372"/>
            <ac:spMk id="115" creationId="{3B1A67FA-71D9-740F-BAFF-F0DC4136B16E}"/>
          </ac:spMkLst>
        </pc:spChg>
        <pc:spChg chg="mod">
          <ac:chgData name="Abir GHARBI" userId="ef92528f-00ab-4d87-966c-386bca485bd0" providerId="ADAL" clId="{F3D16DED-CAA7-4BF5-81E4-89DEDE7057F7}" dt="2026-06-29T13:10:17.392" v="1980" actId="790"/>
          <ac:spMkLst>
            <pc:docMk/>
            <pc:sldMk cId="2239782126" sldId="372"/>
            <ac:spMk id="116" creationId="{81571D12-DE37-1C4E-60D9-1C148BB95BBD}"/>
          </ac:spMkLst>
        </pc:spChg>
      </pc:sldChg>
      <pc:sldChg chg="modSp mod">
        <pc:chgData name="Abir GHARBI" userId="ef92528f-00ab-4d87-966c-386bca485bd0" providerId="ADAL" clId="{F3D16DED-CAA7-4BF5-81E4-89DEDE7057F7}" dt="2026-06-29T13:10:17.392" v="1980" actId="790"/>
        <pc:sldMkLst>
          <pc:docMk/>
          <pc:sldMk cId="1551473793" sldId="373"/>
        </pc:sldMkLst>
        <pc:spChg chg="mod">
          <ac:chgData name="Abir GHARBI" userId="ef92528f-00ab-4d87-966c-386bca485bd0" providerId="ADAL" clId="{F3D16DED-CAA7-4BF5-81E4-89DEDE7057F7}" dt="2026-06-29T13:10:17.392" v="1980" actId="790"/>
          <ac:spMkLst>
            <pc:docMk/>
            <pc:sldMk cId="1551473793" sldId="373"/>
            <ac:spMk id="4" creationId="{105E453C-D67F-50B4-7169-5B44ACD88036}"/>
          </ac:spMkLst>
        </pc:spChg>
        <pc:spChg chg="mod">
          <ac:chgData name="Abir GHARBI" userId="ef92528f-00ab-4d87-966c-386bca485bd0" providerId="ADAL" clId="{F3D16DED-CAA7-4BF5-81E4-89DEDE7057F7}" dt="2026-06-29T13:10:17.392" v="1980" actId="790"/>
          <ac:spMkLst>
            <pc:docMk/>
            <pc:sldMk cId="1551473793" sldId="373"/>
            <ac:spMk id="5" creationId="{5B372DB9-C1C5-6596-E246-E5C5C37830F2}"/>
          </ac:spMkLst>
        </pc:spChg>
        <pc:spChg chg="mod">
          <ac:chgData name="Abir GHARBI" userId="ef92528f-00ab-4d87-966c-386bca485bd0" providerId="ADAL" clId="{F3D16DED-CAA7-4BF5-81E4-89DEDE7057F7}" dt="2026-06-29T13:10:17.392" v="1980" actId="790"/>
          <ac:spMkLst>
            <pc:docMk/>
            <pc:sldMk cId="1551473793" sldId="373"/>
            <ac:spMk id="20" creationId="{31349D1D-E36C-4007-CC0D-92AE8D1C2CD4}"/>
          </ac:spMkLst>
        </pc:spChg>
        <pc:spChg chg="mod">
          <ac:chgData name="Abir GHARBI" userId="ef92528f-00ab-4d87-966c-386bca485bd0" providerId="ADAL" clId="{F3D16DED-CAA7-4BF5-81E4-89DEDE7057F7}" dt="2026-06-29T13:10:17.392" v="1980" actId="790"/>
          <ac:spMkLst>
            <pc:docMk/>
            <pc:sldMk cId="1551473793" sldId="373"/>
            <ac:spMk id="30" creationId="{8F9817C7-D47B-09E2-931C-6CF39BB3B516}"/>
          </ac:spMkLst>
        </pc:spChg>
        <pc:spChg chg="mod">
          <ac:chgData name="Abir GHARBI" userId="ef92528f-00ab-4d87-966c-386bca485bd0" providerId="ADAL" clId="{F3D16DED-CAA7-4BF5-81E4-89DEDE7057F7}" dt="2026-06-29T13:10:17.392" v="1980" actId="790"/>
          <ac:spMkLst>
            <pc:docMk/>
            <pc:sldMk cId="1551473793" sldId="373"/>
            <ac:spMk id="34" creationId="{D60037BC-3795-F0DC-B9B4-52596500C700}"/>
          </ac:spMkLst>
        </pc:spChg>
        <pc:spChg chg="mod">
          <ac:chgData name="Abir GHARBI" userId="ef92528f-00ab-4d87-966c-386bca485bd0" providerId="ADAL" clId="{F3D16DED-CAA7-4BF5-81E4-89DEDE7057F7}" dt="2026-06-29T13:10:17.392" v="1980" actId="790"/>
          <ac:spMkLst>
            <pc:docMk/>
            <pc:sldMk cId="1551473793" sldId="373"/>
            <ac:spMk id="79" creationId="{1469108B-A176-348D-2E1A-76670F594562}"/>
          </ac:spMkLst>
        </pc:spChg>
        <pc:spChg chg="mod">
          <ac:chgData name="Abir GHARBI" userId="ef92528f-00ab-4d87-966c-386bca485bd0" providerId="ADAL" clId="{F3D16DED-CAA7-4BF5-81E4-89DEDE7057F7}" dt="2026-06-29T13:10:17.392" v="1980" actId="790"/>
          <ac:spMkLst>
            <pc:docMk/>
            <pc:sldMk cId="1551473793" sldId="373"/>
            <ac:spMk id="106" creationId="{C97F4583-60A6-27BC-8AAF-44ED6DC7ECCC}"/>
          </ac:spMkLst>
        </pc:spChg>
        <pc:spChg chg="mod">
          <ac:chgData name="Abir GHARBI" userId="ef92528f-00ab-4d87-966c-386bca485bd0" providerId="ADAL" clId="{F3D16DED-CAA7-4BF5-81E4-89DEDE7057F7}" dt="2026-06-29T13:10:17.392" v="1980" actId="790"/>
          <ac:spMkLst>
            <pc:docMk/>
            <pc:sldMk cId="1551473793" sldId="373"/>
            <ac:spMk id="113" creationId="{84E8F0A6-642B-E722-4B27-FA9675E982A9}"/>
          </ac:spMkLst>
        </pc:spChg>
        <pc:spChg chg="mod">
          <ac:chgData name="Abir GHARBI" userId="ef92528f-00ab-4d87-966c-386bca485bd0" providerId="ADAL" clId="{F3D16DED-CAA7-4BF5-81E4-89DEDE7057F7}" dt="2026-06-29T13:10:17.392" v="1980" actId="790"/>
          <ac:spMkLst>
            <pc:docMk/>
            <pc:sldMk cId="1551473793" sldId="373"/>
            <ac:spMk id="118" creationId="{26C0DE76-F784-05AB-352C-E8D9AF8D842D}"/>
          </ac:spMkLst>
        </pc:spChg>
        <pc:spChg chg="mod">
          <ac:chgData name="Abir GHARBI" userId="ef92528f-00ab-4d87-966c-386bca485bd0" providerId="ADAL" clId="{F3D16DED-CAA7-4BF5-81E4-89DEDE7057F7}" dt="2026-06-29T13:10:17.392" v="1980" actId="790"/>
          <ac:spMkLst>
            <pc:docMk/>
            <pc:sldMk cId="1551473793" sldId="373"/>
            <ac:spMk id="120" creationId="{4A98060C-3786-739D-4B92-29C794AC2CC6}"/>
          </ac:spMkLst>
        </pc:spChg>
      </pc:sldChg>
      <pc:sldChg chg="modSp mod">
        <pc:chgData name="Abir GHARBI" userId="ef92528f-00ab-4d87-966c-386bca485bd0" providerId="ADAL" clId="{F3D16DED-CAA7-4BF5-81E4-89DEDE7057F7}" dt="2026-06-29T13:10:17.392" v="1980" actId="790"/>
        <pc:sldMkLst>
          <pc:docMk/>
          <pc:sldMk cId="3984610908" sldId="374"/>
        </pc:sldMkLst>
        <pc:spChg chg="mod">
          <ac:chgData name="Abir GHARBI" userId="ef92528f-00ab-4d87-966c-386bca485bd0" providerId="ADAL" clId="{F3D16DED-CAA7-4BF5-81E4-89DEDE7057F7}" dt="2026-06-29T13:10:17.392" v="1980" actId="790"/>
          <ac:spMkLst>
            <pc:docMk/>
            <pc:sldMk cId="3984610908" sldId="374"/>
            <ac:spMk id="2" creationId="{AD632855-0AB3-1658-D242-228DB62707E1}"/>
          </ac:spMkLst>
        </pc:spChg>
        <pc:spChg chg="mod">
          <ac:chgData name="Abir GHARBI" userId="ef92528f-00ab-4d87-966c-386bca485bd0" providerId="ADAL" clId="{F3D16DED-CAA7-4BF5-81E4-89DEDE7057F7}" dt="2026-06-29T13:10:17.392" v="1980" actId="790"/>
          <ac:spMkLst>
            <pc:docMk/>
            <pc:sldMk cId="3984610908" sldId="374"/>
            <ac:spMk id="124" creationId="{B05FE461-FCCC-4B8B-DC91-0D1FC3D1C3ED}"/>
          </ac:spMkLst>
        </pc:spChg>
        <pc:spChg chg="mod">
          <ac:chgData name="Abir GHARBI" userId="ef92528f-00ab-4d87-966c-386bca485bd0" providerId="ADAL" clId="{F3D16DED-CAA7-4BF5-81E4-89DEDE7057F7}" dt="2026-06-29T13:10:17.392" v="1980" actId="790"/>
          <ac:spMkLst>
            <pc:docMk/>
            <pc:sldMk cId="3984610908" sldId="374"/>
            <ac:spMk id="133" creationId="{6C8CCCA1-CB85-2594-21B0-B50560F46961}"/>
          </ac:spMkLst>
        </pc:spChg>
        <pc:spChg chg="mod">
          <ac:chgData name="Abir GHARBI" userId="ef92528f-00ab-4d87-966c-386bca485bd0" providerId="ADAL" clId="{F3D16DED-CAA7-4BF5-81E4-89DEDE7057F7}" dt="2026-06-29T13:10:17.392" v="1980" actId="790"/>
          <ac:spMkLst>
            <pc:docMk/>
            <pc:sldMk cId="3984610908" sldId="374"/>
            <ac:spMk id="136" creationId="{35C3F10A-967F-81D4-577A-E2EEFCDCE50C}"/>
          </ac:spMkLst>
        </pc:spChg>
        <pc:spChg chg="mod">
          <ac:chgData name="Abir GHARBI" userId="ef92528f-00ab-4d87-966c-386bca485bd0" providerId="ADAL" clId="{F3D16DED-CAA7-4BF5-81E4-89DEDE7057F7}" dt="2026-06-29T13:10:17.392" v="1980" actId="790"/>
          <ac:spMkLst>
            <pc:docMk/>
            <pc:sldMk cId="3984610908" sldId="374"/>
            <ac:spMk id="139" creationId="{16E6B34A-165E-AE38-51EC-2ADC6D776EDE}"/>
          </ac:spMkLst>
        </pc:spChg>
        <pc:spChg chg="mod">
          <ac:chgData name="Abir GHARBI" userId="ef92528f-00ab-4d87-966c-386bca485bd0" providerId="ADAL" clId="{F3D16DED-CAA7-4BF5-81E4-89DEDE7057F7}" dt="2026-06-29T13:10:17.392" v="1980" actId="790"/>
          <ac:spMkLst>
            <pc:docMk/>
            <pc:sldMk cId="3984610908" sldId="374"/>
            <ac:spMk id="153" creationId="{2BBDBCEE-8DAF-92B2-022F-A7806FBC1558}"/>
          </ac:spMkLst>
        </pc:spChg>
        <pc:spChg chg="mod">
          <ac:chgData name="Abir GHARBI" userId="ef92528f-00ab-4d87-966c-386bca485bd0" providerId="ADAL" clId="{F3D16DED-CAA7-4BF5-81E4-89DEDE7057F7}" dt="2026-06-29T13:10:17.392" v="1980" actId="790"/>
          <ac:spMkLst>
            <pc:docMk/>
            <pc:sldMk cId="3984610908" sldId="374"/>
            <ac:spMk id="155" creationId="{81D8358A-6E7D-2288-50F1-780FC173D9E3}"/>
          </ac:spMkLst>
        </pc:spChg>
        <pc:spChg chg="mod">
          <ac:chgData name="Abir GHARBI" userId="ef92528f-00ab-4d87-966c-386bca485bd0" providerId="ADAL" clId="{F3D16DED-CAA7-4BF5-81E4-89DEDE7057F7}" dt="2026-06-29T13:10:17.392" v="1980" actId="790"/>
          <ac:spMkLst>
            <pc:docMk/>
            <pc:sldMk cId="3984610908" sldId="374"/>
            <ac:spMk id="160" creationId="{C11ACD71-E349-B4F8-00D0-F3128D8CDC07}"/>
          </ac:spMkLst>
        </pc:spChg>
        <pc:spChg chg="mod">
          <ac:chgData name="Abir GHARBI" userId="ef92528f-00ab-4d87-966c-386bca485bd0" providerId="ADAL" clId="{F3D16DED-CAA7-4BF5-81E4-89DEDE7057F7}" dt="2026-06-29T13:10:17.392" v="1980" actId="790"/>
          <ac:spMkLst>
            <pc:docMk/>
            <pc:sldMk cId="3984610908" sldId="374"/>
            <ac:spMk id="166" creationId="{E9E0B432-F3FE-38F2-E945-89CA469A2DCF}"/>
          </ac:spMkLst>
        </pc:spChg>
        <pc:spChg chg="mod">
          <ac:chgData name="Abir GHARBI" userId="ef92528f-00ab-4d87-966c-386bca485bd0" providerId="ADAL" clId="{F3D16DED-CAA7-4BF5-81E4-89DEDE7057F7}" dt="2026-06-29T13:10:17.392" v="1980" actId="790"/>
          <ac:spMkLst>
            <pc:docMk/>
            <pc:sldMk cId="3984610908" sldId="374"/>
            <ac:spMk id="178" creationId="{8F90E75E-45BF-E019-E95F-770C9F40AED8}"/>
          </ac:spMkLst>
        </pc:spChg>
      </pc:sldChg>
      <pc:sldChg chg="modSp mod">
        <pc:chgData name="Abir GHARBI" userId="ef92528f-00ab-4d87-966c-386bca485bd0" providerId="ADAL" clId="{F3D16DED-CAA7-4BF5-81E4-89DEDE7057F7}" dt="2026-06-29T13:10:17.392" v="1980" actId="790"/>
        <pc:sldMkLst>
          <pc:docMk/>
          <pc:sldMk cId="3834233088" sldId="378"/>
        </pc:sldMkLst>
        <pc:spChg chg="mod">
          <ac:chgData name="Abir GHARBI" userId="ef92528f-00ab-4d87-966c-386bca485bd0" providerId="ADAL" clId="{F3D16DED-CAA7-4BF5-81E4-89DEDE7057F7}" dt="2026-06-29T13:10:17.392" v="1980" actId="790"/>
          <ac:spMkLst>
            <pc:docMk/>
            <pc:sldMk cId="3834233088" sldId="378"/>
            <ac:spMk id="2" creationId="{4A556359-F6A8-3E7F-948F-21330EDDA28F}"/>
          </ac:spMkLst>
        </pc:spChg>
        <pc:spChg chg="mod">
          <ac:chgData name="Abir GHARBI" userId="ef92528f-00ab-4d87-966c-386bca485bd0" providerId="ADAL" clId="{F3D16DED-CAA7-4BF5-81E4-89DEDE7057F7}" dt="2026-06-29T13:10:17.392" v="1980" actId="790"/>
          <ac:spMkLst>
            <pc:docMk/>
            <pc:sldMk cId="3834233088" sldId="378"/>
            <ac:spMk id="88" creationId="{E670D360-DA12-BD4B-814E-972625DF4D1F}"/>
          </ac:spMkLst>
        </pc:spChg>
      </pc:sldChg>
      <pc:sldChg chg="modSp mod">
        <pc:chgData name="Abir GHARBI" userId="ef92528f-00ab-4d87-966c-386bca485bd0" providerId="ADAL" clId="{F3D16DED-CAA7-4BF5-81E4-89DEDE7057F7}" dt="2026-06-29T13:10:17.392" v="1980" actId="790"/>
        <pc:sldMkLst>
          <pc:docMk/>
          <pc:sldMk cId="1725389463" sldId="379"/>
        </pc:sldMkLst>
        <pc:spChg chg="mod">
          <ac:chgData name="Abir GHARBI" userId="ef92528f-00ab-4d87-966c-386bca485bd0" providerId="ADAL" clId="{F3D16DED-CAA7-4BF5-81E4-89DEDE7057F7}" dt="2026-06-29T13:10:17.392" v="1980" actId="790"/>
          <ac:spMkLst>
            <pc:docMk/>
            <pc:sldMk cId="1725389463" sldId="379"/>
            <ac:spMk id="2" creationId="{0CB59750-60BD-01F5-B78B-D89F824D5356}"/>
          </ac:spMkLst>
        </pc:spChg>
        <pc:spChg chg="mod">
          <ac:chgData name="Abir GHARBI" userId="ef92528f-00ab-4d87-966c-386bca485bd0" providerId="ADAL" clId="{F3D16DED-CAA7-4BF5-81E4-89DEDE7057F7}" dt="2026-06-29T13:10:17.392" v="1980" actId="790"/>
          <ac:spMkLst>
            <pc:docMk/>
            <pc:sldMk cId="1725389463" sldId="379"/>
            <ac:spMk id="88" creationId="{4A7BD7B0-5860-51BC-0DA1-46D330459604}"/>
          </ac:spMkLst>
        </pc:spChg>
      </pc:sldChg>
      <pc:sldChg chg="modSp mod">
        <pc:chgData name="Abir GHARBI" userId="ef92528f-00ab-4d87-966c-386bca485bd0" providerId="ADAL" clId="{F3D16DED-CAA7-4BF5-81E4-89DEDE7057F7}" dt="2026-06-29T13:10:17.392" v="1980" actId="790"/>
        <pc:sldMkLst>
          <pc:docMk/>
          <pc:sldMk cId="1795427985" sldId="381"/>
        </pc:sldMkLst>
        <pc:spChg chg="mod">
          <ac:chgData name="Abir GHARBI" userId="ef92528f-00ab-4d87-966c-386bca485bd0" providerId="ADAL" clId="{F3D16DED-CAA7-4BF5-81E4-89DEDE7057F7}" dt="2026-06-29T13:10:17.392" v="1980" actId="790"/>
          <ac:spMkLst>
            <pc:docMk/>
            <pc:sldMk cId="1795427985" sldId="381"/>
            <ac:spMk id="10" creationId="{E3EEE685-ABDA-AC44-A27E-C40AC1BC5DD6}"/>
          </ac:spMkLst>
        </pc:spChg>
        <pc:spChg chg="mod">
          <ac:chgData name="Abir GHARBI" userId="ef92528f-00ab-4d87-966c-386bca485bd0" providerId="ADAL" clId="{F3D16DED-CAA7-4BF5-81E4-89DEDE7057F7}" dt="2026-06-29T13:10:17.392" v="1980" actId="790"/>
          <ac:spMkLst>
            <pc:docMk/>
            <pc:sldMk cId="1795427985" sldId="381"/>
            <ac:spMk id="17" creationId="{5899D921-64CE-6B94-C9BA-D7F1820FFE87}"/>
          </ac:spMkLst>
        </pc:spChg>
        <pc:spChg chg="mod">
          <ac:chgData name="Abir GHARBI" userId="ef92528f-00ab-4d87-966c-386bca485bd0" providerId="ADAL" clId="{F3D16DED-CAA7-4BF5-81E4-89DEDE7057F7}" dt="2026-06-29T13:10:17.392" v="1980" actId="790"/>
          <ac:spMkLst>
            <pc:docMk/>
            <pc:sldMk cId="1795427985" sldId="381"/>
            <ac:spMk id="20" creationId="{741751E1-DB55-7C36-2E0E-6932368A4552}"/>
          </ac:spMkLst>
        </pc:spChg>
        <pc:spChg chg="mod">
          <ac:chgData name="Abir GHARBI" userId="ef92528f-00ab-4d87-966c-386bca485bd0" providerId="ADAL" clId="{F3D16DED-CAA7-4BF5-81E4-89DEDE7057F7}" dt="2026-06-29T13:10:17.392" v="1980" actId="790"/>
          <ac:spMkLst>
            <pc:docMk/>
            <pc:sldMk cId="1795427985" sldId="381"/>
            <ac:spMk id="21" creationId="{75BA7D9F-A916-DA51-E491-BFDCBDBBDF0F}"/>
          </ac:spMkLst>
        </pc:spChg>
        <pc:spChg chg="mod">
          <ac:chgData name="Abir GHARBI" userId="ef92528f-00ab-4d87-966c-386bca485bd0" providerId="ADAL" clId="{F3D16DED-CAA7-4BF5-81E4-89DEDE7057F7}" dt="2026-06-29T13:10:17.392" v="1980" actId="790"/>
          <ac:spMkLst>
            <pc:docMk/>
            <pc:sldMk cId="1795427985" sldId="381"/>
            <ac:spMk id="23" creationId="{7FB5BF52-1FEA-98E8-35FA-706350065FF2}"/>
          </ac:spMkLst>
        </pc:spChg>
        <pc:spChg chg="mod">
          <ac:chgData name="Abir GHARBI" userId="ef92528f-00ab-4d87-966c-386bca485bd0" providerId="ADAL" clId="{F3D16DED-CAA7-4BF5-81E4-89DEDE7057F7}" dt="2026-06-29T13:10:17.392" v="1980" actId="790"/>
          <ac:spMkLst>
            <pc:docMk/>
            <pc:sldMk cId="1795427985" sldId="381"/>
            <ac:spMk id="38" creationId="{81259812-22A9-1453-7CC2-C1FE657685AA}"/>
          </ac:spMkLst>
        </pc:spChg>
        <pc:spChg chg="mod">
          <ac:chgData name="Abir GHARBI" userId="ef92528f-00ab-4d87-966c-386bca485bd0" providerId="ADAL" clId="{F3D16DED-CAA7-4BF5-81E4-89DEDE7057F7}" dt="2026-06-29T13:10:17.392" v="1980" actId="790"/>
          <ac:spMkLst>
            <pc:docMk/>
            <pc:sldMk cId="1795427985" sldId="381"/>
            <ac:spMk id="45" creationId="{F9D31B33-01B0-0AD7-8B3B-6D7BF14BFDBE}"/>
          </ac:spMkLst>
        </pc:spChg>
        <pc:spChg chg="mod">
          <ac:chgData name="Abir GHARBI" userId="ef92528f-00ab-4d87-966c-386bca485bd0" providerId="ADAL" clId="{F3D16DED-CAA7-4BF5-81E4-89DEDE7057F7}" dt="2026-06-29T13:10:17.392" v="1980" actId="790"/>
          <ac:spMkLst>
            <pc:docMk/>
            <pc:sldMk cId="1795427985" sldId="381"/>
            <ac:spMk id="56" creationId="{D3005A5D-E15E-EB88-B342-38B0E853BEC3}"/>
          </ac:spMkLst>
        </pc:spChg>
        <pc:spChg chg="mod">
          <ac:chgData name="Abir GHARBI" userId="ef92528f-00ab-4d87-966c-386bca485bd0" providerId="ADAL" clId="{F3D16DED-CAA7-4BF5-81E4-89DEDE7057F7}" dt="2026-06-29T13:10:17.392" v="1980" actId="790"/>
          <ac:spMkLst>
            <pc:docMk/>
            <pc:sldMk cId="1795427985" sldId="381"/>
            <ac:spMk id="57" creationId="{18AD37C0-BD3B-4F15-80E2-A926DA5D97EA}"/>
          </ac:spMkLst>
        </pc:spChg>
        <pc:spChg chg="mod">
          <ac:chgData name="Abir GHARBI" userId="ef92528f-00ab-4d87-966c-386bca485bd0" providerId="ADAL" clId="{F3D16DED-CAA7-4BF5-81E4-89DEDE7057F7}" dt="2026-06-29T13:10:17.392" v="1980" actId="790"/>
          <ac:spMkLst>
            <pc:docMk/>
            <pc:sldMk cId="1795427985" sldId="381"/>
            <ac:spMk id="58" creationId="{A34C5B97-E0CE-C1A7-6AE8-826329D47E5B}"/>
          </ac:spMkLst>
        </pc:spChg>
      </pc:sldChg>
      <pc:sldChg chg="modSp mod">
        <pc:chgData name="Abir GHARBI" userId="ef92528f-00ab-4d87-966c-386bca485bd0" providerId="ADAL" clId="{F3D16DED-CAA7-4BF5-81E4-89DEDE7057F7}" dt="2026-06-29T13:10:17.392" v="1980" actId="790"/>
        <pc:sldMkLst>
          <pc:docMk/>
          <pc:sldMk cId="243121293" sldId="382"/>
        </pc:sldMkLst>
        <pc:spChg chg="mod">
          <ac:chgData name="Abir GHARBI" userId="ef92528f-00ab-4d87-966c-386bca485bd0" providerId="ADAL" clId="{F3D16DED-CAA7-4BF5-81E4-89DEDE7057F7}" dt="2026-06-29T13:10:17.392" v="1980" actId="790"/>
          <ac:spMkLst>
            <pc:docMk/>
            <pc:sldMk cId="243121293" sldId="382"/>
            <ac:spMk id="9" creationId="{FE0E7E26-0FAD-7238-F279-E9F63606D50A}"/>
          </ac:spMkLst>
        </pc:spChg>
        <pc:spChg chg="mod">
          <ac:chgData name="Abir GHARBI" userId="ef92528f-00ab-4d87-966c-386bca485bd0" providerId="ADAL" clId="{F3D16DED-CAA7-4BF5-81E4-89DEDE7057F7}" dt="2026-06-29T13:10:17.392" v="1980" actId="790"/>
          <ac:spMkLst>
            <pc:docMk/>
            <pc:sldMk cId="243121293" sldId="382"/>
            <ac:spMk id="26" creationId="{B28A4EB4-9298-9101-FD5C-241BB67D93C6}"/>
          </ac:spMkLst>
        </pc:spChg>
        <pc:spChg chg="mod">
          <ac:chgData name="Abir GHARBI" userId="ef92528f-00ab-4d87-966c-386bca485bd0" providerId="ADAL" clId="{F3D16DED-CAA7-4BF5-81E4-89DEDE7057F7}" dt="2026-06-29T13:10:17.392" v="1980" actId="790"/>
          <ac:spMkLst>
            <pc:docMk/>
            <pc:sldMk cId="243121293" sldId="382"/>
            <ac:spMk id="27" creationId="{25040F6A-FB0B-4CF7-134A-A185731C9446}"/>
          </ac:spMkLst>
        </pc:spChg>
        <pc:spChg chg="mod">
          <ac:chgData name="Abir GHARBI" userId="ef92528f-00ab-4d87-966c-386bca485bd0" providerId="ADAL" clId="{F3D16DED-CAA7-4BF5-81E4-89DEDE7057F7}" dt="2026-06-29T13:10:17.392" v="1980" actId="790"/>
          <ac:spMkLst>
            <pc:docMk/>
            <pc:sldMk cId="243121293" sldId="382"/>
            <ac:spMk id="28" creationId="{7A952EAB-E031-7A1F-C09D-145B03FF67B5}"/>
          </ac:spMkLst>
        </pc:spChg>
        <pc:spChg chg="mod">
          <ac:chgData name="Abir GHARBI" userId="ef92528f-00ab-4d87-966c-386bca485bd0" providerId="ADAL" clId="{F3D16DED-CAA7-4BF5-81E4-89DEDE7057F7}" dt="2026-06-29T13:10:17.392" v="1980" actId="790"/>
          <ac:spMkLst>
            <pc:docMk/>
            <pc:sldMk cId="243121293" sldId="382"/>
            <ac:spMk id="33" creationId="{DA49EB48-8384-D076-88AA-8E3B44D9525D}"/>
          </ac:spMkLst>
        </pc:spChg>
        <pc:spChg chg="mod">
          <ac:chgData name="Abir GHARBI" userId="ef92528f-00ab-4d87-966c-386bca485bd0" providerId="ADAL" clId="{F3D16DED-CAA7-4BF5-81E4-89DEDE7057F7}" dt="2026-06-29T13:10:17.392" v="1980" actId="790"/>
          <ac:spMkLst>
            <pc:docMk/>
            <pc:sldMk cId="243121293" sldId="382"/>
            <ac:spMk id="35" creationId="{4DAC514C-2A03-0CF6-09F1-ED9F4AAA9DC1}"/>
          </ac:spMkLst>
        </pc:spChg>
        <pc:spChg chg="mod">
          <ac:chgData name="Abir GHARBI" userId="ef92528f-00ab-4d87-966c-386bca485bd0" providerId="ADAL" clId="{F3D16DED-CAA7-4BF5-81E4-89DEDE7057F7}" dt="2026-06-29T13:10:17.392" v="1980" actId="790"/>
          <ac:spMkLst>
            <pc:docMk/>
            <pc:sldMk cId="243121293" sldId="382"/>
            <ac:spMk id="36" creationId="{6E2CC998-E405-833E-DB0C-DC534DEA09F5}"/>
          </ac:spMkLst>
        </pc:spChg>
        <pc:spChg chg="mod">
          <ac:chgData name="Abir GHARBI" userId="ef92528f-00ab-4d87-966c-386bca485bd0" providerId="ADAL" clId="{F3D16DED-CAA7-4BF5-81E4-89DEDE7057F7}" dt="2026-06-29T13:10:17.392" v="1980" actId="790"/>
          <ac:spMkLst>
            <pc:docMk/>
            <pc:sldMk cId="243121293" sldId="382"/>
            <ac:spMk id="37" creationId="{33178357-8901-2DB6-6214-F0FEFFECD6BA}"/>
          </ac:spMkLst>
        </pc:spChg>
        <pc:spChg chg="mod">
          <ac:chgData name="Abir GHARBI" userId="ef92528f-00ab-4d87-966c-386bca485bd0" providerId="ADAL" clId="{F3D16DED-CAA7-4BF5-81E4-89DEDE7057F7}" dt="2026-06-29T13:10:17.392" v="1980" actId="790"/>
          <ac:spMkLst>
            <pc:docMk/>
            <pc:sldMk cId="243121293" sldId="382"/>
            <ac:spMk id="39" creationId="{2E1F2575-1EA6-0CDD-E385-490548F0A497}"/>
          </ac:spMkLst>
        </pc:spChg>
        <pc:spChg chg="mod">
          <ac:chgData name="Abir GHARBI" userId="ef92528f-00ab-4d87-966c-386bca485bd0" providerId="ADAL" clId="{F3D16DED-CAA7-4BF5-81E4-89DEDE7057F7}" dt="2026-06-29T13:10:17.392" v="1980" actId="790"/>
          <ac:spMkLst>
            <pc:docMk/>
            <pc:sldMk cId="243121293" sldId="382"/>
            <ac:spMk id="51" creationId="{90CC5835-CC4A-AA5C-11FA-1D1E8BC576C2}"/>
          </ac:spMkLst>
        </pc:spChg>
      </pc:sldChg>
      <pc:sldChg chg="modSp mod">
        <pc:chgData name="Abir GHARBI" userId="ef92528f-00ab-4d87-966c-386bca485bd0" providerId="ADAL" clId="{F3D16DED-CAA7-4BF5-81E4-89DEDE7057F7}" dt="2026-06-29T13:10:17.392" v="1980" actId="790"/>
        <pc:sldMkLst>
          <pc:docMk/>
          <pc:sldMk cId="1192869048" sldId="383"/>
        </pc:sldMkLst>
        <pc:spChg chg="mod">
          <ac:chgData name="Abir GHARBI" userId="ef92528f-00ab-4d87-966c-386bca485bd0" providerId="ADAL" clId="{F3D16DED-CAA7-4BF5-81E4-89DEDE7057F7}" dt="2026-06-29T13:10:17.392" v="1980" actId="790"/>
          <ac:spMkLst>
            <pc:docMk/>
            <pc:sldMk cId="1192869048" sldId="383"/>
            <ac:spMk id="2" creationId="{8C8CB0A3-CE97-55C6-B2DC-A42EF4E74C42}"/>
          </ac:spMkLst>
        </pc:spChg>
        <pc:spChg chg="mod">
          <ac:chgData name="Abir GHARBI" userId="ef92528f-00ab-4d87-966c-386bca485bd0" providerId="ADAL" clId="{F3D16DED-CAA7-4BF5-81E4-89DEDE7057F7}" dt="2026-06-29T13:10:17.392" v="1980" actId="790"/>
          <ac:spMkLst>
            <pc:docMk/>
            <pc:sldMk cId="1192869048" sldId="383"/>
            <ac:spMk id="5" creationId="{349F05AB-0B6E-96BD-C164-EE2E579834CD}"/>
          </ac:spMkLst>
        </pc:spChg>
        <pc:spChg chg="mod">
          <ac:chgData name="Abir GHARBI" userId="ef92528f-00ab-4d87-966c-386bca485bd0" providerId="ADAL" clId="{F3D16DED-CAA7-4BF5-81E4-89DEDE7057F7}" dt="2026-06-29T13:10:17.392" v="1980" actId="790"/>
          <ac:spMkLst>
            <pc:docMk/>
            <pc:sldMk cId="1192869048" sldId="383"/>
            <ac:spMk id="7" creationId="{50887BA2-A9E0-1DD7-2FDA-0B0CCF5DD725}"/>
          </ac:spMkLst>
        </pc:spChg>
        <pc:spChg chg="mod">
          <ac:chgData name="Abir GHARBI" userId="ef92528f-00ab-4d87-966c-386bca485bd0" providerId="ADAL" clId="{F3D16DED-CAA7-4BF5-81E4-89DEDE7057F7}" dt="2026-06-29T13:10:17.392" v="1980" actId="790"/>
          <ac:spMkLst>
            <pc:docMk/>
            <pc:sldMk cId="1192869048" sldId="383"/>
            <ac:spMk id="19" creationId="{AD3D9BD3-064D-05A9-89AC-2C9724876EF4}"/>
          </ac:spMkLst>
        </pc:spChg>
        <pc:spChg chg="mod">
          <ac:chgData name="Abir GHARBI" userId="ef92528f-00ab-4d87-966c-386bca485bd0" providerId="ADAL" clId="{F3D16DED-CAA7-4BF5-81E4-89DEDE7057F7}" dt="2026-06-29T13:10:17.392" v="1980" actId="790"/>
          <ac:spMkLst>
            <pc:docMk/>
            <pc:sldMk cId="1192869048" sldId="383"/>
            <ac:spMk id="56" creationId="{D96E5FEE-22B2-8A79-E5A2-07059BEDDD04}"/>
          </ac:spMkLst>
        </pc:spChg>
        <pc:spChg chg="mod">
          <ac:chgData name="Abir GHARBI" userId="ef92528f-00ab-4d87-966c-386bca485bd0" providerId="ADAL" clId="{F3D16DED-CAA7-4BF5-81E4-89DEDE7057F7}" dt="2026-06-29T13:10:17.392" v="1980" actId="790"/>
          <ac:spMkLst>
            <pc:docMk/>
            <pc:sldMk cId="1192869048" sldId="383"/>
            <ac:spMk id="58" creationId="{32A77354-5DBE-45D9-C154-4F68FC12CEAB}"/>
          </ac:spMkLst>
        </pc:spChg>
        <pc:spChg chg="mod">
          <ac:chgData name="Abir GHARBI" userId="ef92528f-00ab-4d87-966c-386bca485bd0" providerId="ADAL" clId="{F3D16DED-CAA7-4BF5-81E4-89DEDE7057F7}" dt="2026-06-29T13:10:17.392" v="1980" actId="790"/>
          <ac:spMkLst>
            <pc:docMk/>
            <pc:sldMk cId="1192869048" sldId="383"/>
            <ac:spMk id="76" creationId="{87A14B2D-22F9-B6E2-6FBF-EE19C431F497}"/>
          </ac:spMkLst>
        </pc:spChg>
        <pc:spChg chg="mod">
          <ac:chgData name="Abir GHARBI" userId="ef92528f-00ab-4d87-966c-386bca485bd0" providerId="ADAL" clId="{F3D16DED-CAA7-4BF5-81E4-89DEDE7057F7}" dt="2026-06-29T13:10:17.392" v="1980" actId="790"/>
          <ac:spMkLst>
            <pc:docMk/>
            <pc:sldMk cId="1192869048" sldId="383"/>
            <ac:spMk id="79" creationId="{47488462-CBF2-4872-19BE-4E6EE69F32F1}"/>
          </ac:spMkLst>
        </pc:spChg>
      </pc:sldChg>
      <pc:sldChg chg="modSp mod">
        <pc:chgData name="Abir GHARBI" userId="ef92528f-00ab-4d87-966c-386bca485bd0" providerId="ADAL" clId="{F3D16DED-CAA7-4BF5-81E4-89DEDE7057F7}" dt="2026-06-29T13:10:17.392" v="1980" actId="790"/>
        <pc:sldMkLst>
          <pc:docMk/>
          <pc:sldMk cId="364430105" sldId="384"/>
        </pc:sldMkLst>
        <pc:spChg chg="mod">
          <ac:chgData name="Abir GHARBI" userId="ef92528f-00ab-4d87-966c-386bca485bd0" providerId="ADAL" clId="{F3D16DED-CAA7-4BF5-81E4-89DEDE7057F7}" dt="2026-06-29T13:10:17.392" v="1980" actId="790"/>
          <ac:spMkLst>
            <pc:docMk/>
            <pc:sldMk cId="364430105" sldId="384"/>
            <ac:spMk id="3" creationId="{4D4A575E-A9AF-B639-18E5-A2159BBA2B54}"/>
          </ac:spMkLst>
        </pc:spChg>
        <pc:spChg chg="mod">
          <ac:chgData name="Abir GHARBI" userId="ef92528f-00ab-4d87-966c-386bca485bd0" providerId="ADAL" clId="{F3D16DED-CAA7-4BF5-81E4-89DEDE7057F7}" dt="2026-06-29T13:10:17.392" v="1980" actId="790"/>
          <ac:spMkLst>
            <pc:docMk/>
            <pc:sldMk cId="364430105" sldId="384"/>
            <ac:spMk id="7" creationId="{C842236B-D287-F611-9185-E15CE2B17E50}"/>
          </ac:spMkLst>
        </pc:spChg>
        <pc:spChg chg="mod">
          <ac:chgData name="Abir GHARBI" userId="ef92528f-00ab-4d87-966c-386bca485bd0" providerId="ADAL" clId="{F3D16DED-CAA7-4BF5-81E4-89DEDE7057F7}" dt="2026-06-29T13:10:17.392" v="1980" actId="790"/>
          <ac:spMkLst>
            <pc:docMk/>
            <pc:sldMk cId="364430105" sldId="384"/>
            <ac:spMk id="21" creationId="{3EB6A477-4B02-27BD-C837-3AE0DED6E05B}"/>
          </ac:spMkLst>
        </pc:spChg>
        <pc:spChg chg="mod">
          <ac:chgData name="Abir GHARBI" userId="ef92528f-00ab-4d87-966c-386bca485bd0" providerId="ADAL" clId="{F3D16DED-CAA7-4BF5-81E4-89DEDE7057F7}" dt="2026-06-29T13:10:17.392" v="1980" actId="790"/>
          <ac:spMkLst>
            <pc:docMk/>
            <pc:sldMk cId="364430105" sldId="384"/>
            <ac:spMk id="22" creationId="{9F85DF02-769D-F1E7-8503-82049DBB8F4A}"/>
          </ac:spMkLst>
        </pc:spChg>
        <pc:spChg chg="mod">
          <ac:chgData name="Abir GHARBI" userId="ef92528f-00ab-4d87-966c-386bca485bd0" providerId="ADAL" clId="{F3D16DED-CAA7-4BF5-81E4-89DEDE7057F7}" dt="2026-06-29T13:10:17.392" v="1980" actId="790"/>
          <ac:spMkLst>
            <pc:docMk/>
            <pc:sldMk cId="364430105" sldId="384"/>
            <ac:spMk id="23" creationId="{8076AC82-3E2D-4B78-C96D-0510A53A0EA4}"/>
          </ac:spMkLst>
        </pc:spChg>
        <pc:spChg chg="mod">
          <ac:chgData name="Abir GHARBI" userId="ef92528f-00ab-4d87-966c-386bca485bd0" providerId="ADAL" clId="{F3D16DED-CAA7-4BF5-81E4-89DEDE7057F7}" dt="2026-06-29T13:10:17.392" v="1980" actId="790"/>
          <ac:spMkLst>
            <pc:docMk/>
            <pc:sldMk cId="364430105" sldId="384"/>
            <ac:spMk id="25" creationId="{0F11CAF9-6877-F3B6-F652-FFFE90FCF37A}"/>
          </ac:spMkLst>
        </pc:spChg>
        <pc:spChg chg="mod">
          <ac:chgData name="Abir GHARBI" userId="ef92528f-00ab-4d87-966c-386bca485bd0" providerId="ADAL" clId="{F3D16DED-CAA7-4BF5-81E4-89DEDE7057F7}" dt="2026-06-29T13:10:17.392" v="1980" actId="790"/>
          <ac:spMkLst>
            <pc:docMk/>
            <pc:sldMk cId="364430105" sldId="384"/>
            <ac:spMk id="46" creationId="{C662F1B4-F93B-04EB-7915-6B7AEFA04599}"/>
          </ac:spMkLst>
        </pc:spChg>
        <pc:spChg chg="mod">
          <ac:chgData name="Abir GHARBI" userId="ef92528f-00ab-4d87-966c-386bca485bd0" providerId="ADAL" clId="{F3D16DED-CAA7-4BF5-81E4-89DEDE7057F7}" dt="2026-06-29T13:10:17.392" v="1980" actId="790"/>
          <ac:spMkLst>
            <pc:docMk/>
            <pc:sldMk cId="364430105" sldId="384"/>
            <ac:spMk id="48" creationId="{347AD95E-805B-F21F-0BDA-9D357183F350}"/>
          </ac:spMkLst>
        </pc:spChg>
        <pc:spChg chg="mod">
          <ac:chgData name="Abir GHARBI" userId="ef92528f-00ab-4d87-966c-386bca485bd0" providerId="ADAL" clId="{F3D16DED-CAA7-4BF5-81E4-89DEDE7057F7}" dt="2026-06-29T13:10:17.392" v="1980" actId="790"/>
          <ac:spMkLst>
            <pc:docMk/>
            <pc:sldMk cId="364430105" sldId="384"/>
            <ac:spMk id="58" creationId="{153E2018-9015-06E0-AAE9-9ECD88D919F3}"/>
          </ac:spMkLst>
        </pc:spChg>
        <pc:spChg chg="mod">
          <ac:chgData name="Abir GHARBI" userId="ef92528f-00ab-4d87-966c-386bca485bd0" providerId="ADAL" clId="{F3D16DED-CAA7-4BF5-81E4-89DEDE7057F7}" dt="2026-06-29T13:10:17.392" v="1980" actId="790"/>
          <ac:spMkLst>
            <pc:docMk/>
            <pc:sldMk cId="364430105" sldId="384"/>
            <ac:spMk id="59" creationId="{F2056752-DC8F-2480-C182-D872CE6011E0}"/>
          </ac:spMkLst>
        </pc:spChg>
      </pc:sldChg>
      <pc:sldChg chg="modSp mod">
        <pc:chgData name="Abir GHARBI" userId="ef92528f-00ab-4d87-966c-386bca485bd0" providerId="ADAL" clId="{F3D16DED-CAA7-4BF5-81E4-89DEDE7057F7}" dt="2026-06-29T13:10:17.392" v="1980" actId="790"/>
        <pc:sldMkLst>
          <pc:docMk/>
          <pc:sldMk cId="0" sldId="385"/>
        </pc:sldMkLst>
        <pc:spChg chg="mod">
          <ac:chgData name="Abir GHARBI" userId="ef92528f-00ab-4d87-966c-386bca485bd0" providerId="ADAL" clId="{F3D16DED-CAA7-4BF5-81E4-89DEDE7057F7}" dt="2026-06-29T13:10:17.392" v="1980" actId="790"/>
          <ac:spMkLst>
            <pc:docMk/>
            <pc:sldMk cId="0" sldId="385"/>
            <ac:spMk id="4" creationId="{38C314D8-3977-6611-DDD6-5948AC23C93E}"/>
          </ac:spMkLst>
        </pc:spChg>
        <pc:spChg chg="mod">
          <ac:chgData name="Abir GHARBI" userId="ef92528f-00ab-4d87-966c-386bca485bd0" providerId="ADAL" clId="{F3D16DED-CAA7-4BF5-81E4-89DEDE7057F7}" dt="2026-06-29T13:10:17.392" v="1980" actId="790"/>
          <ac:spMkLst>
            <pc:docMk/>
            <pc:sldMk cId="0" sldId="385"/>
            <ac:spMk id="5" creationId="{B4F07B1B-A3E1-DE50-52E5-26EE3D6C1B4C}"/>
          </ac:spMkLst>
        </pc:spChg>
        <pc:spChg chg="mod">
          <ac:chgData name="Abir GHARBI" userId="ef92528f-00ab-4d87-966c-386bca485bd0" providerId="ADAL" clId="{F3D16DED-CAA7-4BF5-81E4-89DEDE7057F7}" dt="2026-06-29T13:10:17.392" v="1980" actId="790"/>
          <ac:spMkLst>
            <pc:docMk/>
            <pc:sldMk cId="0" sldId="385"/>
            <ac:spMk id="6" creationId="{001DE318-8B12-0BB3-B143-38ACB50B6594}"/>
          </ac:spMkLst>
        </pc:spChg>
        <pc:spChg chg="mod">
          <ac:chgData name="Abir GHARBI" userId="ef92528f-00ab-4d87-966c-386bca485bd0" providerId="ADAL" clId="{F3D16DED-CAA7-4BF5-81E4-89DEDE7057F7}" dt="2026-06-29T13:10:17.392" v="1980" actId="790"/>
          <ac:spMkLst>
            <pc:docMk/>
            <pc:sldMk cId="0" sldId="385"/>
            <ac:spMk id="8" creationId="{61AAECA9-FD9B-0F15-DE18-83F453399A9A}"/>
          </ac:spMkLst>
        </pc:spChg>
        <pc:spChg chg="mod">
          <ac:chgData name="Abir GHARBI" userId="ef92528f-00ab-4d87-966c-386bca485bd0" providerId="ADAL" clId="{F3D16DED-CAA7-4BF5-81E4-89DEDE7057F7}" dt="2026-06-29T13:10:17.392" v="1980" actId="790"/>
          <ac:spMkLst>
            <pc:docMk/>
            <pc:sldMk cId="0" sldId="385"/>
            <ac:spMk id="11" creationId="{00000000-0000-0000-0000-000000000000}"/>
          </ac:spMkLst>
        </pc:spChg>
        <pc:spChg chg="mod">
          <ac:chgData name="Abir GHARBI" userId="ef92528f-00ab-4d87-966c-386bca485bd0" providerId="ADAL" clId="{F3D16DED-CAA7-4BF5-81E4-89DEDE7057F7}" dt="2026-06-29T13:10:17.392" v="1980" actId="790"/>
          <ac:spMkLst>
            <pc:docMk/>
            <pc:sldMk cId="0" sldId="385"/>
            <ac:spMk id="13" creationId="{00000000-0000-0000-0000-000000000000}"/>
          </ac:spMkLst>
        </pc:spChg>
        <pc:spChg chg="mod">
          <ac:chgData name="Abir GHARBI" userId="ef92528f-00ab-4d87-966c-386bca485bd0" providerId="ADAL" clId="{F3D16DED-CAA7-4BF5-81E4-89DEDE7057F7}" dt="2026-06-29T13:10:17.392" v="1980" actId="790"/>
          <ac:spMkLst>
            <pc:docMk/>
            <pc:sldMk cId="0" sldId="385"/>
            <ac:spMk id="20" creationId="{00000000-0000-0000-0000-000000000000}"/>
          </ac:spMkLst>
        </pc:spChg>
        <pc:spChg chg="mod">
          <ac:chgData name="Abir GHARBI" userId="ef92528f-00ab-4d87-966c-386bca485bd0" providerId="ADAL" clId="{F3D16DED-CAA7-4BF5-81E4-89DEDE7057F7}" dt="2026-06-29T13:10:17.392" v="1980" actId="790"/>
          <ac:spMkLst>
            <pc:docMk/>
            <pc:sldMk cId="0" sldId="385"/>
            <ac:spMk id="21" creationId="{00000000-0000-0000-0000-000000000000}"/>
          </ac:spMkLst>
        </pc:spChg>
        <pc:spChg chg="mod">
          <ac:chgData name="Abir GHARBI" userId="ef92528f-00ab-4d87-966c-386bca485bd0" providerId="ADAL" clId="{F3D16DED-CAA7-4BF5-81E4-89DEDE7057F7}" dt="2026-06-29T13:10:17.392" v="1980" actId="790"/>
          <ac:spMkLst>
            <pc:docMk/>
            <pc:sldMk cId="0" sldId="385"/>
            <ac:spMk id="22" creationId="{00000000-0000-0000-0000-000000000000}"/>
          </ac:spMkLst>
        </pc:spChg>
        <pc:spChg chg="mod">
          <ac:chgData name="Abir GHARBI" userId="ef92528f-00ab-4d87-966c-386bca485bd0" providerId="ADAL" clId="{F3D16DED-CAA7-4BF5-81E4-89DEDE7057F7}" dt="2026-06-29T13:10:17.392" v="1980" actId="790"/>
          <ac:spMkLst>
            <pc:docMk/>
            <pc:sldMk cId="0" sldId="385"/>
            <ac:spMk id="30" creationId="{00000000-0000-0000-0000-000000000000}"/>
          </ac:spMkLst>
        </pc:spChg>
      </pc:sldChg>
      <pc:sldChg chg="modSp mod">
        <pc:chgData name="Abir GHARBI" userId="ef92528f-00ab-4d87-966c-386bca485bd0" providerId="ADAL" clId="{F3D16DED-CAA7-4BF5-81E4-89DEDE7057F7}" dt="2026-06-29T13:10:17.392" v="1980" actId="790"/>
        <pc:sldMkLst>
          <pc:docMk/>
          <pc:sldMk cId="3704922376" sldId="387"/>
        </pc:sldMkLst>
        <pc:spChg chg="mod">
          <ac:chgData name="Abir GHARBI" userId="ef92528f-00ab-4d87-966c-386bca485bd0" providerId="ADAL" clId="{F3D16DED-CAA7-4BF5-81E4-89DEDE7057F7}" dt="2026-06-29T13:10:17.392" v="1980" actId="790"/>
          <ac:spMkLst>
            <pc:docMk/>
            <pc:sldMk cId="3704922376" sldId="387"/>
            <ac:spMk id="2" creationId="{16939A99-1AD6-3348-38AF-B185FB0D0342}"/>
          </ac:spMkLst>
        </pc:spChg>
        <pc:spChg chg="mod">
          <ac:chgData name="Abir GHARBI" userId="ef92528f-00ab-4d87-966c-386bca485bd0" providerId="ADAL" clId="{F3D16DED-CAA7-4BF5-81E4-89DEDE7057F7}" dt="2026-06-29T13:10:17.392" v="1980" actId="790"/>
          <ac:spMkLst>
            <pc:docMk/>
            <pc:sldMk cId="3704922376" sldId="387"/>
            <ac:spMk id="3" creationId="{D1F0699E-2848-408B-74C6-E8B08C4C29C4}"/>
          </ac:spMkLst>
        </pc:spChg>
        <pc:spChg chg="mod">
          <ac:chgData name="Abir GHARBI" userId="ef92528f-00ab-4d87-966c-386bca485bd0" providerId="ADAL" clId="{F3D16DED-CAA7-4BF5-81E4-89DEDE7057F7}" dt="2026-06-29T13:10:17.392" v="1980" actId="790"/>
          <ac:spMkLst>
            <pc:docMk/>
            <pc:sldMk cId="3704922376" sldId="387"/>
            <ac:spMk id="4" creationId="{8E34C8D1-DC5B-7822-7CA1-DB1D2178D28B}"/>
          </ac:spMkLst>
        </pc:spChg>
        <pc:spChg chg="mod">
          <ac:chgData name="Abir GHARBI" userId="ef92528f-00ab-4d87-966c-386bca485bd0" providerId="ADAL" clId="{F3D16DED-CAA7-4BF5-81E4-89DEDE7057F7}" dt="2026-06-29T13:10:17.392" v="1980" actId="790"/>
          <ac:spMkLst>
            <pc:docMk/>
            <pc:sldMk cId="3704922376" sldId="387"/>
            <ac:spMk id="5" creationId="{3E1ECCAC-339C-DFBF-6B1E-6D828C913477}"/>
          </ac:spMkLst>
        </pc:spChg>
        <pc:spChg chg="mod">
          <ac:chgData name="Abir GHARBI" userId="ef92528f-00ab-4d87-966c-386bca485bd0" providerId="ADAL" clId="{F3D16DED-CAA7-4BF5-81E4-89DEDE7057F7}" dt="2026-06-29T13:10:17.392" v="1980" actId="790"/>
          <ac:spMkLst>
            <pc:docMk/>
            <pc:sldMk cId="3704922376" sldId="387"/>
            <ac:spMk id="20" creationId="{3DF815E0-CD20-46A0-0DF2-D8D0331B5F0E}"/>
          </ac:spMkLst>
        </pc:spChg>
      </pc:sldChg>
      <pc:sldChg chg="modSp mod">
        <pc:chgData name="Abir GHARBI" userId="ef92528f-00ab-4d87-966c-386bca485bd0" providerId="ADAL" clId="{F3D16DED-CAA7-4BF5-81E4-89DEDE7057F7}" dt="2026-06-29T13:10:17.392" v="1980" actId="790"/>
        <pc:sldMkLst>
          <pc:docMk/>
          <pc:sldMk cId="493037679" sldId="388"/>
        </pc:sldMkLst>
        <pc:spChg chg="mod">
          <ac:chgData name="Abir GHARBI" userId="ef92528f-00ab-4d87-966c-386bca485bd0" providerId="ADAL" clId="{F3D16DED-CAA7-4BF5-81E4-89DEDE7057F7}" dt="2026-06-29T13:10:17.392" v="1980" actId="790"/>
          <ac:spMkLst>
            <pc:docMk/>
            <pc:sldMk cId="493037679" sldId="388"/>
            <ac:spMk id="2" creationId="{E47796EE-26C7-7028-962D-7539C30A5134}"/>
          </ac:spMkLst>
        </pc:spChg>
        <pc:spChg chg="mod">
          <ac:chgData name="Abir GHARBI" userId="ef92528f-00ab-4d87-966c-386bca485bd0" providerId="ADAL" clId="{F3D16DED-CAA7-4BF5-81E4-89DEDE7057F7}" dt="2026-06-29T13:10:17.392" v="1980" actId="790"/>
          <ac:spMkLst>
            <pc:docMk/>
            <pc:sldMk cId="493037679" sldId="388"/>
            <ac:spMk id="3" creationId="{3B747919-CBFA-9125-FA97-12F210549647}"/>
          </ac:spMkLst>
        </pc:spChg>
        <pc:spChg chg="mod">
          <ac:chgData name="Abir GHARBI" userId="ef92528f-00ab-4d87-966c-386bca485bd0" providerId="ADAL" clId="{F3D16DED-CAA7-4BF5-81E4-89DEDE7057F7}" dt="2026-06-29T13:10:17.392" v="1980" actId="790"/>
          <ac:spMkLst>
            <pc:docMk/>
            <pc:sldMk cId="493037679" sldId="388"/>
            <ac:spMk id="4" creationId="{6AF0649B-65E4-9B7E-E4C9-2A55D2B41AF8}"/>
          </ac:spMkLst>
        </pc:spChg>
        <pc:spChg chg="mod">
          <ac:chgData name="Abir GHARBI" userId="ef92528f-00ab-4d87-966c-386bca485bd0" providerId="ADAL" clId="{F3D16DED-CAA7-4BF5-81E4-89DEDE7057F7}" dt="2026-06-29T13:10:17.392" v="1980" actId="790"/>
          <ac:spMkLst>
            <pc:docMk/>
            <pc:sldMk cId="493037679" sldId="388"/>
            <ac:spMk id="10" creationId="{687BF859-29AB-BCB2-C43E-32102527B306}"/>
          </ac:spMkLst>
        </pc:spChg>
        <pc:spChg chg="mod">
          <ac:chgData name="Abir GHARBI" userId="ef92528f-00ab-4d87-966c-386bca485bd0" providerId="ADAL" clId="{F3D16DED-CAA7-4BF5-81E4-89DEDE7057F7}" dt="2026-06-29T13:10:17.392" v="1980" actId="790"/>
          <ac:spMkLst>
            <pc:docMk/>
            <pc:sldMk cId="493037679" sldId="388"/>
            <ac:spMk id="20" creationId="{76E59B97-B4D5-41E7-9714-F63F473C9089}"/>
          </ac:spMkLst>
        </pc:spChg>
      </pc:sldChg>
      <pc:sldChg chg="modSp mod">
        <pc:chgData name="Abir GHARBI" userId="ef92528f-00ab-4d87-966c-386bca485bd0" providerId="ADAL" clId="{F3D16DED-CAA7-4BF5-81E4-89DEDE7057F7}" dt="2026-06-29T13:10:17.392" v="1980" actId="790"/>
        <pc:sldMkLst>
          <pc:docMk/>
          <pc:sldMk cId="4052535091" sldId="389"/>
        </pc:sldMkLst>
        <pc:spChg chg="mod">
          <ac:chgData name="Abir GHARBI" userId="ef92528f-00ab-4d87-966c-386bca485bd0" providerId="ADAL" clId="{F3D16DED-CAA7-4BF5-81E4-89DEDE7057F7}" dt="2026-06-29T13:10:17.392" v="1980" actId="790"/>
          <ac:spMkLst>
            <pc:docMk/>
            <pc:sldMk cId="4052535091" sldId="389"/>
            <ac:spMk id="2" creationId="{62F0A09E-EBD4-BD9E-D565-0CF9FA4964E9}"/>
          </ac:spMkLst>
        </pc:spChg>
        <pc:spChg chg="mod">
          <ac:chgData name="Abir GHARBI" userId="ef92528f-00ab-4d87-966c-386bca485bd0" providerId="ADAL" clId="{F3D16DED-CAA7-4BF5-81E4-89DEDE7057F7}" dt="2026-06-29T13:10:17.392" v="1980" actId="790"/>
          <ac:spMkLst>
            <pc:docMk/>
            <pc:sldMk cId="4052535091" sldId="389"/>
            <ac:spMk id="3" creationId="{A3CD9819-6CFF-8D8F-9AEA-4BE769F42271}"/>
          </ac:spMkLst>
        </pc:spChg>
        <pc:spChg chg="mod">
          <ac:chgData name="Abir GHARBI" userId="ef92528f-00ab-4d87-966c-386bca485bd0" providerId="ADAL" clId="{F3D16DED-CAA7-4BF5-81E4-89DEDE7057F7}" dt="2026-06-29T13:10:17.392" v="1980" actId="790"/>
          <ac:spMkLst>
            <pc:docMk/>
            <pc:sldMk cId="4052535091" sldId="389"/>
            <ac:spMk id="4" creationId="{5B8753C1-B41F-5298-75E4-3FD9BA1C6485}"/>
          </ac:spMkLst>
        </pc:spChg>
        <pc:spChg chg="mod">
          <ac:chgData name="Abir GHARBI" userId="ef92528f-00ab-4d87-966c-386bca485bd0" providerId="ADAL" clId="{F3D16DED-CAA7-4BF5-81E4-89DEDE7057F7}" dt="2026-06-29T13:10:17.392" v="1980" actId="790"/>
          <ac:spMkLst>
            <pc:docMk/>
            <pc:sldMk cId="4052535091" sldId="389"/>
            <ac:spMk id="5" creationId="{A1519C3A-0C26-AE27-22BA-D33ECE5B46B3}"/>
          </ac:spMkLst>
        </pc:spChg>
        <pc:spChg chg="mod">
          <ac:chgData name="Abir GHARBI" userId="ef92528f-00ab-4d87-966c-386bca485bd0" providerId="ADAL" clId="{F3D16DED-CAA7-4BF5-81E4-89DEDE7057F7}" dt="2026-06-29T13:10:17.392" v="1980" actId="790"/>
          <ac:spMkLst>
            <pc:docMk/>
            <pc:sldMk cId="4052535091" sldId="389"/>
            <ac:spMk id="6" creationId="{D3B60B81-2105-F046-60C8-FBFBA9102E5E}"/>
          </ac:spMkLst>
        </pc:spChg>
        <pc:spChg chg="mod">
          <ac:chgData name="Abir GHARBI" userId="ef92528f-00ab-4d87-966c-386bca485bd0" providerId="ADAL" clId="{F3D16DED-CAA7-4BF5-81E4-89DEDE7057F7}" dt="2026-06-29T13:10:17.392" v="1980" actId="790"/>
          <ac:spMkLst>
            <pc:docMk/>
            <pc:sldMk cId="4052535091" sldId="389"/>
            <ac:spMk id="10" creationId="{5FF6ACE6-197F-C722-BCAF-5994368F7452}"/>
          </ac:spMkLst>
        </pc:spChg>
        <pc:spChg chg="mod">
          <ac:chgData name="Abir GHARBI" userId="ef92528f-00ab-4d87-966c-386bca485bd0" providerId="ADAL" clId="{F3D16DED-CAA7-4BF5-81E4-89DEDE7057F7}" dt="2026-06-29T13:10:17.392" v="1980" actId="790"/>
          <ac:spMkLst>
            <pc:docMk/>
            <pc:sldMk cId="4052535091" sldId="389"/>
            <ac:spMk id="20" creationId="{A94175AD-C8F9-FF22-ED9B-FD2F14314D60}"/>
          </ac:spMkLst>
        </pc:spChg>
      </pc:sldChg>
      <pc:sldChg chg="modSp mod">
        <pc:chgData name="Abir GHARBI" userId="ef92528f-00ab-4d87-966c-386bca485bd0" providerId="ADAL" clId="{F3D16DED-CAA7-4BF5-81E4-89DEDE7057F7}" dt="2026-06-29T13:10:17.392" v="1980" actId="790"/>
        <pc:sldMkLst>
          <pc:docMk/>
          <pc:sldMk cId="0" sldId="391"/>
        </pc:sldMkLst>
        <pc:spChg chg="mod">
          <ac:chgData name="Abir GHARBI" userId="ef92528f-00ab-4d87-966c-386bca485bd0" providerId="ADAL" clId="{F3D16DED-CAA7-4BF5-81E4-89DEDE7057F7}" dt="2026-06-29T13:10:17.392" v="1980" actId="790"/>
          <ac:spMkLst>
            <pc:docMk/>
            <pc:sldMk cId="0" sldId="391"/>
            <ac:spMk id="2" creationId="{00000000-0000-0000-0000-000000000000}"/>
          </ac:spMkLst>
        </pc:spChg>
        <pc:spChg chg="mod">
          <ac:chgData name="Abir GHARBI" userId="ef92528f-00ab-4d87-966c-386bca485bd0" providerId="ADAL" clId="{F3D16DED-CAA7-4BF5-81E4-89DEDE7057F7}" dt="2026-06-29T13:10:17.392" v="1980" actId="790"/>
          <ac:spMkLst>
            <pc:docMk/>
            <pc:sldMk cId="0" sldId="391"/>
            <ac:spMk id="3" creationId="{00000000-0000-0000-0000-000000000000}"/>
          </ac:spMkLst>
        </pc:spChg>
        <pc:spChg chg="mod">
          <ac:chgData name="Abir GHARBI" userId="ef92528f-00ab-4d87-966c-386bca485bd0" providerId="ADAL" clId="{F3D16DED-CAA7-4BF5-81E4-89DEDE7057F7}" dt="2026-06-29T13:10:17.392" v="1980" actId="790"/>
          <ac:spMkLst>
            <pc:docMk/>
            <pc:sldMk cId="0" sldId="391"/>
            <ac:spMk id="5" creationId="{4120FA0E-A82D-B57C-181F-F75C16A61CDD}"/>
          </ac:spMkLst>
        </pc:spChg>
        <pc:spChg chg="mod">
          <ac:chgData name="Abir GHARBI" userId="ef92528f-00ab-4d87-966c-386bca485bd0" providerId="ADAL" clId="{F3D16DED-CAA7-4BF5-81E4-89DEDE7057F7}" dt="2026-06-29T13:10:17.392" v="1980" actId="790"/>
          <ac:spMkLst>
            <pc:docMk/>
            <pc:sldMk cId="0" sldId="391"/>
            <ac:spMk id="9" creationId="{EFFC7C12-2427-CA5A-50AF-9DC5B969CF33}"/>
          </ac:spMkLst>
        </pc:spChg>
        <pc:spChg chg="mod">
          <ac:chgData name="Abir GHARBI" userId="ef92528f-00ab-4d87-966c-386bca485bd0" providerId="ADAL" clId="{F3D16DED-CAA7-4BF5-81E4-89DEDE7057F7}" dt="2026-06-29T13:10:17.392" v="1980" actId="790"/>
          <ac:spMkLst>
            <pc:docMk/>
            <pc:sldMk cId="0" sldId="391"/>
            <ac:spMk id="10" creationId="{00000000-0000-0000-0000-000000000000}"/>
          </ac:spMkLst>
        </pc:spChg>
        <pc:spChg chg="mod">
          <ac:chgData name="Abir GHARBI" userId="ef92528f-00ab-4d87-966c-386bca485bd0" providerId="ADAL" clId="{F3D16DED-CAA7-4BF5-81E4-89DEDE7057F7}" dt="2026-06-29T13:10:17.392" v="1980" actId="790"/>
          <ac:spMkLst>
            <pc:docMk/>
            <pc:sldMk cId="0" sldId="391"/>
            <ac:spMk id="12" creationId="{00000000-0000-0000-0000-000000000000}"/>
          </ac:spMkLst>
        </pc:spChg>
        <pc:spChg chg="mod">
          <ac:chgData name="Abir GHARBI" userId="ef92528f-00ab-4d87-966c-386bca485bd0" providerId="ADAL" clId="{F3D16DED-CAA7-4BF5-81E4-89DEDE7057F7}" dt="2026-06-29T13:10:17.392" v="1980" actId="790"/>
          <ac:spMkLst>
            <pc:docMk/>
            <pc:sldMk cId="0" sldId="391"/>
            <ac:spMk id="13" creationId="{00000000-0000-0000-0000-000000000000}"/>
          </ac:spMkLst>
        </pc:spChg>
        <pc:spChg chg="mod">
          <ac:chgData name="Abir GHARBI" userId="ef92528f-00ab-4d87-966c-386bca485bd0" providerId="ADAL" clId="{F3D16DED-CAA7-4BF5-81E4-89DEDE7057F7}" dt="2026-06-29T13:10:17.392" v="1980" actId="790"/>
          <ac:spMkLst>
            <pc:docMk/>
            <pc:sldMk cId="0" sldId="391"/>
            <ac:spMk id="15" creationId="{499453CF-C8A9-B376-F606-209C58CB6994}"/>
          </ac:spMkLst>
        </pc:spChg>
        <pc:spChg chg="mod">
          <ac:chgData name="Abir GHARBI" userId="ef92528f-00ab-4d87-966c-386bca485bd0" providerId="ADAL" clId="{F3D16DED-CAA7-4BF5-81E4-89DEDE7057F7}" dt="2026-06-29T13:10:17.392" v="1980" actId="790"/>
          <ac:spMkLst>
            <pc:docMk/>
            <pc:sldMk cId="0" sldId="391"/>
            <ac:spMk id="20" creationId="{00000000-0000-0000-0000-000000000000}"/>
          </ac:spMkLst>
        </pc:spChg>
        <pc:spChg chg="mod">
          <ac:chgData name="Abir GHARBI" userId="ef92528f-00ab-4d87-966c-386bca485bd0" providerId="ADAL" clId="{F3D16DED-CAA7-4BF5-81E4-89DEDE7057F7}" dt="2026-06-29T13:10:17.392" v="1980" actId="790"/>
          <ac:spMkLst>
            <pc:docMk/>
            <pc:sldMk cId="0" sldId="391"/>
            <ac:spMk id="30" creationId="{00000000-0000-0000-0000-000000000000}"/>
          </ac:spMkLst>
        </pc:spChg>
      </pc:sldChg>
      <pc:sldChg chg="modSp mod">
        <pc:chgData name="Abir GHARBI" userId="ef92528f-00ab-4d87-966c-386bca485bd0" providerId="ADAL" clId="{F3D16DED-CAA7-4BF5-81E4-89DEDE7057F7}" dt="2026-06-29T13:10:17.392" v="1980" actId="790"/>
        <pc:sldMkLst>
          <pc:docMk/>
          <pc:sldMk cId="0" sldId="392"/>
        </pc:sldMkLst>
        <pc:spChg chg="mod">
          <ac:chgData name="Abir GHARBI" userId="ef92528f-00ab-4d87-966c-386bca485bd0" providerId="ADAL" clId="{F3D16DED-CAA7-4BF5-81E4-89DEDE7057F7}" dt="2026-06-29T13:10:17.392" v="1980" actId="790"/>
          <ac:spMkLst>
            <pc:docMk/>
            <pc:sldMk cId="0" sldId="392"/>
            <ac:spMk id="2" creationId="{00000000-0000-0000-0000-000000000000}"/>
          </ac:spMkLst>
        </pc:spChg>
        <pc:spChg chg="mod">
          <ac:chgData name="Abir GHARBI" userId="ef92528f-00ab-4d87-966c-386bca485bd0" providerId="ADAL" clId="{F3D16DED-CAA7-4BF5-81E4-89DEDE7057F7}" dt="2026-06-29T13:10:17.392" v="1980" actId="790"/>
          <ac:spMkLst>
            <pc:docMk/>
            <pc:sldMk cId="0" sldId="392"/>
            <ac:spMk id="3" creationId="{00000000-0000-0000-0000-000000000000}"/>
          </ac:spMkLst>
        </pc:spChg>
        <pc:spChg chg="mod">
          <ac:chgData name="Abir GHARBI" userId="ef92528f-00ab-4d87-966c-386bca485bd0" providerId="ADAL" clId="{F3D16DED-CAA7-4BF5-81E4-89DEDE7057F7}" dt="2026-06-29T13:10:17.392" v="1980" actId="790"/>
          <ac:spMkLst>
            <pc:docMk/>
            <pc:sldMk cId="0" sldId="392"/>
            <ac:spMk id="5" creationId="{BD3FE0A9-6796-2B87-5806-3BB1B2528434}"/>
          </ac:spMkLst>
        </pc:spChg>
        <pc:spChg chg="mod">
          <ac:chgData name="Abir GHARBI" userId="ef92528f-00ab-4d87-966c-386bca485bd0" providerId="ADAL" clId="{F3D16DED-CAA7-4BF5-81E4-89DEDE7057F7}" dt="2026-06-29T13:10:17.392" v="1980" actId="790"/>
          <ac:spMkLst>
            <pc:docMk/>
            <pc:sldMk cId="0" sldId="392"/>
            <ac:spMk id="7" creationId="{1B0BBBD6-E42F-F24F-901A-FFAC5EA37B64}"/>
          </ac:spMkLst>
        </pc:spChg>
        <pc:spChg chg="mod">
          <ac:chgData name="Abir GHARBI" userId="ef92528f-00ab-4d87-966c-386bca485bd0" providerId="ADAL" clId="{F3D16DED-CAA7-4BF5-81E4-89DEDE7057F7}" dt="2026-06-29T13:10:17.392" v="1980" actId="790"/>
          <ac:spMkLst>
            <pc:docMk/>
            <pc:sldMk cId="0" sldId="392"/>
            <ac:spMk id="8" creationId="{D47D811E-5006-B345-5E76-FABC411A9F8C}"/>
          </ac:spMkLst>
        </pc:spChg>
        <pc:spChg chg="mod">
          <ac:chgData name="Abir GHARBI" userId="ef92528f-00ab-4d87-966c-386bca485bd0" providerId="ADAL" clId="{F3D16DED-CAA7-4BF5-81E4-89DEDE7057F7}" dt="2026-06-29T13:10:17.392" v="1980" actId="790"/>
          <ac:spMkLst>
            <pc:docMk/>
            <pc:sldMk cId="0" sldId="392"/>
            <ac:spMk id="9" creationId="{5070B541-B764-66E2-F547-8E3A1FD9E0E5}"/>
          </ac:spMkLst>
        </pc:spChg>
        <pc:spChg chg="mod">
          <ac:chgData name="Abir GHARBI" userId="ef92528f-00ab-4d87-966c-386bca485bd0" providerId="ADAL" clId="{F3D16DED-CAA7-4BF5-81E4-89DEDE7057F7}" dt="2026-06-29T13:10:17.392" v="1980" actId="790"/>
          <ac:spMkLst>
            <pc:docMk/>
            <pc:sldMk cId="0" sldId="392"/>
            <ac:spMk id="10" creationId="{00000000-0000-0000-0000-000000000000}"/>
          </ac:spMkLst>
        </pc:spChg>
        <pc:spChg chg="mod">
          <ac:chgData name="Abir GHARBI" userId="ef92528f-00ab-4d87-966c-386bca485bd0" providerId="ADAL" clId="{F3D16DED-CAA7-4BF5-81E4-89DEDE7057F7}" dt="2026-06-29T13:10:17.392" v="1980" actId="790"/>
          <ac:spMkLst>
            <pc:docMk/>
            <pc:sldMk cId="0" sldId="392"/>
            <ac:spMk id="11" creationId="{00000000-0000-0000-0000-000000000000}"/>
          </ac:spMkLst>
        </pc:spChg>
        <pc:spChg chg="mod">
          <ac:chgData name="Abir GHARBI" userId="ef92528f-00ab-4d87-966c-386bca485bd0" providerId="ADAL" clId="{F3D16DED-CAA7-4BF5-81E4-89DEDE7057F7}" dt="2026-06-29T13:10:17.392" v="1980" actId="790"/>
          <ac:spMkLst>
            <pc:docMk/>
            <pc:sldMk cId="0" sldId="392"/>
            <ac:spMk id="13" creationId="{00000000-0000-0000-0000-000000000000}"/>
          </ac:spMkLst>
        </pc:spChg>
        <pc:spChg chg="mod">
          <ac:chgData name="Abir GHARBI" userId="ef92528f-00ab-4d87-966c-386bca485bd0" providerId="ADAL" clId="{F3D16DED-CAA7-4BF5-81E4-89DEDE7057F7}" dt="2026-06-29T13:10:17.392" v="1980" actId="790"/>
          <ac:spMkLst>
            <pc:docMk/>
            <pc:sldMk cId="0" sldId="392"/>
            <ac:spMk id="30" creationId="{00000000-0000-0000-0000-000000000000}"/>
          </ac:spMkLst>
        </pc:spChg>
      </pc:sldChg>
      <pc:sldChg chg="modSp mod">
        <pc:chgData name="Abir GHARBI" userId="ef92528f-00ab-4d87-966c-386bca485bd0" providerId="ADAL" clId="{F3D16DED-CAA7-4BF5-81E4-89DEDE7057F7}" dt="2026-06-29T13:10:17.392" v="1980" actId="790"/>
        <pc:sldMkLst>
          <pc:docMk/>
          <pc:sldMk cId="0" sldId="393"/>
        </pc:sldMkLst>
        <pc:spChg chg="mod">
          <ac:chgData name="Abir GHARBI" userId="ef92528f-00ab-4d87-966c-386bca485bd0" providerId="ADAL" clId="{F3D16DED-CAA7-4BF5-81E4-89DEDE7057F7}" dt="2026-06-29T13:10:17.392" v="1980" actId="790"/>
          <ac:spMkLst>
            <pc:docMk/>
            <pc:sldMk cId="0" sldId="393"/>
            <ac:spMk id="3" creationId="{00000000-0000-0000-0000-000000000000}"/>
          </ac:spMkLst>
        </pc:spChg>
        <pc:spChg chg="mod">
          <ac:chgData name="Abir GHARBI" userId="ef92528f-00ab-4d87-966c-386bca485bd0" providerId="ADAL" clId="{F3D16DED-CAA7-4BF5-81E4-89DEDE7057F7}" dt="2026-06-29T13:10:17.392" v="1980" actId="790"/>
          <ac:spMkLst>
            <pc:docMk/>
            <pc:sldMk cId="0" sldId="393"/>
            <ac:spMk id="4" creationId="{00000000-0000-0000-0000-000000000000}"/>
          </ac:spMkLst>
        </pc:spChg>
        <pc:spChg chg="mod">
          <ac:chgData name="Abir GHARBI" userId="ef92528f-00ab-4d87-966c-386bca485bd0" providerId="ADAL" clId="{F3D16DED-CAA7-4BF5-81E4-89DEDE7057F7}" dt="2026-06-29T13:10:17.392" v="1980" actId="790"/>
          <ac:spMkLst>
            <pc:docMk/>
            <pc:sldMk cId="0" sldId="393"/>
            <ac:spMk id="6" creationId="{00000000-0000-0000-0000-000000000000}"/>
          </ac:spMkLst>
        </pc:spChg>
        <pc:spChg chg="mod">
          <ac:chgData name="Abir GHARBI" userId="ef92528f-00ab-4d87-966c-386bca485bd0" providerId="ADAL" clId="{F3D16DED-CAA7-4BF5-81E4-89DEDE7057F7}" dt="2026-06-29T13:10:17.392" v="1980" actId="790"/>
          <ac:spMkLst>
            <pc:docMk/>
            <pc:sldMk cId="0" sldId="393"/>
            <ac:spMk id="9" creationId="{00000000-0000-0000-0000-000000000000}"/>
          </ac:spMkLst>
        </pc:spChg>
        <pc:spChg chg="mod">
          <ac:chgData name="Abir GHARBI" userId="ef92528f-00ab-4d87-966c-386bca485bd0" providerId="ADAL" clId="{F3D16DED-CAA7-4BF5-81E4-89DEDE7057F7}" dt="2026-06-29T13:10:17.392" v="1980" actId="790"/>
          <ac:spMkLst>
            <pc:docMk/>
            <pc:sldMk cId="0" sldId="393"/>
            <ac:spMk id="10" creationId="{00000000-0000-0000-0000-000000000000}"/>
          </ac:spMkLst>
        </pc:spChg>
        <pc:spChg chg="mod">
          <ac:chgData name="Abir GHARBI" userId="ef92528f-00ab-4d87-966c-386bca485bd0" providerId="ADAL" clId="{F3D16DED-CAA7-4BF5-81E4-89DEDE7057F7}" dt="2026-06-29T13:10:17.392" v="1980" actId="790"/>
          <ac:spMkLst>
            <pc:docMk/>
            <pc:sldMk cId="0" sldId="393"/>
            <ac:spMk id="13" creationId="{00000000-0000-0000-0000-000000000000}"/>
          </ac:spMkLst>
        </pc:spChg>
        <pc:spChg chg="mod">
          <ac:chgData name="Abir GHARBI" userId="ef92528f-00ab-4d87-966c-386bca485bd0" providerId="ADAL" clId="{F3D16DED-CAA7-4BF5-81E4-89DEDE7057F7}" dt="2026-06-29T13:10:17.392" v="1980" actId="790"/>
          <ac:spMkLst>
            <pc:docMk/>
            <pc:sldMk cId="0" sldId="393"/>
            <ac:spMk id="17" creationId="{00000000-0000-0000-0000-000000000000}"/>
          </ac:spMkLst>
        </pc:spChg>
        <pc:spChg chg="mod">
          <ac:chgData name="Abir GHARBI" userId="ef92528f-00ab-4d87-966c-386bca485bd0" providerId="ADAL" clId="{F3D16DED-CAA7-4BF5-81E4-89DEDE7057F7}" dt="2026-06-29T13:10:17.392" v="1980" actId="790"/>
          <ac:spMkLst>
            <pc:docMk/>
            <pc:sldMk cId="0" sldId="393"/>
            <ac:spMk id="19" creationId="{00000000-0000-0000-0000-000000000000}"/>
          </ac:spMkLst>
        </pc:spChg>
        <pc:spChg chg="mod">
          <ac:chgData name="Abir GHARBI" userId="ef92528f-00ab-4d87-966c-386bca485bd0" providerId="ADAL" clId="{F3D16DED-CAA7-4BF5-81E4-89DEDE7057F7}" dt="2026-06-29T13:10:17.392" v="1980" actId="790"/>
          <ac:spMkLst>
            <pc:docMk/>
            <pc:sldMk cId="0" sldId="393"/>
            <ac:spMk id="21" creationId="{00000000-0000-0000-0000-000000000000}"/>
          </ac:spMkLst>
        </pc:spChg>
        <pc:spChg chg="mod">
          <ac:chgData name="Abir GHARBI" userId="ef92528f-00ab-4d87-966c-386bca485bd0" providerId="ADAL" clId="{F3D16DED-CAA7-4BF5-81E4-89DEDE7057F7}" dt="2026-06-29T13:10:17.392" v="1980" actId="790"/>
          <ac:spMkLst>
            <pc:docMk/>
            <pc:sldMk cId="0" sldId="393"/>
            <ac:spMk id="24" creationId="{00000000-0000-0000-0000-000000000000}"/>
          </ac:spMkLst>
        </pc:spChg>
      </pc:sldChg>
      <pc:sldChg chg="modSp mod">
        <pc:chgData name="Abir GHARBI" userId="ef92528f-00ab-4d87-966c-386bca485bd0" providerId="ADAL" clId="{F3D16DED-CAA7-4BF5-81E4-89DEDE7057F7}" dt="2026-06-29T13:10:17.392" v="1980" actId="790"/>
        <pc:sldMkLst>
          <pc:docMk/>
          <pc:sldMk cId="2524341000" sldId="394"/>
        </pc:sldMkLst>
        <pc:spChg chg="mod">
          <ac:chgData name="Abir GHARBI" userId="ef92528f-00ab-4d87-966c-386bca485bd0" providerId="ADAL" clId="{F3D16DED-CAA7-4BF5-81E4-89DEDE7057F7}" dt="2026-06-29T13:10:17.392" v="1980" actId="790"/>
          <ac:spMkLst>
            <pc:docMk/>
            <pc:sldMk cId="2524341000" sldId="394"/>
            <ac:spMk id="6" creationId="{B2011EF4-1F7C-5211-7FEA-DFA080360BEE}"/>
          </ac:spMkLst>
        </pc:spChg>
        <pc:spChg chg="mod">
          <ac:chgData name="Abir GHARBI" userId="ef92528f-00ab-4d87-966c-386bca485bd0" providerId="ADAL" clId="{F3D16DED-CAA7-4BF5-81E4-89DEDE7057F7}" dt="2026-06-29T13:10:17.392" v="1980" actId="790"/>
          <ac:spMkLst>
            <pc:docMk/>
            <pc:sldMk cId="2524341000" sldId="394"/>
            <ac:spMk id="89" creationId="{EE664B71-2B55-F6AC-39DB-915FF34F4781}"/>
          </ac:spMkLst>
        </pc:spChg>
        <pc:spChg chg="mod">
          <ac:chgData name="Abir GHARBI" userId="ef92528f-00ab-4d87-966c-386bca485bd0" providerId="ADAL" clId="{F3D16DED-CAA7-4BF5-81E4-89DEDE7057F7}" dt="2026-06-29T13:10:17.392" v="1980" actId="790"/>
          <ac:spMkLst>
            <pc:docMk/>
            <pc:sldMk cId="2524341000" sldId="394"/>
            <ac:spMk id="100" creationId="{9D8EEA7E-61DB-B6FB-B0CF-FD5AC859FA09}"/>
          </ac:spMkLst>
        </pc:spChg>
        <pc:spChg chg="mod">
          <ac:chgData name="Abir GHARBI" userId="ef92528f-00ab-4d87-966c-386bca485bd0" providerId="ADAL" clId="{F3D16DED-CAA7-4BF5-81E4-89DEDE7057F7}" dt="2026-06-29T13:10:17.392" v="1980" actId="790"/>
          <ac:spMkLst>
            <pc:docMk/>
            <pc:sldMk cId="2524341000" sldId="394"/>
            <ac:spMk id="106" creationId="{55521321-D57D-3C7A-EEC8-18B9035402FE}"/>
          </ac:spMkLst>
        </pc:spChg>
        <pc:spChg chg="mod">
          <ac:chgData name="Abir GHARBI" userId="ef92528f-00ab-4d87-966c-386bca485bd0" providerId="ADAL" clId="{F3D16DED-CAA7-4BF5-81E4-89DEDE7057F7}" dt="2026-06-29T13:10:17.392" v="1980" actId="790"/>
          <ac:spMkLst>
            <pc:docMk/>
            <pc:sldMk cId="2524341000" sldId="394"/>
            <ac:spMk id="111" creationId="{F24AB817-8E5D-F76A-C50E-E19927D3DB8A}"/>
          </ac:spMkLst>
        </pc:spChg>
        <pc:spChg chg="mod">
          <ac:chgData name="Abir GHARBI" userId="ef92528f-00ab-4d87-966c-386bca485bd0" providerId="ADAL" clId="{F3D16DED-CAA7-4BF5-81E4-89DEDE7057F7}" dt="2026-06-29T13:10:17.392" v="1980" actId="790"/>
          <ac:spMkLst>
            <pc:docMk/>
            <pc:sldMk cId="2524341000" sldId="394"/>
            <ac:spMk id="114" creationId="{252143C2-E0D1-10F5-81CF-491DED761840}"/>
          </ac:spMkLst>
        </pc:spChg>
        <pc:spChg chg="mod">
          <ac:chgData name="Abir GHARBI" userId="ef92528f-00ab-4d87-966c-386bca485bd0" providerId="ADAL" clId="{F3D16DED-CAA7-4BF5-81E4-89DEDE7057F7}" dt="2026-06-29T13:10:17.392" v="1980" actId="790"/>
          <ac:spMkLst>
            <pc:docMk/>
            <pc:sldMk cId="2524341000" sldId="394"/>
            <ac:spMk id="121" creationId="{4C0132D2-A513-ABF1-2B3A-C4051FBA1411}"/>
          </ac:spMkLst>
        </pc:spChg>
        <pc:spChg chg="mod">
          <ac:chgData name="Abir GHARBI" userId="ef92528f-00ab-4d87-966c-386bca485bd0" providerId="ADAL" clId="{F3D16DED-CAA7-4BF5-81E4-89DEDE7057F7}" dt="2026-06-29T13:10:17.392" v="1980" actId="790"/>
          <ac:spMkLst>
            <pc:docMk/>
            <pc:sldMk cId="2524341000" sldId="394"/>
            <ac:spMk id="122" creationId="{397B09ED-2BD1-C9EB-0714-C42C8C8DBCBA}"/>
          </ac:spMkLst>
        </pc:spChg>
        <pc:spChg chg="mod">
          <ac:chgData name="Abir GHARBI" userId="ef92528f-00ab-4d87-966c-386bca485bd0" providerId="ADAL" clId="{F3D16DED-CAA7-4BF5-81E4-89DEDE7057F7}" dt="2026-06-29T13:10:17.392" v="1980" actId="790"/>
          <ac:spMkLst>
            <pc:docMk/>
            <pc:sldMk cId="2524341000" sldId="394"/>
            <ac:spMk id="125" creationId="{5A239AB1-217E-A08F-7343-3D5C4418CBEB}"/>
          </ac:spMkLst>
        </pc:spChg>
        <pc:spChg chg="mod">
          <ac:chgData name="Abir GHARBI" userId="ef92528f-00ab-4d87-966c-386bca485bd0" providerId="ADAL" clId="{F3D16DED-CAA7-4BF5-81E4-89DEDE7057F7}" dt="2026-06-29T13:10:17.392" v="1980" actId="790"/>
          <ac:spMkLst>
            <pc:docMk/>
            <pc:sldMk cId="2524341000" sldId="394"/>
            <ac:spMk id="129" creationId="{0078A459-F280-511C-E053-1D89675413C5}"/>
          </ac:spMkLst>
        </pc:spChg>
      </pc:sldChg>
      <pc:sldChg chg="modSp mod">
        <pc:chgData name="Abir GHARBI" userId="ef92528f-00ab-4d87-966c-386bca485bd0" providerId="ADAL" clId="{F3D16DED-CAA7-4BF5-81E4-89DEDE7057F7}" dt="2026-06-29T13:10:17.392" v="1980" actId="790"/>
        <pc:sldMkLst>
          <pc:docMk/>
          <pc:sldMk cId="2505690443" sldId="395"/>
        </pc:sldMkLst>
        <pc:spChg chg="mod">
          <ac:chgData name="Abir GHARBI" userId="ef92528f-00ab-4d87-966c-386bca485bd0" providerId="ADAL" clId="{F3D16DED-CAA7-4BF5-81E4-89DEDE7057F7}" dt="2026-06-29T13:10:17.392" v="1980" actId="790"/>
          <ac:spMkLst>
            <pc:docMk/>
            <pc:sldMk cId="2505690443" sldId="395"/>
            <ac:spMk id="2" creationId="{694F3646-2FFF-C469-5C2F-0B614B0B9218}"/>
          </ac:spMkLst>
        </pc:spChg>
        <pc:spChg chg="mod">
          <ac:chgData name="Abir GHARBI" userId="ef92528f-00ab-4d87-966c-386bca485bd0" providerId="ADAL" clId="{F3D16DED-CAA7-4BF5-81E4-89DEDE7057F7}" dt="2026-06-29T13:10:17.392" v="1980" actId="790"/>
          <ac:spMkLst>
            <pc:docMk/>
            <pc:sldMk cId="2505690443" sldId="395"/>
            <ac:spMk id="6" creationId="{099AC7B1-ACDD-A5F6-1FD4-54CD2C95F446}"/>
          </ac:spMkLst>
        </pc:spChg>
        <pc:spChg chg="mod">
          <ac:chgData name="Abir GHARBI" userId="ef92528f-00ab-4d87-966c-386bca485bd0" providerId="ADAL" clId="{F3D16DED-CAA7-4BF5-81E4-89DEDE7057F7}" dt="2026-06-29T13:10:17.392" v="1980" actId="790"/>
          <ac:spMkLst>
            <pc:docMk/>
            <pc:sldMk cId="2505690443" sldId="395"/>
            <ac:spMk id="90" creationId="{19679BF7-85C8-BC22-F4C4-1726C5F71B63}"/>
          </ac:spMkLst>
        </pc:spChg>
        <pc:spChg chg="mod">
          <ac:chgData name="Abir GHARBI" userId="ef92528f-00ab-4d87-966c-386bca485bd0" providerId="ADAL" clId="{F3D16DED-CAA7-4BF5-81E4-89DEDE7057F7}" dt="2026-06-29T13:10:17.392" v="1980" actId="790"/>
          <ac:spMkLst>
            <pc:docMk/>
            <pc:sldMk cId="2505690443" sldId="395"/>
            <ac:spMk id="100" creationId="{FB472065-44DA-0E6F-2022-AFEA303303B8}"/>
          </ac:spMkLst>
        </pc:spChg>
        <pc:spChg chg="mod">
          <ac:chgData name="Abir GHARBI" userId="ef92528f-00ab-4d87-966c-386bca485bd0" providerId="ADAL" clId="{F3D16DED-CAA7-4BF5-81E4-89DEDE7057F7}" dt="2026-06-29T13:10:17.392" v="1980" actId="790"/>
          <ac:spMkLst>
            <pc:docMk/>
            <pc:sldMk cId="2505690443" sldId="395"/>
            <ac:spMk id="101" creationId="{7C403C8B-333E-543D-7BE9-5C99452D5F75}"/>
          </ac:spMkLst>
        </pc:spChg>
        <pc:spChg chg="mod">
          <ac:chgData name="Abir GHARBI" userId="ef92528f-00ab-4d87-966c-386bca485bd0" providerId="ADAL" clId="{F3D16DED-CAA7-4BF5-81E4-89DEDE7057F7}" dt="2026-06-29T13:10:17.392" v="1980" actId="790"/>
          <ac:spMkLst>
            <pc:docMk/>
            <pc:sldMk cId="2505690443" sldId="395"/>
            <ac:spMk id="103" creationId="{2D445995-972E-9540-58E2-A383A793425A}"/>
          </ac:spMkLst>
        </pc:spChg>
        <pc:spChg chg="mod">
          <ac:chgData name="Abir GHARBI" userId="ef92528f-00ab-4d87-966c-386bca485bd0" providerId="ADAL" clId="{F3D16DED-CAA7-4BF5-81E4-89DEDE7057F7}" dt="2026-06-29T13:10:17.392" v="1980" actId="790"/>
          <ac:spMkLst>
            <pc:docMk/>
            <pc:sldMk cId="2505690443" sldId="395"/>
            <ac:spMk id="107" creationId="{DBE3648A-353F-C635-E3AE-50457751AF06}"/>
          </ac:spMkLst>
        </pc:spChg>
        <pc:spChg chg="mod">
          <ac:chgData name="Abir GHARBI" userId="ef92528f-00ab-4d87-966c-386bca485bd0" providerId="ADAL" clId="{F3D16DED-CAA7-4BF5-81E4-89DEDE7057F7}" dt="2026-06-29T13:10:17.392" v="1980" actId="790"/>
          <ac:spMkLst>
            <pc:docMk/>
            <pc:sldMk cId="2505690443" sldId="395"/>
            <ac:spMk id="118" creationId="{471030EE-7F53-458E-8AC4-5C90C8E0E3E1}"/>
          </ac:spMkLst>
        </pc:spChg>
        <pc:spChg chg="mod">
          <ac:chgData name="Abir GHARBI" userId="ef92528f-00ab-4d87-966c-386bca485bd0" providerId="ADAL" clId="{F3D16DED-CAA7-4BF5-81E4-89DEDE7057F7}" dt="2026-06-29T13:10:17.392" v="1980" actId="790"/>
          <ac:spMkLst>
            <pc:docMk/>
            <pc:sldMk cId="2505690443" sldId="395"/>
            <ac:spMk id="125" creationId="{F5C317FA-1D92-EA50-A464-6D184D5AA742}"/>
          </ac:spMkLst>
        </pc:spChg>
        <pc:spChg chg="mod">
          <ac:chgData name="Abir GHARBI" userId="ef92528f-00ab-4d87-966c-386bca485bd0" providerId="ADAL" clId="{F3D16DED-CAA7-4BF5-81E4-89DEDE7057F7}" dt="2026-06-29T13:10:17.392" v="1980" actId="790"/>
          <ac:spMkLst>
            <pc:docMk/>
            <pc:sldMk cId="2505690443" sldId="395"/>
            <ac:spMk id="127" creationId="{9BAB2B06-ED76-0CD1-2AB4-9DCC74700553}"/>
          </ac:spMkLst>
        </pc:spChg>
      </pc:sldChg>
      <pc:sldChg chg="modSp mod">
        <pc:chgData name="Abir GHARBI" userId="ef92528f-00ab-4d87-966c-386bca485bd0" providerId="ADAL" clId="{F3D16DED-CAA7-4BF5-81E4-89DEDE7057F7}" dt="2026-06-29T13:10:17.392" v="1980" actId="790"/>
        <pc:sldMkLst>
          <pc:docMk/>
          <pc:sldMk cId="697112130" sldId="396"/>
        </pc:sldMkLst>
        <pc:spChg chg="mod">
          <ac:chgData name="Abir GHARBI" userId="ef92528f-00ab-4d87-966c-386bca485bd0" providerId="ADAL" clId="{F3D16DED-CAA7-4BF5-81E4-89DEDE7057F7}" dt="2026-06-29T13:10:17.392" v="1980" actId="790"/>
          <ac:spMkLst>
            <pc:docMk/>
            <pc:sldMk cId="697112130" sldId="396"/>
            <ac:spMk id="5" creationId="{349786D2-85CA-E410-4CD8-B4783770AE14}"/>
          </ac:spMkLst>
        </pc:spChg>
        <pc:spChg chg="mod">
          <ac:chgData name="Abir GHARBI" userId="ef92528f-00ab-4d87-966c-386bca485bd0" providerId="ADAL" clId="{F3D16DED-CAA7-4BF5-81E4-89DEDE7057F7}" dt="2026-06-29T13:10:17.392" v="1980" actId="790"/>
          <ac:spMkLst>
            <pc:docMk/>
            <pc:sldMk cId="697112130" sldId="396"/>
            <ac:spMk id="91" creationId="{267B063A-843A-7F69-77EC-8B5E4A596410}"/>
          </ac:spMkLst>
        </pc:spChg>
        <pc:spChg chg="mod">
          <ac:chgData name="Abir GHARBI" userId="ef92528f-00ab-4d87-966c-386bca485bd0" providerId="ADAL" clId="{F3D16DED-CAA7-4BF5-81E4-89DEDE7057F7}" dt="2026-06-29T13:10:17.392" v="1980" actId="790"/>
          <ac:spMkLst>
            <pc:docMk/>
            <pc:sldMk cId="697112130" sldId="396"/>
            <ac:spMk id="96" creationId="{7C6CDCDD-E487-DF68-6A87-480DDBA14057}"/>
          </ac:spMkLst>
        </pc:spChg>
        <pc:spChg chg="mod">
          <ac:chgData name="Abir GHARBI" userId="ef92528f-00ab-4d87-966c-386bca485bd0" providerId="ADAL" clId="{F3D16DED-CAA7-4BF5-81E4-89DEDE7057F7}" dt="2026-06-29T13:10:17.392" v="1980" actId="790"/>
          <ac:spMkLst>
            <pc:docMk/>
            <pc:sldMk cId="697112130" sldId="396"/>
            <ac:spMk id="98" creationId="{098621C5-D857-445E-4FA1-341E34FDA4D1}"/>
          </ac:spMkLst>
        </pc:spChg>
        <pc:spChg chg="mod">
          <ac:chgData name="Abir GHARBI" userId="ef92528f-00ab-4d87-966c-386bca485bd0" providerId="ADAL" clId="{F3D16DED-CAA7-4BF5-81E4-89DEDE7057F7}" dt="2026-06-29T13:10:17.392" v="1980" actId="790"/>
          <ac:spMkLst>
            <pc:docMk/>
            <pc:sldMk cId="697112130" sldId="396"/>
            <ac:spMk id="100" creationId="{E153BBBC-128B-E1CA-3825-0FA82C87DE0F}"/>
          </ac:spMkLst>
        </pc:spChg>
        <pc:spChg chg="mod">
          <ac:chgData name="Abir GHARBI" userId="ef92528f-00ab-4d87-966c-386bca485bd0" providerId="ADAL" clId="{F3D16DED-CAA7-4BF5-81E4-89DEDE7057F7}" dt="2026-06-29T13:10:17.392" v="1980" actId="790"/>
          <ac:spMkLst>
            <pc:docMk/>
            <pc:sldMk cId="697112130" sldId="396"/>
            <ac:spMk id="104" creationId="{69534930-536D-6447-00F7-B1AA3FD92FD2}"/>
          </ac:spMkLst>
        </pc:spChg>
        <pc:spChg chg="mod">
          <ac:chgData name="Abir GHARBI" userId="ef92528f-00ab-4d87-966c-386bca485bd0" providerId="ADAL" clId="{F3D16DED-CAA7-4BF5-81E4-89DEDE7057F7}" dt="2026-06-29T13:10:17.392" v="1980" actId="790"/>
          <ac:spMkLst>
            <pc:docMk/>
            <pc:sldMk cId="697112130" sldId="396"/>
            <ac:spMk id="106" creationId="{86C0AFC4-815C-4DCF-2E7F-749661ED969D}"/>
          </ac:spMkLst>
        </pc:spChg>
        <pc:spChg chg="mod">
          <ac:chgData name="Abir GHARBI" userId="ef92528f-00ab-4d87-966c-386bca485bd0" providerId="ADAL" clId="{F3D16DED-CAA7-4BF5-81E4-89DEDE7057F7}" dt="2026-06-29T13:10:17.392" v="1980" actId="790"/>
          <ac:spMkLst>
            <pc:docMk/>
            <pc:sldMk cId="697112130" sldId="396"/>
            <ac:spMk id="114" creationId="{5D7643F9-2882-EC5F-AB30-F6C5E04A1E66}"/>
          </ac:spMkLst>
        </pc:spChg>
        <pc:spChg chg="mod">
          <ac:chgData name="Abir GHARBI" userId="ef92528f-00ab-4d87-966c-386bca485bd0" providerId="ADAL" clId="{F3D16DED-CAA7-4BF5-81E4-89DEDE7057F7}" dt="2026-06-29T13:10:17.392" v="1980" actId="790"/>
          <ac:spMkLst>
            <pc:docMk/>
            <pc:sldMk cId="697112130" sldId="396"/>
            <ac:spMk id="115" creationId="{96B872B9-1C5B-CEDF-0913-82BFE9DF6A83}"/>
          </ac:spMkLst>
        </pc:spChg>
        <pc:spChg chg="mod">
          <ac:chgData name="Abir GHARBI" userId="ef92528f-00ab-4d87-966c-386bca485bd0" providerId="ADAL" clId="{F3D16DED-CAA7-4BF5-81E4-89DEDE7057F7}" dt="2026-06-29T13:10:17.392" v="1980" actId="790"/>
          <ac:spMkLst>
            <pc:docMk/>
            <pc:sldMk cId="697112130" sldId="396"/>
            <ac:spMk id="116" creationId="{777B2FF9-F819-C98A-4B60-11D99A159E94}"/>
          </ac:spMkLst>
        </pc:spChg>
      </pc:sldChg>
      <pc:sldChg chg="modSp mod">
        <pc:chgData name="Abir GHARBI" userId="ef92528f-00ab-4d87-966c-386bca485bd0" providerId="ADAL" clId="{F3D16DED-CAA7-4BF5-81E4-89DEDE7057F7}" dt="2026-06-29T13:10:17.392" v="1980" actId="790"/>
        <pc:sldMkLst>
          <pc:docMk/>
          <pc:sldMk cId="2942501639" sldId="397"/>
        </pc:sldMkLst>
        <pc:spChg chg="mod">
          <ac:chgData name="Abir GHARBI" userId="ef92528f-00ab-4d87-966c-386bca485bd0" providerId="ADAL" clId="{F3D16DED-CAA7-4BF5-81E4-89DEDE7057F7}" dt="2026-06-29T13:10:17.392" v="1980" actId="790"/>
          <ac:spMkLst>
            <pc:docMk/>
            <pc:sldMk cId="2942501639" sldId="397"/>
            <ac:spMk id="2" creationId="{565AD681-B45B-2549-C344-51CB8CDC09E4}"/>
          </ac:spMkLst>
        </pc:spChg>
        <pc:spChg chg="mod">
          <ac:chgData name="Abir GHARBI" userId="ef92528f-00ab-4d87-966c-386bca485bd0" providerId="ADAL" clId="{F3D16DED-CAA7-4BF5-81E4-89DEDE7057F7}" dt="2026-06-29T13:10:17.392" v="1980" actId="790"/>
          <ac:spMkLst>
            <pc:docMk/>
            <pc:sldMk cId="2942501639" sldId="397"/>
            <ac:spMk id="5" creationId="{2DE4504C-A5C3-5A43-6FE8-3C4AC5E51B90}"/>
          </ac:spMkLst>
        </pc:spChg>
        <pc:spChg chg="mod">
          <ac:chgData name="Abir GHARBI" userId="ef92528f-00ab-4d87-966c-386bca485bd0" providerId="ADAL" clId="{F3D16DED-CAA7-4BF5-81E4-89DEDE7057F7}" dt="2026-06-29T13:10:17.392" v="1980" actId="790"/>
          <ac:spMkLst>
            <pc:docMk/>
            <pc:sldMk cId="2942501639" sldId="397"/>
            <ac:spMk id="91" creationId="{2F5893F8-FCE9-F20F-9000-C66DE9001A17}"/>
          </ac:spMkLst>
        </pc:spChg>
        <pc:spChg chg="mod">
          <ac:chgData name="Abir GHARBI" userId="ef92528f-00ab-4d87-966c-386bca485bd0" providerId="ADAL" clId="{F3D16DED-CAA7-4BF5-81E4-89DEDE7057F7}" dt="2026-06-29T13:10:17.392" v="1980" actId="790"/>
          <ac:spMkLst>
            <pc:docMk/>
            <pc:sldMk cId="2942501639" sldId="397"/>
            <ac:spMk id="99" creationId="{08F65B88-E7A9-2253-216E-F3BC896A52CE}"/>
          </ac:spMkLst>
        </pc:spChg>
        <pc:spChg chg="mod">
          <ac:chgData name="Abir GHARBI" userId="ef92528f-00ab-4d87-966c-386bca485bd0" providerId="ADAL" clId="{F3D16DED-CAA7-4BF5-81E4-89DEDE7057F7}" dt="2026-06-29T13:10:17.392" v="1980" actId="790"/>
          <ac:spMkLst>
            <pc:docMk/>
            <pc:sldMk cId="2942501639" sldId="397"/>
            <ac:spMk id="103" creationId="{BD6D3E21-7C09-8205-3DE0-B8A837C72B33}"/>
          </ac:spMkLst>
        </pc:spChg>
        <pc:spChg chg="mod">
          <ac:chgData name="Abir GHARBI" userId="ef92528f-00ab-4d87-966c-386bca485bd0" providerId="ADAL" clId="{F3D16DED-CAA7-4BF5-81E4-89DEDE7057F7}" dt="2026-06-29T13:10:17.392" v="1980" actId="790"/>
          <ac:spMkLst>
            <pc:docMk/>
            <pc:sldMk cId="2942501639" sldId="397"/>
            <ac:spMk id="108" creationId="{1586157F-B951-E986-90BC-C01B70674DE1}"/>
          </ac:spMkLst>
        </pc:spChg>
        <pc:spChg chg="mod">
          <ac:chgData name="Abir GHARBI" userId="ef92528f-00ab-4d87-966c-386bca485bd0" providerId="ADAL" clId="{F3D16DED-CAA7-4BF5-81E4-89DEDE7057F7}" dt="2026-06-29T13:10:17.392" v="1980" actId="790"/>
          <ac:spMkLst>
            <pc:docMk/>
            <pc:sldMk cId="2942501639" sldId="397"/>
            <ac:spMk id="117" creationId="{2163C0A8-1AA0-32F0-2378-F7D00B193CBE}"/>
          </ac:spMkLst>
        </pc:spChg>
        <pc:spChg chg="mod">
          <ac:chgData name="Abir GHARBI" userId="ef92528f-00ab-4d87-966c-386bca485bd0" providerId="ADAL" clId="{F3D16DED-CAA7-4BF5-81E4-89DEDE7057F7}" dt="2026-06-29T13:10:17.392" v="1980" actId="790"/>
          <ac:spMkLst>
            <pc:docMk/>
            <pc:sldMk cId="2942501639" sldId="397"/>
            <ac:spMk id="119" creationId="{72EFB384-B84A-9276-956C-5D6187A4F270}"/>
          </ac:spMkLst>
        </pc:spChg>
        <pc:spChg chg="mod">
          <ac:chgData name="Abir GHARBI" userId="ef92528f-00ab-4d87-966c-386bca485bd0" providerId="ADAL" clId="{F3D16DED-CAA7-4BF5-81E4-89DEDE7057F7}" dt="2026-06-29T13:10:17.392" v="1980" actId="790"/>
          <ac:spMkLst>
            <pc:docMk/>
            <pc:sldMk cId="2942501639" sldId="397"/>
            <ac:spMk id="122" creationId="{EA60E064-26CC-6DFA-FCD0-F18645B58F55}"/>
          </ac:spMkLst>
        </pc:spChg>
        <pc:spChg chg="mod">
          <ac:chgData name="Abir GHARBI" userId="ef92528f-00ab-4d87-966c-386bca485bd0" providerId="ADAL" clId="{F3D16DED-CAA7-4BF5-81E4-89DEDE7057F7}" dt="2026-06-29T13:10:17.392" v="1980" actId="790"/>
          <ac:spMkLst>
            <pc:docMk/>
            <pc:sldMk cId="2942501639" sldId="397"/>
            <ac:spMk id="126" creationId="{3A860094-F0FD-2BA8-8A18-C2A8EEC1ED5B}"/>
          </ac:spMkLst>
        </pc:spChg>
      </pc:sldChg>
      <pc:sldChg chg="modSp mod">
        <pc:chgData name="Abir GHARBI" userId="ef92528f-00ab-4d87-966c-386bca485bd0" providerId="ADAL" clId="{F3D16DED-CAA7-4BF5-81E4-89DEDE7057F7}" dt="2026-06-29T13:10:17.392" v="1980" actId="790"/>
        <pc:sldMkLst>
          <pc:docMk/>
          <pc:sldMk cId="3827188275" sldId="398"/>
        </pc:sldMkLst>
        <pc:spChg chg="mod">
          <ac:chgData name="Abir GHARBI" userId="ef92528f-00ab-4d87-966c-386bca485bd0" providerId="ADAL" clId="{F3D16DED-CAA7-4BF5-81E4-89DEDE7057F7}" dt="2026-06-29T13:10:17.392" v="1980" actId="790"/>
          <ac:spMkLst>
            <pc:docMk/>
            <pc:sldMk cId="3827188275" sldId="398"/>
            <ac:spMk id="90" creationId="{C0CAE3C3-9F99-39A3-E7FB-90B24BEF1847}"/>
          </ac:spMkLst>
        </pc:spChg>
        <pc:spChg chg="mod">
          <ac:chgData name="Abir GHARBI" userId="ef92528f-00ab-4d87-966c-386bca485bd0" providerId="ADAL" clId="{F3D16DED-CAA7-4BF5-81E4-89DEDE7057F7}" dt="2026-06-29T13:10:17.392" v="1980" actId="790"/>
          <ac:spMkLst>
            <pc:docMk/>
            <pc:sldMk cId="3827188275" sldId="398"/>
            <ac:spMk id="91" creationId="{9E8522FD-AFC2-A9AD-636C-14A790AF1BB8}"/>
          </ac:spMkLst>
        </pc:spChg>
        <pc:spChg chg="mod">
          <ac:chgData name="Abir GHARBI" userId="ef92528f-00ab-4d87-966c-386bca485bd0" providerId="ADAL" clId="{F3D16DED-CAA7-4BF5-81E4-89DEDE7057F7}" dt="2026-06-29T13:10:17.392" v="1980" actId="790"/>
          <ac:spMkLst>
            <pc:docMk/>
            <pc:sldMk cId="3827188275" sldId="398"/>
            <ac:spMk id="97" creationId="{8A3E24C1-230D-F2E5-5510-D9BE4AC9F194}"/>
          </ac:spMkLst>
        </pc:spChg>
        <pc:spChg chg="mod">
          <ac:chgData name="Abir GHARBI" userId="ef92528f-00ab-4d87-966c-386bca485bd0" providerId="ADAL" clId="{F3D16DED-CAA7-4BF5-81E4-89DEDE7057F7}" dt="2026-06-29T13:10:17.392" v="1980" actId="790"/>
          <ac:spMkLst>
            <pc:docMk/>
            <pc:sldMk cId="3827188275" sldId="398"/>
            <ac:spMk id="98" creationId="{F5B7AE27-B9E7-F7DF-8A76-EE8D3584A787}"/>
          </ac:spMkLst>
        </pc:spChg>
        <pc:spChg chg="mod">
          <ac:chgData name="Abir GHARBI" userId="ef92528f-00ab-4d87-966c-386bca485bd0" providerId="ADAL" clId="{F3D16DED-CAA7-4BF5-81E4-89DEDE7057F7}" dt="2026-06-29T13:10:17.392" v="1980" actId="790"/>
          <ac:spMkLst>
            <pc:docMk/>
            <pc:sldMk cId="3827188275" sldId="398"/>
            <ac:spMk id="100" creationId="{1B7DF8B0-DC9F-4FF7-DF7C-098665B83458}"/>
          </ac:spMkLst>
        </pc:spChg>
        <pc:spChg chg="mod">
          <ac:chgData name="Abir GHARBI" userId="ef92528f-00ab-4d87-966c-386bca485bd0" providerId="ADAL" clId="{F3D16DED-CAA7-4BF5-81E4-89DEDE7057F7}" dt="2026-06-29T13:10:17.392" v="1980" actId="790"/>
          <ac:spMkLst>
            <pc:docMk/>
            <pc:sldMk cId="3827188275" sldId="398"/>
            <ac:spMk id="106" creationId="{577B2D76-F363-774C-912D-407712ABE45B}"/>
          </ac:spMkLst>
        </pc:spChg>
        <pc:spChg chg="mod">
          <ac:chgData name="Abir GHARBI" userId="ef92528f-00ab-4d87-966c-386bca485bd0" providerId="ADAL" clId="{F3D16DED-CAA7-4BF5-81E4-89DEDE7057F7}" dt="2026-06-29T13:10:17.392" v="1980" actId="790"/>
          <ac:spMkLst>
            <pc:docMk/>
            <pc:sldMk cId="3827188275" sldId="398"/>
            <ac:spMk id="114" creationId="{72C36C4F-6618-6BB8-1AA1-4DEA10416D80}"/>
          </ac:spMkLst>
        </pc:spChg>
        <pc:spChg chg="mod">
          <ac:chgData name="Abir GHARBI" userId="ef92528f-00ab-4d87-966c-386bca485bd0" providerId="ADAL" clId="{F3D16DED-CAA7-4BF5-81E4-89DEDE7057F7}" dt="2026-06-29T13:10:17.392" v="1980" actId="790"/>
          <ac:spMkLst>
            <pc:docMk/>
            <pc:sldMk cId="3827188275" sldId="398"/>
            <ac:spMk id="115" creationId="{1E68A410-B6F7-5740-FED2-EB134462B0E9}"/>
          </ac:spMkLst>
        </pc:spChg>
        <pc:spChg chg="mod">
          <ac:chgData name="Abir GHARBI" userId="ef92528f-00ab-4d87-966c-386bca485bd0" providerId="ADAL" clId="{F3D16DED-CAA7-4BF5-81E4-89DEDE7057F7}" dt="2026-06-29T13:10:17.392" v="1980" actId="790"/>
          <ac:spMkLst>
            <pc:docMk/>
            <pc:sldMk cId="3827188275" sldId="398"/>
            <ac:spMk id="116" creationId="{2989655C-6DDD-D7E2-98FB-1C44B5E92AEA}"/>
          </ac:spMkLst>
        </pc:spChg>
        <pc:spChg chg="mod">
          <ac:chgData name="Abir GHARBI" userId="ef92528f-00ab-4d87-966c-386bca485bd0" providerId="ADAL" clId="{F3D16DED-CAA7-4BF5-81E4-89DEDE7057F7}" dt="2026-06-29T13:10:17.392" v="1980" actId="790"/>
          <ac:spMkLst>
            <pc:docMk/>
            <pc:sldMk cId="3827188275" sldId="398"/>
            <ac:spMk id="125" creationId="{B5A241DF-B7AA-2DEF-6F02-DE7676FE0722}"/>
          </ac:spMkLst>
        </pc:spChg>
      </pc:sldChg>
      <pc:sldChg chg="modSp mod">
        <pc:chgData name="Abir GHARBI" userId="ef92528f-00ab-4d87-966c-386bca485bd0" providerId="ADAL" clId="{F3D16DED-CAA7-4BF5-81E4-89DEDE7057F7}" dt="2026-06-29T13:10:17.392" v="1980" actId="790"/>
        <pc:sldMkLst>
          <pc:docMk/>
          <pc:sldMk cId="4180468451" sldId="399"/>
        </pc:sldMkLst>
        <pc:spChg chg="mod">
          <ac:chgData name="Abir GHARBI" userId="ef92528f-00ab-4d87-966c-386bca485bd0" providerId="ADAL" clId="{F3D16DED-CAA7-4BF5-81E4-89DEDE7057F7}" dt="2026-06-29T13:10:17.392" v="1980" actId="790"/>
          <ac:spMkLst>
            <pc:docMk/>
            <pc:sldMk cId="4180468451" sldId="399"/>
            <ac:spMk id="6" creationId="{AFB68F26-A59B-BFE6-2D21-797343C11C60}"/>
          </ac:spMkLst>
        </pc:spChg>
        <pc:spChg chg="mod">
          <ac:chgData name="Abir GHARBI" userId="ef92528f-00ab-4d87-966c-386bca485bd0" providerId="ADAL" clId="{F3D16DED-CAA7-4BF5-81E4-89DEDE7057F7}" dt="2026-06-29T13:10:17.392" v="1980" actId="790"/>
          <ac:spMkLst>
            <pc:docMk/>
            <pc:sldMk cId="4180468451" sldId="399"/>
            <ac:spMk id="89" creationId="{D77AD979-0EB9-DBB6-892E-AB8DF49EAE0A}"/>
          </ac:spMkLst>
        </pc:spChg>
        <pc:spChg chg="mod">
          <ac:chgData name="Abir GHARBI" userId="ef92528f-00ab-4d87-966c-386bca485bd0" providerId="ADAL" clId="{F3D16DED-CAA7-4BF5-81E4-89DEDE7057F7}" dt="2026-06-29T13:10:17.392" v="1980" actId="790"/>
          <ac:spMkLst>
            <pc:docMk/>
            <pc:sldMk cId="4180468451" sldId="399"/>
            <ac:spMk id="103" creationId="{D04D1320-3B60-93FE-8806-C816DA80DB02}"/>
          </ac:spMkLst>
        </pc:spChg>
        <pc:spChg chg="mod">
          <ac:chgData name="Abir GHARBI" userId="ef92528f-00ab-4d87-966c-386bca485bd0" providerId="ADAL" clId="{F3D16DED-CAA7-4BF5-81E4-89DEDE7057F7}" dt="2026-06-29T13:10:17.392" v="1980" actId="790"/>
          <ac:spMkLst>
            <pc:docMk/>
            <pc:sldMk cId="4180468451" sldId="399"/>
            <ac:spMk id="104" creationId="{D254742D-A372-6BE9-4943-BE1F497F529F}"/>
          </ac:spMkLst>
        </pc:spChg>
        <pc:spChg chg="mod">
          <ac:chgData name="Abir GHARBI" userId="ef92528f-00ab-4d87-966c-386bca485bd0" providerId="ADAL" clId="{F3D16DED-CAA7-4BF5-81E4-89DEDE7057F7}" dt="2026-06-29T13:10:17.392" v="1980" actId="790"/>
          <ac:spMkLst>
            <pc:docMk/>
            <pc:sldMk cId="4180468451" sldId="399"/>
            <ac:spMk id="106" creationId="{6494EF4D-5175-367B-BEC8-7C17DC20469A}"/>
          </ac:spMkLst>
        </pc:spChg>
        <pc:spChg chg="mod">
          <ac:chgData name="Abir GHARBI" userId="ef92528f-00ab-4d87-966c-386bca485bd0" providerId="ADAL" clId="{F3D16DED-CAA7-4BF5-81E4-89DEDE7057F7}" dt="2026-06-29T13:10:17.392" v="1980" actId="790"/>
          <ac:spMkLst>
            <pc:docMk/>
            <pc:sldMk cId="4180468451" sldId="399"/>
            <ac:spMk id="110" creationId="{F2F494FE-8B11-6DDA-B219-53EA9A36B383}"/>
          </ac:spMkLst>
        </pc:spChg>
        <pc:spChg chg="mod">
          <ac:chgData name="Abir GHARBI" userId="ef92528f-00ab-4d87-966c-386bca485bd0" providerId="ADAL" clId="{F3D16DED-CAA7-4BF5-81E4-89DEDE7057F7}" dt="2026-06-29T13:10:17.392" v="1980" actId="790"/>
          <ac:spMkLst>
            <pc:docMk/>
            <pc:sldMk cId="4180468451" sldId="399"/>
            <ac:spMk id="112" creationId="{07DA91F7-5AAB-2168-3163-151365278036}"/>
          </ac:spMkLst>
        </pc:spChg>
        <pc:spChg chg="mod">
          <ac:chgData name="Abir GHARBI" userId="ef92528f-00ab-4d87-966c-386bca485bd0" providerId="ADAL" clId="{F3D16DED-CAA7-4BF5-81E4-89DEDE7057F7}" dt="2026-06-29T13:10:17.392" v="1980" actId="790"/>
          <ac:spMkLst>
            <pc:docMk/>
            <pc:sldMk cId="4180468451" sldId="399"/>
            <ac:spMk id="118" creationId="{C399E572-4758-8FBD-9BD4-7340F464B68D}"/>
          </ac:spMkLst>
        </pc:spChg>
        <pc:spChg chg="mod">
          <ac:chgData name="Abir GHARBI" userId="ef92528f-00ab-4d87-966c-386bca485bd0" providerId="ADAL" clId="{F3D16DED-CAA7-4BF5-81E4-89DEDE7057F7}" dt="2026-06-29T13:10:17.392" v="1980" actId="790"/>
          <ac:spMkLst>
            <pc:docMk/>
            <pc:sldMk cId="4180468451" sldId="399"/>
            <ac:spMk id="122" creationId="{4DBF1EDE-91A3-B237-D3C5-877D49065FFB}"/>
          </ac:spMkLst>
        </pc:spChg>
        <pc:spChg chg="mod">
          <ac:chgData name="Abir GHARBI" userId="ef92528f-00ab-4d87-966c-386bca485bd0" providerId="ADAL" clId="{F3D16DED-CAA7-4BF5-81E4-89DEDE7057F7}" dt="2026-06-29T13:10:17.392" v="1980" actId="790"/>
          <ac:spMkLst>
            <pc:docMk/>
            <pc:sldMk cId="4180468451" sldId="399"/>
            <ac:spMk id="124" creationId="{CE0795C5-91AE-5932-A979-8DED4A9C61E6}"/>
          </ac:spMkLst>
        </pc:spChg>
      </pc:sldChg>
      <pc:sldChg chg="modSp mod">
        <pc:chgData name="Abir GHARBI" userId="ef92528f-00ab-4d87-966c-386bca485bd0" providerId="ADAL" clId="{F3D16DED-CAA7-4BF5-81E4-89DEDE7057F7}" dt="2026-06-29T13:10:17.392" v="1980" actId="790"/>
        <pc:sldMkLst>
          <pc:docMk/>
          <pc:sldMk cId="1267473942" sldId="400"/>
        </pc:sldMkLst>
        <pc:spChg chg="mod">
          <ac:chgData name="Abir GHARBI" userId="ef92528f-00ab-4d87-966c-386bca485bd0" providerId="ADAL" clId="{F3D16DED-CAA7-4BF5-81E4-89DEDE7057F7}" dt="2026-06-29T13:10:17.392" v="1980" actId="790"/>
          <ac:spMkLst>
            <pc:docMk/>
            <pc:sldMk cId="1267473942" sldId="400"/>
            <ac:spMk id="5" creationId="{F81247BF-8AE0-0075-2091-82167543B71F}"/>
          </ac:spMkLst>
        </pc:spChg>
        <pc:spChg chg="mod">
          <ac:chgData name="Abir GHARBI" userId="ef92528f-00ab-4d87-966c-386bca485bd0" providerId="ADAL" clId="{F3D16DED-CAA7-4BF5-81E4-89DEDE7057F7}" dt="2026-06-29T13:10:17.392" v="1980" actId="790"/>
          <ac:spMkLst>
            <pc:docMk/>
            <pc:sldMk cId="1267473942" sldId="400"/>
            <ac:spMk id="89" creationId="{EEF3545E-1508-3EFC-6655-44631D18C1D2}"/>
          </ac:spMkLst>
        </pc:spChg>
        <pc:spChg chg="mod">
          <ac:chgData name="Abir GHARBI" userId="ef92528f-00ab-4d87-966c-386bca485bd0" providerId="ADAL" clId="{F3D16DED-CAA7-4BF5-81E4-89DEDE7057F7}" dt="2026-06-29T13:10:17.392" v="1980" actId="790"/>
          <ac:spMkLst>
            <pc:docMk/>
            <pc:sldMk cId="1267473942" sldId="400"/>
            <ac:spMk id="98" creationId="{F4C5491A-6A50-B012-6FF1-804ECFD8746A}"/>
          </ac:spMkLst>
        </pc:spChg>
        <pc:spChg chg="mod">
          <ac:chgData name="Abir GHARBI" userId="ef92528f-00ab-4d87-966c-386bca485bd0" providerId="ADAL" clId="{F3D16DED-CAA7-4BF5-81E4-89DEDE7057F7}" dt="2026-06-29T13:10:17.392" v="1980" actId="790"/>
          <ac:spMkLst>
            <pc:docMk/>
            <pc:sldMk cId="1267473942" sldId="400"/>
            <ac:spMk id="101" creationId="{2F45F168-48F9-4045-B414-68EF3C949AEC}"/>
          </ac:spMkLst>
        </pc:spChg>
        <pc:spChg chg="mod">
          <ac:chgData name="Abir GHARBI" userId="ef92528f-00ab-4d87-966c-386bca485bd0" providerId="ADAL" clId="{F3D16DED-CAA7-4BF5-81E4-89DEDE7057F7}" dt="2026-06-29T13:10:17.392" v="1980" actId="790"/>
          <ac:spMkLst>
            <pc:docMk/>
            <pc:sldMk cId="1267473942" sldId="400"/>
            <ac:spMk id="105" creationId="{C552232C-625A-E309-49DE-E5E05939BDC3}"/>
          </ac:spMkLst>
        </pc:spChg>
        <pc:spChg chg="mod">
          <ac:chgData name="Abir GHARBI" userId="ef92528f-00ab-4d87-966c-386bca485bd0" providerId="ADAL" clId="{F3D16DED-CAA7-4BF5-81E4-89DEDE7057F7}" dt="2026-06-29T13:10:17.392" v="1980" actId="790"/>
          <ac:spMkLst>
            <pc:docMk/>
            <pc:sldMk cId="1267473942" sldId="400"/>
            <ac:spMk id="110" creationId="{071D341F-733F-D635-9F9B-65F9306A45C9}"/>
          </ac:spMkLst>
        </pc:spChg>
        <pc:spChg chg="mod">
          <ac:chgData name="Abir GHARBI" userId="ef92528f-00ab-4d87-966c-386bca485bd0" providerId="ADAL" clId="{F3D16DED-CAA7-4BF5-81E4-89DEDE7057F7}" dt="2026-06-29T13:10:17.392" v="1980" actId="790"/>
          <ac:spMkLst>
            <pc:docMk/>
            <pc:sldMk cId="1267473942" sldId="400"/>
            <ac:spMk id="116" creationId="{E4C1EE35-37DB-8175-D84D-98251FFBF0C9}"/>
          </ac:spMkLst>
        </pc:spChg>
        <pc:spChg chg="mod">
          <ac:chgData name="Abir GHARBI" userId="ef92528f-00ab-4d87-966c-386bca485bd0" providerId="ADAL" clId="{F3D16DED-CAA7-4BF5-81E4-89DEDE7057F7}" dt="2026-06-29T13:10:17.392" v="1980" actId="790"/>
          <ac:spMkLst>
            <pc:docMk/>
            <pc:sldMk cId="1267473942" sldId="400"/>
            <ac:spMk id="123" creationId="{85702A9E-12DA-4941-06C7-6CDDF1520262}"/>
          </ac:spMkLst>
        </pc:spChg>
        <pc:spChg chg="mod">
          <ac:chgData name="Abir GHARBI" userId="ef92528f-00ab-4d87-966c-386bca485bd0" providerId="ADAL" clId="{F3D16DED-CAA7-4BF5-81E4-89DEDE7057F7}" dt="2026-06-29T13:10:17.392" v="1980" actId="790"/>
          <ac:spMkLst>
            <pc:docMk/>
            <pc:sldMk cId="1267473942" sldId="400"/>
            <ac:spMk id="125" creationId="{38CBEDA2-5FAA-6D93-2E87-7E208C321217}"/>
          </ac:spMkLst>
        </pc:spChg>
        <pc:spChg chg="mod">
          <ac:chgData name="Abir GHARBI" userId="ef92528f-00ab-4d87-966c-386bca485bd0" providerId="ADAL" clId="{F3D16DED-CAA7-4BF5-81E4-89DEDE7057F7}" dt="2026-06-29T13:10:17.392" v="1980" actId="790"/>
          <ac:spMkLst>
            <pc:docMk/>
            <pc:sldMk cId="1267473942" sldId="400"/>
            <ac:spMk id="129" creationId="{4ED8ED87-85A1-997D-5A87-7E084B555E50}"/>
          </ac:spMkLst>
        </pc:spChg>
      </pc:sldChg>
      <pc:sldChg chg="modSp mod">
        <pc:chgData name="Abir GHARBI" userId="ef92528f-00ab-4d87-966c-386bca485bd0" providerId="ADAL" clId="{F3D16DED-CAA7-4BF5-81E4-89DEDE7057F7}" dt="2026-06-29T13:10:17.392" v="1980" actId="790"/>
        <pc:sldMkLst>
          <pc:docMk/>
          <pc:sldMk cId="3906660861" sldId="401"/>
        </pc:sldMkLst>
        <pc:spChg chg="mod">
          <ac:chgData name="Abir GHARBI" userId="ef92528f-00ab-4d87-966c-386bca485bd0" providerId="ADAL" clId="{F3D16DED-CAA7-4BF5-81E4-89DEDE7057F7}" dt="2026-06-29T13:10:17.392" v="1980" actId="790"/>
          <ac:spMkLst>
            <pc:docMk/>
            <pc:sldMk cId="3906660861" sldId="401"/>
            <ac:spMk id="4" creationId="{99F8F01B-4979-FBDD-23BB-82054F06335A}"/>
          </ac:spMkLst>
        </pc:spChg>
        <pc:spChg chg="mod">
          <ac:chgData name="Abir GHARBI" userId="ef92528f-00ab-4d87-966c-386bca485bd0" providerId="ADAL" clId="{F3D16DED-CAA7-4BF5-81E4-89DEDE7057F7}" dt="2026-06-29T13:10:17.392" v="1980" actId="790"/>
          <ac:spMkLst>
            <pc:docMk/>
            <pc:sldMk cId="3906660861" sldId="401"/>
            <ac:spMk id="300" creationId="{00000000-0000-0000-0000-000000000000}"/>
          </ac:spMkLst>
        </pc:spChg>
        <pc:spChg chg="mod">
          <ac:chgData name="Abir GHARBI" userId="ef92528f-00ab-4d87-966c-386bca485bd0" providerId="ADAL" clId="{F3D16DED-CAA7-4BF5-81E4-89DEDE7057F7}" dt="2026-06-29T13:10:17.392" v="1980" actId="790"/>
          <ac:spMkLst>
            <pc:docMk/>
            <pc:sldMk cId="3906660861" sldId="401"/>
            <ac:spMk id="301" creationId="{00000000-0000-0000-0000-000000000000}"/>
          </ac:spMkLst>
        </pc:spChg>
        <pc:spChg chg="mod">
          <ac:chgData name="Abir GHARBI" userId="ef92528f-00ab-4d87-966c-386bca485bd0" providerId="ADAL" clId="{F3D16DED-CAA7-4BF5-81E4-89DEDE7057F7}" dt="2026-06-29T13:10:17.392" v="1980" actId="790"/>
          <ac:spMkLst>
            <pc:docMk/>
            <pc:sldMk cId="3906660861" sldId="401"/>
            <ac:spMk id="302" creationId="{00000000-0000-0000-0000-000000000000}"/>
          </ac:spMkLst>
        </pc:spChg>
        <pc:spChg chg="mod">
          <ac:chgData name="Abir GHARBI" userId="ef92528f-00ab-4d87-966c-386bca485bd0" providerId="ADAL" clId="{F3D16DED-CAA7-4BF5-81E4-89DEDE7057F7}" dt="2026-06-29T13:10:17.392" v="1980" actId="790"/>
          <ac:spMkLst>
            <pc:docMk/>
            <pc:sldMk cId="3906660861" sldId="401"/>
            <ac:spMk id="303" creationId="{00000000-0000-0000-0000-000000000000}"/>
          </ac:spMkLst>
        </pc:spChg>
        <pc:spChg chg="mod">
          <ac:chgData name="Abir GHARBI" userId="ef92528f-00ab-4d87-966c-386bca485bd0" providerId="ADAL" clId="{F3D16DED-CAA7-4BF5-81E4-89DEDE7057F7}" dt="2026-06-29T13:10:17.392" v="1980" actId="790"/>
          <ac:spMkLst>
            <pc:docMk/>
            <pc:sldMk cId="3906660861" sldId="401"/>
            <ac:spMk id="304" creationId="{00000000-0000-0000-0000-000000000000}"/>
          </ac:spMkLst>
        </pc:spChg>
        <pc:spChg chg="mod">
          <ac:chgData name="Abir GHARBI" userId="ef92528f-00ab-4d87-966c-386bca485bd0" providerId="ADAL" clId="{F3D16DED-CAA7-4BF5-81E4-89DEDE7057F7}" dt="2026-06-29T13:10:17.392" v="1980" actId="790"/>
          <ac:spMkLst>
            <pc:docMk/>
            <pc:sldMk cId="3906660861" sldId="401"/>
            <ac:spMk id="305" creationId="{00000000-0000-0000-0000-000000000000}"/>
          </ac:spMkLst>
        </pc:spChg>
        <pc:spChg chg="mod">
          <ac:chgData name="Abir GHARBI" userId="ef92528f-00ab-4d87-966c-386bca485bd0" providerId="ADAL" clId="{F3D16DED-CAA7-4BF5-81E4-89DEDE7057F7}" dt="2026-06-29T13:10:17.392" v="1980" actId="790"/>
          <ac:spMkLst>
            <pc:docMk/>
            <pc:sldMk cId="3906660861" sldId="401"/>
            <ac:spMk id="306" creationId="{00000000-0000-0000-0000-000000000000}"/>
          </ac:spMkLst>
        </pc:spChg>
        <pc:spChg chg="mod">
          <ac:chgData name="Abir GHARBI" userId="ef92528f-00ab-4d87-966c-386bca485bd0" providerId="ADAL" clId="{F3D16DED-CAA7-4BF5-81E4-89DEDE7057F7}" dt="2026-06-29T13:10:17.392" v="1980" actId="790"/>
          <ac:spMkLst>
            <pc:docMk/>
            <pc:sldMk cId="3906660861" sldId="401"/>
            <ac:spMk id="307" creationId="{00000000-0000-0000-0000-000000000000}"/>
          </ac:spMkLst>
        </pc:spChg>
        <pc:spChg chg="mod">
          <ac:chgData name="Abir GHARBI" userId="ef92528f-00ab-4d87-966c-386bca485bd0" providerId="ADAL" clId="{F3D16DED-CAA7-4BF5-81E4-89DEDE7057F7}" dt="2026-06-29T13:10:17.392" v="1980" actId="790"/>
          <ac:spMkLst>
            <pc:docMk/>
            <pc:sldMk cId="3906660861" sldId="401"/>
            <ac:spMk id="308" creationId="{00000000-0000-0000-0000-000000000000}"/>
          </ac:spMkLst>
        </pc:spChg>
      </pc:sldChg>
      <pc:sldChg chg="modSp mod">
        <pc:chgData name="Abir GHARBI" userId="ef92528f-00ab-4d87-966c-386bca485bd0" providerId="ADAL" clId="{F3D16DED-CAA7-4BF5-81E4-89DEDE7057F7}" dt="2026-06-29T13:10:17.392" v="1980" actId="790"/>
        <pc:sldMkLst>
          <pc:docMk/>
          <pc:sldMk cId="4015372005" sldId="402"/>
        </pc:sldMkLst>
        <pc:spChg chg="mod">
          <ac:chgData name="Abir GHARBI" userId="ef92528f-00ab-4d87-966c-386bca485bd0" providerId="ADAL" clId="{F3D16DED-CAA7-4BF5-81E4-89DEDE7057F7}" dt="2026-06-29T13:10:17.392" v="1980" actId="790"/>
          <ac:spMkLst>
            <pc:docMk/>
            <pc:sldMk cId="4015372005" sldId="402"/>
            <ac:spMk id="12" creationId="{46668C70-581E-9864-EE82-72C88F787012}"/>
          </ac:spMkLst>
        </pc:spChg>
        <pc:spChg chg="mod">
          <ac:chgData name="Abir GHARBI" userId="ef92528f-00ab-4d87-966c-386bca485bd0" providerId="ADAL" clId="{F3D16DED-CAA7-4BF5-81E4-89DEDE7057F7}" dt="2026-06-29T13:10:17.392" v="1980" actId="790"/>
          <ac:spMkLst>
            <pc:docMk/>
            <pc:sldMk cId="4015372005" sldId="402"/>
            <ac:spMk id="14" creationId="{C3D842BF-BBAC-B84E-514E-9FC1605265A9}"/>
          </ac:spMkLst>
        </pc:spChg>
        <pc:spChg chg="mod">
          <ac:chgData name="Abir GHARBI" userId="ef92528f-00ab-4d87-966c-386bca485bd0" providerId="ADAL" clId="{F3D16DED-CAA7-4BF5-81E4-89DEDE7057F7}" dt="2026-06-29T13:10:17.392" v="1980" actId="790"/>
          <ac:spMkLst>
            <pc:docMk/>
            <pc:sldMk cId="4015372005" sldId="402"/>
            <ac:spMk id="16" creationId="{864660E0-C18C-7B6B-ED55-F2473111BE2A}"/>
          </ac:spMkLst>
        </pc:spChg>
        <pc:spChg chg="mod">
          <ac:chgData name="Abir GHARBI" userId="ef92528f-00ab-4d87-966c-386bca485bd0" providerId="ADAL" clId="{F3D16DED-CAA7-4BF5-81E4-89DEDE7057F7}" dt="2026-06-29T13:10:17.392" v="1980" actId="790"/>
          <ac:spMkLst>
            <pc:docMk/>
            <pc:sldMk cId="4015372005" sldId="402"/>
            <ac:spMk id="17" creationId="{2F686C0D-7AE4-0623-2DCD-52048AA35B2F}"/>
          </ac:spMkLst>
        </pc:spChg>
        <pc:spChg chg="mod">
          <ac:chgData name="Abir GHARBI" userId="ef92528f-00ab-4d87-966c-386bca485bd0" providerId="ADAL" clId="{F3D16DED-CAA7-4BF5-81E4-89DEDE7057F7}" dt="2026-06-29T13:10:17.392" v="1980" actId="790"/>
          <ac:spMkLst>
            <pc:docMk/>
            <pc:sldMk cId="4015372005" sldId="402"/>
            <ac:spMk id="18" creationId="{B2A44F0B-04CD-D563-8B02-5D7700D4D62C}"/>
          </ac:spMkLst>
        </pc:spChg>
        <pc:spChg chg="mod">
          <ac:chgData name="Abir GHARBI" userId="ef92528f-00ab-4d87-966c-386bca485bd0" providerId="ADAL" clId="{F3D16DED-CAA7-4BF5-81E4-89DEDE7057F7}" dt="2026-06-29T13:10:17.392" v="1980" actId="790"/>
          <ac:spMkLst>
            <pc:docMk/>
            <pc:sldMk cId="4015372005" sldId="402"/>
            <ac:spMk id="20" creationId="{9727827E-D0F5-CCF5-1E6F-11C08FCB5288}"/>
          </ac:spMkLst>
        </pc:spChg>
        <pc:spChg chg="mod">
          <ac:chgData name="Abir GHARBI" userId="ef92528f-00ab-4d87-966c-386bca485bd0" providerId="ADAL" clId="{F3D16DED-CAA7-4BF5-81E4-89DEDE7057F7}" dt="2026-06-29T13:10:17.392" v="1980" actId="790"/>
          <ac:spMkLst>
            <pc:docMk/>
            <pc:sldMk cId="4015372005" sldId="402"/>
            <ac:spMk id="56" creationId="{0DC13683-A935-CA75-C796-37B062FA37F4}"/>
          </ac:spMkLst>
        </pc:spChg>
        <pc:spChg chg="mod">
          <ac:chgData name="Abir GHARBI" userId="ef92528f-00ab-4d87-966c-386bca485bd0" providerId="ADAL" clId="{F3D16DED-CAA7-4BF5-81E4-89DEDE7057F7}" dt="2026-06-29T13:10:17.392" v="1980" actId="790"/>
          <ac:spMkLst>
            <pc:docMk/>
            <pc:sldMk cId="4015372005" sldId="402"/>
            <ac:spMk id="57" creationId="{D6A7156D-A220-D8E4-FC89-F2EAF6135E3C}"/>
          </ac:spMkLst>
        </pc:spChg>
        <pc:spChg chg="mod">
          <ac:chgData name="Abir GHARBI" userId="ef92528f-00ab-4d87-966c-386bca485bd0" providerId="ADAL" clId="{F3D16DED-CAA7-4BF5-81E4-89DEDE7057F7}" dt="2026-06-29T13:10:17.392" v="1980" actId="790"/>
          <ac:spMkLst>
            <pc:docMk/>
            <pc:sldMk cId="4015372005" sldId="402"/>
            <ac:spMk id="58" creationId="{2580105A-B56E-154C-E720-11C2A276C115}"/>
          </ac:spMkLst>
        </pc:spChg>
        <pc:spChg chg="mod">
          <ac:chgData name="Abir GHARBI" userId="ef92528f-00ab-4d87-966c-386bca485bd0" providerId="ADAL" clId="{F3D16DED-CAA7-4BF5-81E4-89DEDE7057F7}" dt="2026-06-29T13:10:17.392" v="1980" actId="790"/>
          <ac:spMkLst>
            <pc:docMk/>
            <pc:sldMk cId="4015372005" sldId="402"/>
            <ac:spMk id="75" creationId="{1616114D-2CA9-83B5-4CD7-ED97BEE4A66D}"/>
          </ac:spMkLst>
        </pc:spChg>
      </pc:sldChg>
      <pc:sldChg chg="modSp mod">
        <pc:chgData name="Abir GHARBI" userId="ef92528f-00ab-4d87-966c-386bca485bd0" providerId="ADAL" clId="{F3D16DED-CAA7-4BF5-81E4-89DEDE7057F7}" dt="2026-06-29T13:10:17.392" v="1980" actId="790"/>
        <pc:sldMkLst>
          <pc:docMk/>
          <pc:sldMk cId="1500952153" sldId="403"/>
        </pc:sldMkLst>
        <pc:spChg chg="mod">
          <ac:chgData name="Abir GHARBI" userId="ef92528f-00ab-4d87-966c-386bca485bd0" providerId="ADAL" clId="{F3D16DED-CAA7-4BF5-81E4-89DEDE7057F7}" dt="2026-06-29T13:10:17.392" v="1980" actId="790"/>
          <ac:spMkLst>
            <pc:docMk/>
            <pc:sldMk cId="1500952153" sldId="403"/>
            <ac:spMk id="5" creationId="{B6840AAA-0A5B-1588-7909-CFF472D31132}"/>
          </ac:spMkLst>
        </pc:spChg>
        <pc:spChg chg="mod">
          <ac:chgData name="Abir GHARBI" userId="ef92528f-00ab-4d87-966c-386bca485bd0" providerId="ADAL" clId="{F3D16DED-CAA7-4BF5-81E4-89DEDE7057F7}" dt="2026-06-29T13:10:17.392" v="1980" actId="790"/>
          <ac:spMkLst>
            <pc:docMk/>
            <pc:sldMk cId="1500952153" sldId="403"/>
            <ac:spMk id="93" creationId="{C618133A-FE39-B853-1094-BA1A423DAB5B}"/>
          </ac:spMkLst>
        </pc:spChg>
        <pc:spChg chg="mod">
          <ac:chgData name="Abir GHARBI" userId="ef92528f-00ab-4d87-966c-386bca485bd0" providerId="ADAL" clId="{F3D16DED-CAA7-4BF5-81E4-89DEDE7057F7}" dt="2026-06-29T13:10:17.392" v="1980" actId="790"/>
          <ac:spMkLst>
            <pc:docMk/>
            <pc:sldMk cId="1500952153" sldId="403"/>
            <ac:spMk id="100" creationId="{06AB7908-64D7-66F3-E9EC-D5320B41E767}"/>
          </ac:spMkLst>
        </pc:spChg>
        <pc:spChg chg="mod">
          <ac:chgData name="Abir GHARBI" userId="ef92528f-00ab-4d87-966c-386bca485bd0" providerId="ADAL" clId="{F3D16DED-CAA7-4BF5-81E4-89DEDE7057F7}" dt="2026-06-29T13:10:17.392" v="1980" actId="790"/>
          <ac:spMkLst>
            <pc:docMk/>
            <pc:sldMk cId="1500952153" sldId="403"/>
            <ac:spMk id="104" creationId="{A4257B2F-846F-E6D2-1F64-F90AF3B07138}"/>
          </ac:spMkLst>
        </pc:spChg>
        <pc:spChg chg="mod">
          <ac:chgData name="Abir GHARBI" userId="ef92528f-00ab-4d87-966c-386bca485bd0" providerId="ADAL" clId="{F3D16DED-CAA7-4BF5-81E4-89DEDE7057F7}" dt="2026-06-29T13:10:17.392" v="1980" actId="790"/>
          <ac:spMkLst>
            <pc:docMk/>
            <pc:sldMk cId="1500952153" sldId="403"/>
            <ac:spMk id="108" creationId="{481DC390-4784-86B9-86EC-3649A2E4603E}"/>
          </ac:spMkLst>
        </pc:spChg>
        <pc:spChg chg="mod">
          <ac:chgData name="Abir GHARBI" userId="ef92528f-00ab-4d87-966c-386bca485bd0" providerId="ADAL" clId="{F3D16DED-CAA7-4BF5-81E4-89DEDE7057F7}" dt="2026-06-29T13:10:17.392" v="1980" actId="790"/>
          <ac:spMkLst>
            <pc:docMk/>
            <pc:sldMk cId="1500952153" sldId="403"/>
            <ac:spMk id="109" creationId="{1DEB58A6-2326-AED5-A078-48A0661EFCFE}"/>
          </ac:spMkLst>
        </pc:spChg>
        <pc:spChg chg="mod">
          <ac:chgData name="Abir GHARBI" userId="ef92528f-00ab-4d87-966c-386bca485bd0" providerId="ADAL" clId="{F3D16DED-CAA7-4BF5-81E4-89DEDE7057F7}" dt="2026-06-29T13:10:17.392" v="1980" actId="790"/>
          <ac:spMkLst>
            <pc:docMk/>
            <pc:sldMk cId="1500952153" sldId="403"/>
            <ac:spMk id="116" creationId="{4CDD6D0A-2BAB-12F6-52DC-85932BF33799}"/>
          </ac:spMkLst>
        </pc:spChg>
        <pc:spChg chg="mod">
          <ac:chgData name="Abir GHARBI" userId="ef92528f-00ab-4d87-966c-386bca485bd0" providerId="ADAL" clId="{F3D16DED-CAA7-4BF5-81E4-89DEDE7057F7}" dt="2026-06-29T13:10:17.392" v="1980" actId="790"/>
          <ac:spMkLst>
            <pc:docMk/>
            <pc:sldMk cId="1500952153" sldId="403"/>
            <ac:spMk id="127" creationId="{6985CD69-815C-E065-45C6-456091487038}"/>
          </ac:spMkLst>
        </pc:spChg>
        <pc:spChg chg="mod">
          <ac:chgData name="Abir GHARBI" userId="ef92528f-00ab-4d87-966c-386bca485bd0" providerId="ADAL" clId="{F3D16DED-CAA7-4BF5-81E4-89DEDE7057F7}" dt="2026-06-29T13:10:17.392" v="1980" actId="790"/>
          <ac:spMkLst>
            <pc:docMk/>
            <pc:sldMk cId="1500952153" sldId="403"/>
            <ac:spMk id="129" creationId="{AD880A33-55E9-14A1-8E76-5845CBD8E350}"/>
          </ac:spMkLst>
        </pc:spChg>
        <pc:spChg chg="mod">
          <ac:chgData name="Abir GHARBI" userId="ef92528f-00ab-4d87-966c-386bca485bd0" providerId="ADAL" clId="{F3D16DED-CAA7-4BF5-81E4-89DEDE7057F7}" dt="2026-06-29T13:10:17.392" v="1980" actId="790"/>
          <ac:spMkLst>
            <pc:docMk/>
            <pc:sldMk cId="1500952153" sldId="403"/>
            <ac:spMk id="130" creationId="{12B1BB07-D4FF-E5F0-0A3D-A6E052DC35A0}"/>
          </ac:spMkLst>
        </pc:spChg>
      </pc:sldChg>
      <pc:sldChg chg="modSp mod">
        <pc:chgData name="Abir GHARBI" userId="ef92528f-00ab-4d87-966c-386bca485bd0" providerId="ADAL" clId="{F3D16DED-CAA7-4BF5-81E4-89DEDE7057F7}" dt="2026-06-29T13:10:17.392" v="1980" actId="790"/>
        <pc:sldMkLst>
          <pc:docMk/>
          <pc:sldMk cId="2081559196" sldId="404"/>
        </pc:sldMkLst>
        <pc:spChg chg="mod">
          <ac:chgData name="Abir GHARBI" userId="ef92528f-00ab-4d87-966c-386bca485bd0" providerId="ADAL" clId="{F3D16DED-CAA7-4BF5-81E4-89DEDE7057F7}" dt="2026-06-29T13:10:17.392" v="1980" actId="790"/>
          <ac:spMkLst>
            <pc:docMk/>
            <pc:sldMk cId="2081559196" sldId="404"/>
            <ac:spMk id="2" creationId="{D2C84C7E-5145-FA93-D987-AE2836EB82DF}"/>
          </ac:spMkLst>
        </pc:spChg>
        <pc:spChg chg="mod">
          <ac:chgData name="Abir GHARBI" userId="ef92528f-00ab-4d87-966c-386bca485bd0" providerId="ADAL" clId="{F3D16DED-CAA7-4BF5-81E4-89DEDE7057F7}" dt="2026-06-29T13:10:17.392" v="1980" actId="790"/>
          <ac:spMkLst>
            <pc:docMk/>
            <pc:sldMk cId="2081559196" sldId="404"/>
            <ac:spMk id="7" creationId="{00000000-0000-0000-0000-000000000000}"/>
          </ac:spMkLst>
        </pc:spChg>
        <pc:spChg chg="mod">
          <ac:chgData name="Abir GHARBI" userId="ef92528f-00ab-4d87-966c-386bca485bd0" providerId="ADAL" clId="{F3D16DED-CAA7-4BF5-81E4-89DEDE7057F7}" dt="2026-06-29T13:10:17.392" v="1980" actId="790"/>
          <ac:spMkLst>
            <pc:docMk/>
            <pc:sldMk cId="2081559196" sldId="404"/>
            <ac:spMk id="58" creationId="{477DE5B3-E258-1E2B-FF3A-80325CDF74D6}"/>
          </ac:spMkLst>
        </pc:spChg>
        <pc:spChg chg="mod">
          <ac:chgData name="Abir GHARBI" userId="ef92528f-00ab-4d87-966c-386bca485bd0" providerId="ADAL" clId="{F3D16DED-CAA7-4BF5-81E4-89DEDE7057F7}" dt="2026-06-29T13:10:17.392" v="1980" actId="790"/>
          <ac:spMkLst>
            <pc:docMk/>
            <pc:sldMk cId="2081559196" sldId="404"/>
            <ac:spMk id="60" creationId="{1376746A-4BC1-3E79-0821-8EB26DD4A7FC}"/>
          </ac:spMkLst>
        </pc:spChg>
        <pc:spChg chg="mod">
          <ac:chgData name="Abir GHARBI" userId="ef92528f-00ab-4d87-966c-386bca485bd0" providerId="ADAL" clId="{F3D16DED-CAA7-4BF5-81E4-89DEDE7057F7}" dt="2026-06-29T13:10:17.392" v="1980" actId="790"/>
          <ac:spMkLst>
            <pc:docMk/>
            <pc:sldMk cId="2081559196" sldId="404"/>
            <ac:spMk id="63" creationId="{F7531D99-4456-75DA-DF82-16D6B12DBEB6}"/>
          </ac:spMkLst>
        </pc:spChg>
        <pc:spChg chg="mod">
          <ac:chgData name="Abir GHARBI" userId="ef92528f-00ab-4d87-966c-386bca485bd0" providerId="ADAL" clId="{F3D16DED-CAA7-4BF5-81E4-89DEDE7057F7}" dt="2026-06-29T13:10:17.392" v="1980" actId="790"/>
          <ac:spMkLst>
            <pc:docMk/>
            <pc:sldMk cId="2081559196" sldId="404"/>
            <ac:spMk id="100" creationId="{00000000-0000-0000-0000-000000000000}"/>
          </ac:spMkLst>
        </pc:spChg>
        <pc:spChg chg="mod">
          <ac:chgData name="Abir GHARBI" userId="ef92528f-00ab-4d87-966c-386bca485bd0" providerId="ADAL" clId="{F3D16DED-CAA7-4BF5-81E4-89DEDE7057F7}" dt="2026-06-29T13:10:17.392" v="1980" actId="790"/>
          <ac:spMkLst>
            <pc:docMk/>
            <pc:sldMk cId="2081559196" sldId="404"/>
            <ac:spMk id="257" creationId="{7FB0EAD8-6286-0A89-9E28-97137D75DAFB}"/>
          </ac:spMkLst>
        </pc:spChg>
        <pc:spChg chg="mod">
          <ac:chgData name="Abir GHARBI" userId="ef92528f-00ab-4d87-966c-386bca485bd0" providerId="ADAL" clId="{F3D16DED-CAA7-4BF5-81E4-89DEDE7057F7}" dt="2026-06-29T13:10:17.392" v="1980" actId="790"/>
          <ac:spMkLst>
            <pc:docMk/>
            <pc:sldMk cId="2081559196" sldId="404"/>
            <ac:spMk id="258" creationId="{D0F4B8AF-94F9-CF40-46B8-7C032D2E04AE}"/>
          </ac:spMkLst>
        </pc:spChg>
        <pc:spChg chg="mod">
          <ac:chgData name="Abir GHARBI" userId="ef92528f-00ab-4d87-966c-386bca485bd0" providerId="ADAL" clId="{F3D16DED-CAA7-4BF5-81E4-89DEDE7057F7}" dt="2026-06-29T13:10:17.392" v="1980" actId="790"/>
          <ac:spMkLst>
            <pc:docMk/>
            <pc:sldMk cId="2081559196" sldId="404"/>
            <ac:spMk id="259" creationId="{BC7445B3-E5B1-E01C-18DE-6A47BE045251}"/>
          </ac:spMkLst>
        </pc:spChg>
      </pc:sldChg>
      <pc:sldChg chg="modSp mod">
        <pc:chgData name="Abir GHARBI" userId="ef92528f-00ab-4d87-966c-386bca485bd0" providerId="ADAL" clId="{F3D16DED-CAA7-4BF5-81E4-89DEDE7057F7}" dt="2026-06-29T13:10:17.392" v="1980" actId="790"/>
        <pc:sldMkLst>
          <pc:docMk/>
          <pc:sldMk cId="2043098235" sldId="405"/>
        </pc:sldMkLst>
        <pc:spChg chg="mod">
          <ac:chgData name="Abir GHARBI" userId="ef92528f-00ab-4d87-966c-386bca485bd0" providerId="ADAL" clId="{F3D16DED-CAA7-4BF5-81E4-89DEDE7057F7}" dt="2026-06-29T13:10:17.392" v="1980" actId="790"/>
          <ac:spMkLst>
            <pc:docMk/>
            <pc:sldMk cId="2043098235" sldId="405"/>
            <ac:spMk id="14" creationId="{6F8628D9-F511-B031-85C7-BB11A8F86CCA}"/>
          </ac:spMkLst>
        </pc:spChg>
        <pc:spChg chg="mod">
          <ac:chgData name="Abir GHARBI" userId="ef92528f-00ab-4d87-966c-386bca485bd0" providerId="ADAL" clId="{F3D16DED-CAA7-4BF5-81E4-89DEDE7057F7}" dt="2026-06-29T13:10:17.392" v="1980" actId="790"/>
          <ac:spMkLst>
            <pc:docMk/>
            <pc:sldMk cId="2043098235" sldId="405"/>
            <ac:spMk id="27" creationId="{BC1ABF9B-800C-E67E-D8BD-331D7C6EA66A}"/>
          </ac:spMkLst>
        </pc:spChg>
        <pc:spChg chg="mod">
          <ac:chgData name="Abir GHARBI" userId="ef92528f-00ab-4d87-966c-386bca485bd0" providerId="ADAL" clId="{F3D16DED-CAA7-4BF5-81E4-89DEDE7057F7}" dt="2026-06-29T13:10:17.392" v="1980" actId="790"/>
          <ac:spMkLst>
            <pc:docMk/>
            <pc:sldMk cId="2043098235" sldId="405"/>
            <ac:spMk id="30" creationId="{EB724505-630A-D824-6995-C182C8843ADF}"/>
          </ac:spMkLst>
        </pc:spChg>
        <pc:spChg chg="mod">
          <ac:chgData name="Abir GHARBI" userId="ef92528f-00ab-4d87-966c-386bca485bd0" providerId="ADAL" clId="{F3D16DED-CAA7-4BF5-81E4-89DEDE7057F7}" dt="2026-06-29T13:10:17.392" v="1980" actId="790"/>
          <ac:spMkLst>
            <pc:docMk/>
            <pc:sldMk cId="2043098235" sldId="405"/>
            <ac:spMk id="31" creationId="{A36B8263-2C32-2903-38AD-8E3316F5C527}"/>
          </ac:spMkLst>
        </pc:spChg>
        <pc:spChg chg="mod">
          <ac:chgData name="Abir GHARBI" userId="ef92528f-00ab-4d87-966c-386bca485bd0" providerId="ADAL" clId="{F3D16DED-CAA7-4BF5-81E4-89DEDE7057F7}" dt="2026-06-29T13:10:17.392" v="1980" actId="790"/>
          <ac:spMkLst>
            <pc:docMk/>
            <pc:sldMk cId="2043098235" sldId="405"/>
            <ac:spMk id="33" creationId="{BDDF4AEA-EF41-3748-1AC2-E9B780875BD5}"/>
          </ac:spMkLst>
        </pc:spChg>
        <pc:spChg chg="mod">
          <ac:chgData name="Abir GHARBI" userId="ef92528f-00ab-4d87-966c-386bca485bd0" providerId="ADAL" clId="{F3D16DED-CAA7-4BF5-81E4-89DEDE7057F7}" dt="2026-06-29T13:10:17.392" v="1980" actId="790"/>
          <ac:spMkLst>
            <pc:docMk/>
            <pc:sldMk cId="2043098235" sldId="405"/>
            <ac:spMk id="34" creationId="{8CDBA055-7821-0BF3-616A-2724EE2B23C3}"/>
          </ac:spMkLst>
        </pc:spChg>
        <pc:spChg chg="mod">
          <ac:chgData name="Abir GHARBI" userId="ef92528f-00ab-4d87-966c-386bca485bd0" providerId="ADAL" clId="{F3D16DED-CAA7-4BF5-81E4-89DEDE7057F7}" dt="2026-06-29T13:10:17.392" v="1980" actId="790"/>
          <ac:spMkLst>
            <pc:docMk/>
            <pc:sldMk cId="2043098235" sldId="405"/>
            <ac:spMk id="47" creationId="{0955BCF8-64BE-BC79-AF99-F6EAD36F9DED}"/>
          </ac:spMkLst>
        </pc:spChg>
        <pc:spChg chg="mod">
          <ac:chgData name="Abir GHARBI" userId="ef92528f-00ab-4d87-966c-386bca485bd0" providerId="ADAL" clId="{F3D16DED-CAA7-4BF5-81E4-89DEDE7057F7}" dt="2026-06-29T13:10:17.392" v="1980" actId="790"/>
          <ac:spMkLst>
            <pc:docMk/>
            <pc:sldMk cId="2043098235" sldId="405"/>
            <ac:spMk id="72" creationId="{914745D1-CAF5-3B02-5859-4A93904390EE}"/>
          </ac:spMkLst>
        </pc:spChg>
        <pc:spChg chg="mod">
          <ac:chgData name="Abir GHARBI" userId="ef92528f-00ab-4d87-966c-386bca485bd0" providerId="ADAL" clId="{F3D16DED-CAA7-4BF5-81E4-89DEDE7057F7}" dt="2026-06-29T13:10:17.392" v="1980" actId="790"/>
          <ac:spMkLst>
            <pc:docMk/>
            <pc:sldMk cId="2043098235" sldId="405"/>
            <ac:spMk id="87" creationId="{27F96EA1-FF55-A9B6-50F5-33CDE9217E95}"/>
          </ac:spMkLst>
        </pc:spChg>
        <pc:spChg chg="mod">
          <ac:chgData name="Abir GHARBI" userId="ef92528f-00ab-4d87-966c-386bca485bd0" providerId="ADAL" clId="{F3D16DED-CAA7-4BF5-81E4-89DEDE7057F7}" dt="2026-06-29T13:10:17.392" v="1980" actId="790"/>
          <ac:spMkLst>
            <pc:docMk/>
            <pc:sldMk cId="2043098235" sldId="405"/>
            <ac:spMk id="114" creationId="{CF66A3A9-4CB9-95DF-9115-8FA5C9C61081}"/>
          </ac:spMkLst>
        </pc:spChg>
      </pc:sldChg>
      <pc:sldChg chg="modSp mod">
        <pc:chgData name="Abir GHARBI" userId="ef92528f-00ab-4d87-966c-386bca485bd0" providerId="ADAL" clId="{F3D16DED-CAA7-4BF5-81E4-89DEDE7057F7}" dt="2026-06-29T13:10:17.392" v="1980" actId="790"/>
        <pc:sldMkLst>
          <pc:docMk/>
          <pc:sldMk cId="4265066897" sldId="406"/>
        </pc:sldMkLst>
        <pc:spChg chg="mod">
          <ac:chgData name="Abir GHARBI" userId="ef92528f-00ab-4d87-966c-386bca485bd0" providerId="ADAL" clId="{F3D16DED-CAA7-4BF5-81E4-89DEDE7057F7}" dt="2026-06-29T13:10:17.392" v="1980" actId="790"/>
          <ac:spMkLst>
            <pc:docMk/>
            <pc:sldMk cId="4265066897" sldId="406"/>
            <ac:spMk id="4" creationId="{ABC53AB2-3C7D-5B50-6B26-6906456DB8DE}"/>
          </ac:spMkLst>
        </pc:spChg>
        <pc:spChg chg="mod">
          <ac:chgData name="Abir GHARBI" userId="ef92528f-00ab-4d87-966c-386bca485bd0" providerId="ADAL" clId="{F3D16DED-CAA7-4BF5-81E4-89DEDE7057F7}" dt="2026-06-29T13:10:17.392" v="1980" actId="790"/>
          <ac:spMkLst>
            <pc:docMk/>
            <pc:sldMk cId="4265066897" sldId="406"/>
            <ac:spMk id="57" creationId="{46FB8820-2AB0-0E55-C62D-02F624BFB38A}"/>
          </ac:spMkLst>
        </pc:spChg>
        <pc:spChg chg="mod">
          <ac:chgData name="Abir GHARBI" userId="ef92528f-00ab-4d87-966c-386bca485bd0" providerId="ADAL" clId="{F3D16DED-CAA7-4BF5-81E4-89DEDE7057F7}" dt="2026-06-29T13:10:17.392" v="1980" actId="790"/>
          <ac:spMkLst>
            <pc:docMk/>
            <pc:sldMk cId="4265066897" sldId="406"/>
            <ac:spMk id="60" creationId="{42356634-AB97-55AA-2A51-FC14B2A133F8}"/>
          </ac:spMkLst>
        </pc:spChg>
        <pc:spChg chg="mod">
          <ac:chgData name="Abir GHARBI" userId="ef92528f-00ab-4d87-966c-386bca485bd0" providerId="ADAL" clId="{F3D16DED-CAA7-4BF5-81E4-89DEDE7057F7}" dt="2026-06-29T13:10:17.392" v="1980" actId="790"/>
          <ac:spMkLst>
            <pc:docMk/>
            <pc:sldMk cId="4265066897" sldId="406"/>
            <ac:spMk id="81" creationId="{8E50E9F8-5A22-E672-4B27-D74F8ABAE4C9}"/>
          </ac:spMkLst>
        </pc:spChg>
        <pc:spChg chg="mod">
          <ac:chgData name="Abir GHARBI" userId="ef92528f-00ab-4d87-966c-386bca485bd0" providerId="ADAL" clId="{F3D16DED-CAA7-4BF5-81E4-89DEDE7057F7}" dt="2026-06-29T13:10:17.392" v="1980" actId="790"/>
          <ac:spMkLst>
            <pc:docMk/>
            <pc:sldMk cId="4265066897" sldId="406"/>
            <ac:spMk id="83" creationId="{EA96C93F-957F-1D41-42FD-7672CA3B2130}"/>
          </ac:spMkLst>
        </pc:spChg>
        <pc:spChg chg="mod">
          <ac:chgData name="Abir GHARBI" userId="ef92528f-00ab-4d87-966c-386bca485bd0" providerId="ADAL" clId="{F3D16DED-CAA7-4BF5-81E4-89DEDE7057F7}" dt="2026-06-29T13:10:17.392" v="1980" actId="790"/>
          <ac:spMkLst>
            <pc:docMk/>
            <pc:sldMk cId="4265066897" sldId="406"/>
            <ac:spMk id="84" creationId="{02E0932F-974F-8412-9219-53E5ED1993F7}"/>
          </ac:spMkLst>
        </pc:spChg>
        <pc:spChg chg="mod">
          <ac:chgData name="Abir GHARBI" userId="ef92528f-00ab-4d87-966c-386bca485bd0" providerId="ADAL" clId="{F3D16DED-CAA7-4BF5-81E4-89DEDE7057F7}" dt="2026-06-29T13:10:17.392" v="1980" actId="790"/>
          <ac:spMkLst>
            <pc:docMk/>
            <pc:sldMk cId="4265066897" sldId="406"/>
            <ac:spMk id="86" creationId="{4CEE1425-9E1F-A63B-0B68-8A4D99EB0684}"/>
          </ac:spMkLst>
        </pc:spChg>
        <pc:spChg chg="mod">
          <ac:chgData name="Abir GHARBI" userId="ef92528f-00ab-4d87-966c-386bca485bd0" providerId="ADAL" clId="{F3D16DED-CAA7-4BF5-81E4-89DEDE7057F7}" dt="2026-06-29T13:10:17.392" v="1980" actId="790"/>
          <ac:spMkLst>
            <pc:docMk/>
            <pc:sldMk cId="4265066897" sldId="406"/>
            <ac:spMk id="93" creationId="{8AC73B14-C4B4-457A-A1E5-765C7BE1F380}"/>
          </ac:spMkLst>
        </pc:spChg>
        <pc:spChg chg="mod">
          <ac:chgData name="Abir GHARBI" userId="ef92528f-00ab-4d87-966c-386bca485bd0" providerId="ADAL" clId="{F3D16DED-CAA7-4BF5-81E4-89DEDE7057F7}" dt="2026-06-29T13:10:17.392" v="1980" actId="790"/>
          <ac:spMkLst>
            <pc:docMk/>
            <pc:sldMk cId="4265066897" sldId="406"/>
            <ac:spMk id="96" creationId="{49CC19CF-4A53-C7E7-AFE5-6416066AA81A}"/>
          </ac:spMkLst>
        </pc:spChg>
        <pc:spChg chg="mod">
          <ac:chgData name="Abir GHARBI" userId="ef92528f-00ab-4d87-966c-386bca485bd0" providerId="ADAL" clId="{F3D16DED-CAA7-4BF5-81E4-89DEDE7057F7}" dt="2026-06-29T13:10:17.392" v="1980" actId="790"/>
          <ac:spMkLst>
            <pc:docMk/>
            <pc:sldMk cId="4265066897" sldId="406"/>
            <ac:spMk id="98" creationId="{D0A48036-D7AA-A827-09FB-2F81AF4E6BC4}"/>
          </ac:spMkLst>
        </pc:spChg>
      </pc:sldChg>
      <pc:sldChg chg="modSp mod">
        <pc:chgData name="Abir GHARBI" userId="ef92528f-00ab-4d87-966c-386bca485bd0" providerId="ADAL" clId="{F3D16DED-CAA7-4BF5-81E4-89DEDE7057F7}" dt="2026-06-29T13:10:17.392" v="1980" actId="790"/>
        <pc:sldMkLst>
          <pc:docMk/>
          <pc:sldMk cId="3832726358" sldId="407"/>
        </pc:sldMkLst>
        <pc:spChg chg="mod">
          <ac:chgData name="Abir GHARBI" userId="ef92528f-00ab-4d87-966c-386bca485bd0" providerId="ADAL" clId="{F3D16DED-CAA7-4BF5-81E4-89DEDE7057F7}" dt="2026-06-29T13:10:17.392" v="1980" actId="790"/>
          <ac:spMkLst>
            <pc:docMk/>
            <pc:sldMk cId="3832726358" sldId="407"/>
            <ac:spMk id="2" creationId="{E4E366D3-FF18-C364-E454-0E24A6292A13}"/>
          </ac:spMkLst>
        </pc:spChg>
        <pc:spChg chg="mod">
          <ac:chgData name="Abir GHARBI" userId="ef92528f-00ab-4d87-966c-386bca485bd0" providerId="ADAL" clId="{F3D16DED-CAA7-4BF5-81E4-89DEDE7057F7}" dt="2026-06-29T13:10:17.392" v="1980" actId="790"/>
          <ac:spMkLst>
            <pc:docMk/>
            <pc:sldMk cId="3832726358" sldId="407"/>
            <ac:spMk id="3" creationId="{91D1424A-7E2B-7E2E-3241-5FC3E45789AA}"/>
          </ac:spMkLst>
        </pc:spChg>
        <pc:spChg chg="mod">
          <ac:chgData name="Abir GHARBI" userId="ef92528f-00ab-4d87-966c-386bca485bd0" providerId="ADAL" clId="{F3D16DED-CAA7-4BF5-81E4-89DEDE7057F7}" dt="2026-06-29T13:10:17.392" v="1980" actId="790"/>
          <ac:spMkLst>
            <pc:docMk/>
            <pc:sldMk cId="3832726358" sldId="407"/>
            <ac:spMk id="4" creationId="{FC6DBB7D-FBEA-BED6-5C09-3634D66F9099}"/>
          </ac:spMkLst>
        </pc:spChg>
        <pc:spChg chg="mod">
          <ac:chgData name="Abir GHARBI" userId="ef92528f-00ab-4d87-966c-386bca485bd0" providerId="ADAL" clId="{F3D16DED-CAA7-4BF5-81E4-89DEDE7057F7}" dt="2026-06-29T13:10:17.392" v="1980" actId="790"/>
          <ac:spMkLst>
            <pc:docMk/>
            <pc:sldMk cId="3832726358" sldId="407"/>
            <ac:spMk id="5" creationId="{C34B0EA7-7C55-BA4F-86E8-3839B50D2FB9}"/>
          </ac:spMkLst>
        </pc:spChg>
        <pc:spChg chg="mod">
          <ac:chgData name="Abir GHARBI" userId="ef92528f-00ab-4d87-966c-386bca485bd0" providerId="ADAL" clId="{F3D16DED-CAA7-4BF5-81E4-89DEDE7057F7}" dt="2026-06-29T13:10:17.392" v="1980" actId="790"/>
          <ac:spMkLst>
            <pc:docMk/>
            <pc:sldMk cId="3832726358" sldId="407"/>
            <ac:spMk id="10" creationId="{DB83DE18-9EAC-5C21-96B3-74B6BAF6DD23}"/>
          </ac:spMkLst>
        </pc:spChg>
        <pc:spChg chg="mod">
          <ac:chgData name="Abir GHARBI" userId="ef92528f-00ab-4d87-966c-386bca485bd0" providerId="ADAL" clId="{F3D16DED-CAA7-4BF5-81E4-89DEDE7057F7}" dt="2026-06-29T13:10:17.392" v="1980" actId="790"/>
          <ac:spMkLst>
            <pc:docMk/>
            <pc:sldMk cId="3832726358" sldId="407"/>
            <ac:spMk id="11" creationId="{20A33E56-82DE-CDC2-EFAD-35D92253381F}"/>
          </ac:spMkLst>
        </pc:spChg>
        <pc:spChg chg="mod">
          <ac:chgData name="Abir GHARBI" userId="ef92528f-00ab-4d87-966c-386bca485bd0" providerId="ADAL" clId="{F3D16DED-CAA7-4BF5-81E4-89DEDE7057F7}" dt="2026-06-29T13:10:17.392" v="1980" actId="790"/>
          <ac:spMkLst>
            <pc:docMk/>
            <pc:sldMk cId="3832726358" sldId="407"/>
            <ac:spMk id="20" creationId="{D55EEA5A-D9D7-7896-32EE-CF9D6DDA30D7}"/>
          </ac:spMkLst>
        </pc:spChg>
      </pc:sldChg>
      <pc:sldChg chg="addSp delSp modSp add mod">
        <pc:chgData name="Abir GHARBI" userId="ef92528f-00ab-4d87-966c-386bca485bd0" providerId="ADAL" clId="{F3D16DED-CAA7-4BF5-81E4-89DEDE7057F7}" dt="2026-06-29T13:10:17.392" v="1980" actId="790"/>
        <pc:sldMkLst>
          <pc:docMk/>
          <pc:sldMk cId="4262022729" sldId="408"/>
        </pc:sldMkLst>
        <pc:spChg chg="add mod">
          <ac:chgData name="Abir GHARBI" userId="ef92528f-00ab-4d87-966c-386bca485bd0" providerId="ADAL" clId="{F3D16DED-CAA7-4BF5-81E4-89DEDE7057F7}" dt="2026-06-29T13:10:17.392" v="1980" actId="790"/>
          <ac:spMkLst>
            <pc:docMk/>
            <pc:sldMk cId="4262022729" sldId="408"/>
            <ac:spMk id="2" creationId="{6E19A9E3-A314-06E7-935A-E73D8AFA134E}"/>
          </ac:spMkLst>
        </pc:spChg>
        <pc:spChg chg="mod">
          <ac:chgData name="Abir GHARBI" userId="ef92528f-00ab-4d87-966c-386bca485bd0" providerId="ADAL" clId="{F3D16DED-CAA7-4BF5-81E4-89DEDE7057F7}" dt="2026-06-29T13:10:17.392" v="1980" actId="790"/>
          <ac:spMkLst>
            <pc:docMk/>
            <pc:sldMk cId="4262022729" sldId="408"/>
            <ac:spMk id="4" creationId="{24462DCF-6253-A6C4-D4FB-A0D9E021FD21}"/>
          </ac:spMkLst>
        </pc:spChg>
        <pc:spChg chg="add mod">
          <ac:chgData name="Abir GHARBI" userId="ef92528f-00ab-4d87-966c-386bca485bd0" providerId="ADAL" clId="{F3D16DED-CAA7-4BF5-81E4-89DEDE7057F7}" dt="2026-06-25T13:27:04.969" v="1555" actId="1076"/>
          <ac:spMkLst>
            <pc:docMk/>
            <pc:sldMk cId="4262022729" sldId="408"/>
            <ac:spMk id="5" creationId="{91F87C63-7594-F4EA-18EB-AFFC6C13680C}"/>
          </ac:spMkLst>
        </pc:spChg>
        <pc:spChg chg="mod">
          <ac:chgData name="Abir GHARBI" userId="ef92528f-00ab-4d87-966c-386bca485bd0" providerId="ADAL" clId="{F3D16DED-CAA7-4BF5-81E4-89DEDE7057F7}" dt="2026-06-29T13:10:17.392" v="1980" actId="790"/>
          <ac:spMkLst>
            <pc:docMk/>
            <pc:sldMk cId="4262022729" sldId="408"/>
            <ac:spMk id="8" creationId="{3BD6E43C-AA25-9E43-0ABC-097374EAFEB7}"/>
          </ac:spMkLst>
        </pc:spChg>
        <pc:spChg chg="add mod">
          <ac:chgData name="Abir GHARBI" userId="ef92528f-00ab-4d87-966c-386bca485bd0" providerId="ADAL" clId="{F3D16DED-CAA7-4BF5-81E4-89DEDE7057F7}" dt="2026-06-29T13:10:17.392" v="1980" actId="790"/>
          <ac:spMkLst>
            <pc:docMk/>
            <pc:sldMk cId="4262022729" sldId="408"/>
            <ac:spMk id="11" creationId="{D9F00E01-67D3-3AE0-CF4B-8E0584E6366F}"/>
          </ac:spMkLst>
        </pc:spChg>
        <pc:spChg chg="add mod">
          <ac:chgData name="Abir GHARBI" userId="ef92528f-00ab-4d87-966c-386bca485bd0" providerId="ADAL" clId="{F3D16DED-CAA7-4BF5-81E4-89DEDE7057F7}" dt="2026-06-29T13:10:17.392" v="1980" actId="790"/>
          <ac:spMkLst>
            <pc:docMk/>
            <pc:sldMk cId="4262022729" sldId="408"/>
            <ac:spMk id="14" creationId="{FC5044E3-A863-135A-C10E-EEF01D03CA65}"/>
          </ac:spMkLst>
        </pc:spChg>
        <pc:spChg chg="add mod">
          <ac:chgData name="Abir GHARBI" userId="ef92528f-00ab-4d87-966c-386bca485bd0" providerId="ADAL" clId="{F3D16DED-CAA7-4BF5-81E4-89DEDE7057F7}" dt="2026-06-29T13:10:17.392" v="1980" actId="790"/>
          <ac:spMkLst>
            <pc:docMk/>
            <pc:sldMk cId="4262022729" sldId="408"/>
            <ac:spMk id="19" creationId="{256AFAEC-66ED-D89B-9859-E7995F11CBBF}"/>
          </ac:spMkLst>
        </pc:spChg>
        <pc:spChg chg="add mod">
          <ac:chgData name="Abir GHARBI" userId="ef92528f-00ab-4d87-966c-386bca485bd0" providerId="ADAL" clId="{F3D16DED-CAA7-4BF5-81E4-89DEDE7057F7}" dt="2026-06-29T13:10:17.392" v="1980" actId="790"/>
          <ac:spMkLst>
            <pc:docMk/>
            <pc:sldMk cId="4262022729" sldId="408"/>
            <ac:spMk id="23" creationId="{CCFAC128-1A42-0E9D-8BA0-3E1A72B7A2EB}"/>
          </ac:spMkLst>
        </pc:spChg>
        <pc:spChg chg="add mod">
          <ac:chgData name="Abir GHARBI" userId="ef92528f-00ab-4d87-966c-386bca485bd0" providerId="ADAL" clId="{F3D16DED-CAA7-4BF5-81E4-89DEDE7057F7}" dt="2026-06-25T13:27:04.969" v="1555" actId="1076"/>
          <ac:spMkLst>
            <pc:docMk/>
            <pc:sldMk cId="4262022729" sldId="408"/>
            <ac:spMk id="29" creationId="{328D886C-8A86-C86B-2B46-253E80AEC7A1}"/>
          </ac:spMkLst>
        </pc:spChg>
        <pc:spChg chg="add mod">
          <ac:chgData name="Abir GHARBI" userId="ef92528f-00ab-4d87-966c-386bca485bd0" providerId="ADAL" clId="{F3D16DED-CAA7-4BF5-81E4-89DEDE7057F7}" dt="2026-06-29T13:10:17.392" v="1980" actId="790"/>
          <ac:spMkLst>
            <pc:docMk/>
            <pc:sldMk cId="4262022729" sldId="408"/>
            <ac:spMk id="42" creationId="{EBED3FBF-0692-9869-B84F-8F5E945E1371}"/>
          </ac:spMkLst>
        </pc:spChg>
        <pc:spChg chg="add mod">
          <ac:chgData name="Abir GHARBI" userId="ef92528f-00ab-4d87-966c-386bca485bd0" providerId="ADAL" clId="{F3D16DED-CAA7-4BF5-81E4-89DEDE7057F7}" dt="2026-06-29T13:10:17.392" v="1980" actId="790"/>
          <ac:spMkLst>
            <pc:docMk/>
            <pc:sldMk cId="4262022729" sldId="408"/>
            <ac:spMk id="45" creationId="{5B4C0A3F-2C6A-B739-C6F0-E734E66846BB}"/>
          </ac:spMkLst>
        </pc:spChg>
        <pc:spChg chg="add mod">
          <ac:chgData name="Abir GHARBI" userId="ef92528f-00ab-4d87-966c-386bca485bd0" providerId="ADAL" clId="{F3D16DED-CAA7-4BF5-81E4-89DEDE7057F7}" dt="2026-06-29T13:10:17.392" v="1980" actId="790"/>
          <ac:spMkLst>
            <pc:docMk/>
            <pc:sldMk cId="4262022729" sldId="408"/>
            <ac:spMk id="51" creationId="{6498278D-FD74-4DD4-DD33-B7ABB0B46F11}"/>
          </ac:spMkLst>
        </pc:spChg>
        <pc:picChg chg="add mod modCrop">
          <ac:chgData name="Abir GHARBI" userId="ef92528f-00ab-4d87-966c-386bca485bd0" providerId="ADAL" clId="{F3D16DED-CAA7-4BF5-81E4-89DEDE7057F7}" dt="2026-06-25T13:27:04.969" v="1555" actId="1076"/>
          <ac:picMkLst>
            <pc:docMk/>
            <pc:sldMk cId="4262022729" sldId="408"/>
            <ac:picMk id="3" creationId="{AB2A7F23-697D-95B4-43D3-09FFA224AE28}"/>
          </ac:picMkLst>
        </pc:picChg>
        <pc:cxnChg chg="add mod">
          <ac:chgData name="Abir GHARBI" userId="ef92528f-00ab-4d87-966c-386bca485bd0" providerId="ADAL" clId="{F3D16DED-CAA7-4BF5-81E4-89DEDE7057F7}" dt="2026-06-25T13:30:03.159" v="1628" actId="14100"/>
          <ac:cxnSpMkLst>
            <pc:docMk/>
            <pc:sldMk cId="4262022729" sldId="408"/>
            <ac:cxnSpMk id="6" creationId="{E9686CE1-7850-2BE3-6194-A0E5C3845643}"/>
          </ac:cxnSpMkLst>
        </pc:cxnChg>
        <pc:cxnChg chg="add mod">
          <ac:chgData name="Abir GHARBI" userId="ef92528f-00ab-4d87-966c-386bca485bd0" providerId="ADAL" clId="{F3D16DED-CAA7-4BF5-81E4-89DEDE7057F7}" dt="2026-06-25T13:22:20.831" v="1395" actId="1076"/>
          <ac:cxnSpMkLst>
            <pc:docMk/>
            <pc:sldMk cId="4262022729" sldId="408"/>
            <ac:cxnSpMk id="16" creationId="{67BCA315-0462-5A5D-3187-96071BBC118D}"/>
          </ac:cxnSpMkLst>
        </pc:cxnChg>
        <pc:cxnChg chg="add mod">
          <ac:chgData name="Abir GHARBI" userId="ef92528f-00ab-4d87-966c-386bca485bd0" providerId="ADAL" clId="{F3D16DED-CAA7-4BF5-81E4-89DEDE7057F7}" dt="2026-06-25T13:19:58.710" v="1384" actId="1076"/>
          <ac:cxnSpMkLst>
            <pc:docMk/>
            <pc:sldMk cId="4262022729" sldId="408"/>
            <ac:cxnSpMk id="24" creationId="{D58B5ABE-EEA8-D7CE-8781-6DCF7B48E237}"/>
          </ac:cxnSpMkLst>
        </pc:cxnChg>
        <pc:cxnChg chg="add mod">
          <ac:chgData name="Abir GHARBI" userId="ef92528f-00ab-4d87-966c-386bca485bd0" providerId="ADAL" clId="{F3D16DED-CAA7-4BF5-81E4-89DEDE7057F7}" dt="2026-06-25T13:23:41.833" v="1507" actId="20577"/>
          <ac:cxnSpMkLst>
            <pc:docMk/>
            <pc:sldMk cId="4262022729" sldId="408"/>
            <ac:cxnSpMk id="37" creationId="{6C91EF0E-F80B-4FA2-F2FA-0A7A6EC72B78}"/>
          </ac:cxnSpMkLst>
        </pc:cxnChg>
        <pc:cxnChg chg="add mod">
          <ac:chgData name="Abir GHARBI" userId="ef92528f-00ab-4d87-966c-386bca485bd0" providerId="ADAL" clId="{F3D16DED-CAA7-4BF5-81E4-89DEDE7057F7}" dt="2026-06-25T13:28:06.767" v="1623" actId="1076"/>
          <ac:cxnSpMkLst>
            <pc:docMk/>
            <pc:sldMk cId="4262022729" sldId="408"/>
            <ac:cxnSpMk id="47" creationId="{69A9D2C0-B90D-0594-3523-0BA2B142DCCB}"/>
          </ac:cxnSpMkLst>
        </pc:cxnChg>
      </pc:sldChg>
      <pc:sldChg chg="addSp delSp modSp add mod">
        <pc:chgData name="Abir GHARBI" userId="ef92528f-00ab-4d87-966c-386bca485bd0" providerId="ADAL" clId="{F3D16DED-CAA7-4BF5-81E4-89DEDE7057F7}" dt="2026-06-29T14:00:52.227" v="2108" actId="21"/>
        <pc:sldMkLst>
          <pc:docMk/>
          <pc:sldMk cId="3051511669" sldId="409"/>
        </pc:sldMkLst>
        <pc:spChg chg="add mod">
          <ac:chgData name="Abir GHARBI" userId="ef92528f-00ab-4d87-966c-386bca485bd0" providerId="ADAL" clId="{F3D16DED-CAA7-4BF5-81E4-89DEDE7057F7}" dt="2026-06-29T13:10:17.392" v="1980" actId="790"/>
          <ac:spMkLst>
            <pc:docMk/>
            <pc:sldMk cId="3051511669" sldId="409"/>
            <ac:spMk id="2" creationId="{E7972B39-3D67-73A0-528D-72311D701E74}"/>
          </ac:spMkLst>
        </pc:spChg>
        <pc:spChg chg="add del mod">
          <ac:chgData name="Abir GHARBI" userId="ef92528f-00ab-4d87-966c-386bca485bd0" providerId="ADAL" clId="{F3D16DED-CAA7-4BF5-81E4-89DEDE7057F7}" dt="2026-06-29T13:03:04.409" v="1740" actId="478"/>
          <ac:spMkLst>
            <pc:docMk/>
            <pc:sldMk cId="3051511669" sldId="409"/>
            <ac:spMk id="3" creationId="{2ABB15C0-061B-7167-7F46-52160E296DF8}"/>
          </ac:spMkLst>
        </pc:spChg>
        <pc:spChg chg="mod">
          <ac:chgData name="Abir GHARBI" userId="ef92528f-00ab-4d87-966c-386bca485bd0" providerId="ADAL" clId="{F3D16DED-CAA7-4BF5-81E4-89DEDE7057F7}" dt="2026-06-29T13:10:17.392" v="1980" actId="790"/>
          <ac:spMkLst>
            <pc:docMk/>
            <pc:sldMk cId="3051511669" sldId="409"/>
            <ac:spMk id="4" creationId="{315E4F94-474C-45FF-14BA-943F74FCBFEE}"/>
          </ac:spMkLst>
        </pc:spChg>
        <pc:spChg chg="add mod">
          <ac:chgData name="Abir GHARBI" userId="ef92528f-00ab-4d87-966c-386bca485bd0" providerId="ADAL" clId="{F3D16DED-CAA7-4BF5-81E4-89DEDE7057F7}" dt="2026-06-29T13:10:17.392" v="1980" actId="790"/>
          <ac:spMkLst>
            <pc:docMk/>
            <pc:sldMk cId="3051511669" sldId="409"/>
            <ac:spMk id="5" creationId="{6829409D-CE46-99AB-09DE-41F2E33C3456}"/>
          </ac:spMkLst>
        </pc:spChg>
        <pc:spChg chg="add mod">
          <ac:chgData name="Abir GHARBI" userId="ef92528f-00ab-4d87-966c-386bca485bd0" providerId="ADAL" clId="{F3D16DED-CAA7-4BF5-81E4-89DEDE7057F7}" dt="2026-06-29T13:10:17.392" v="1980" actId="790"/>
          <ac:spMkLst>
            <pc:docMk/>
            <pc:sldMk cId="3051511669" sldId="409"/>
            <ac:spMk id="6" creationId="{B3496D13-39B9-66C6-BD6E-9DEE9C1804B1}"/>
          </ac:spMkLst>
        </pc:spChg>
        <pc:spChg chg="add mod">
          <ac:chgData name="Abir GHARBI" userId="ef92528f-00ab-4d87-966c-386bca485bd0" providerId="ADAL" clId="{F3D16DED-CAA7-4BF5-81E4-89DEDE7057F7}" dt="2026-06-29T13:10:17.392" v="1980" actId="790"/>
          <ac:spMkLst>
            <pc:docMk/>
            <pc:sldMk cId="3051511669" sldId="409"/>
            <ac:spMk id="7" creationId="{35C2B503-113E-6B72-2589-B30CA2B40726}"/>
          </ac:spMkLst>
        </pc:spChg>
        <pc:spChg chg="mod">
          <ac:chgData name="Abir GHARBI" userId="ef92528f-00ab-4d87-966c-386bca485bd0" providerId="ADAL" clId="{F3D16DED-CAA7-4BF5-81E4-89DEDE7057F7}" dt="2026-06-29T13:10:17.392" v="1980" actId="790"/>
          <ac:spMkLst>
            <pc:docMk/>
            <pc:sldMk cId="3051511669" sldId="409"/>
            <ac:spMk id="8" creationId="{D6E137D3-2680-495D-D6BB-E502F60701CD}"/>
          </ac:spMkLst>
        </pc:spChg>
        <pc:spChg chg="add mod">
          <ac:chgData name="Abir GHARBI" userId="ef92528f-00ab-4d87-966c-386bca485bd0" providerId="ADAL" clId="{F3D16DED-CAA7-4BF5-81E4-89DEDE7057F7}" dt="2026-06-29T13:11:00.897" v="1993" actId="20577"/>
          <ac:spMkLst>
            <pc:docMk/>
            <pc:sldMk cId="3051511669" sldId="409"/>
            <ac:spMk id="10" creationId="{92C0623F-D9ED-BC45-57A0-0F3BF7508406}"/>
          </ac:spMkLst>
        </pc:spChg>
        <pc:spChg chg="add del mod">
          <ac:chgData name="Abir GHARBI" userId="ef92528f-00ab-4d87-966c-386bca485bd0" providerId="ADAL" clId="{F3D16DED-CAA7-4BF5-81E4-89DEDE7057F7}" dt="2026-06-29T13:07:02.603" v="1838" actId="478"/>
          <ac:spMkLst>
            <pc:docMk/>
            <pc:sldMk cId="3051511669" sldId="409"/>
            <ac:spMk id="16" creationId="{C728B716-72E1-28F0-D490-4D1AD2080539}"/>
          </ac:spMkLst>
        </pc:spChg>
        <pc:spChg chg="add mod">
          <ac:chgData name="Abir GHARBI" userId="ef92528f-00ab-4d87-966c-386bca485bd0" providerId="ADAL" clId="{F3D16DED-CAA7-4BF5-81E4-89DEDE7057F7}" dt="2026-06-29T13:14:47.130" v="2009" actId="1076"/>
          <ac:spMkLst>
            <pc:docMk/>
            <pc:sldMk cId="3051511669" sldId="409"/>
            <ac:spMk id="17" creationId="{E6BBEBBE-8976-129F-815D-EDB4B3226F14}"/>
          </ac:spMkLst>
        </pc:spChg>
        <pc:spChg chg="add mod">
          <ac:chgData name="Abir GHARBI" userId="ef92528f-00ab-4d87-966c-386bca485bd0" providerId="ADAL" clId="{F3D16DED-CAA7-4BF5-81E4-89DEDE7057F7}" dt="2026-06-29T13:10:32.970" v="1984" actId="313"/>
          <ac:spMkLst>
            <pc:docMk/>
            <pc:sldMk cId="3051511669" sldId="409"/>
            <ac:spMk id="18" creationId="{FBFB2C8C-8286-0E08-0E11-D30AAC5AEBDD}"/>
          </ac:spMkLst>
        </pc:spChg>
        <pc:spChg chg="add mod">
          <ac:chgData name="Abir GHARBI" userId="ef92528f-00ab-4d87-966c-386bca485bd0" providerId="ADAL" clId="{F3D16DED-CAA7-4BF5-81E4-89DEDE7057F7}" dt="2026-06-29T13:12:14.924" v="2004" actId="1076"/>
          <ac:spMkLst>
            <pc:docMk/>
            <pc:sldMk cId="3051511669" sldId="409"/>
            <ac:spMk id="28" creationId="{2A5299A0-0436-719C-1D73-3AF107227FBB}"/>
          </ac:spMkLst>
        </pc:spChg>
        <pc:spChg chg="add mod">
          <ac:chgData name="Abir GHARBI" userId="ef92528f-00ab-4d87-966c-386bca485bd0" providerId="ADAL" clId="{F3D16DED-CAA7-4BF5-81E4-89DEDE7057F7}" dt="2026-06-29T13:15:30.769" v="2021" actId="1076"/>
          <ac:spMkLst>
            <pc:docMk/>
            <pc:sldMk cId="3051511669" sldId="409"/>
            <ac:spMk id="29" creationId="{BE98EFCB-8DE7-5373-754C-3B88969B41F8}"/>
          </ac:spMkLst>
        </pc:spChg>
        <pc:spChg chg="add mod">
          <ac:chgData name="Abir GHARBI" userId="ef92528f-00ab-4d87-966c-386bca485bd0" providerId="ADAL" clId="{F3D16DED-CAA7-4BF5-81E4-89DEDE7057F7}" dt="2026-06-29T13:16:05.292" v="2086" actId="14100"/>
          <ac:spMkLst>
            <pc:docMk/>
            <pc:sldMk cId="3051511669" sldId="409"/>
            <ac:spMk id="30" creationId="{FFF38AA0-0DD8-E0F1-D22B-E846CDFECE9A}"/>
          </ac:spMkLst>
        </pc:spChg>
        <pc:spChg chg="add del mod">
          <ac:chgData name="Abir GHARBI" userId="ef92528f-00ab-4d87-966c-386bca485bd0" providerId="ADAL" clId="{F3D16DED-CAA7-4BF5-81E4-89DEDE7057F7}" dt="2026-06-29T14:00:29.805" v="2101" actId="21"/>
          <ac:spMkLst>
            <pc:docMk/>
            <pc:sldMk cId="3051511669" sldId="409"/>
            <ac:spMk id="41" creationId="{8E4A76F9-4365-4236-CA4A-7C682CD98A5F}"/>
          </ac:spMkLst>
        </pc:spChg>
        <pc:picChg chg="add mod modCrop">
          <ac:chgData name="Abir GHARBI" userId="ef92528f-00ab-4d87-966c-386bca485bd0" providerId="ADAL" clId="{F3D16DED-CAA7-4BF5-81E4-89DEDE7057F7}" dt="2026-06-25T13:37:27.945" v="1712" actId="1076"/>
          <ac:picMkLst>
            <pc:docMk/>
            <pc:sldMk cId="3051511669" sldId="409"/>
            <ac:picMk id="9" creationId="{010D198C-CDA9-DEF6-1555-2A009E782B8D}"/>
          </ac:picMkLst>
        </pc:picChg>
        <pc:picChg chg="add mod modCrop">
          <ac:chgData name="Abir GHARBI" userId="ef92528f-00ab-4d87-966c-386bca485bd0" providerId="ADAL" clId="{F3D16DED-CAA7-4BF5-81E4-89DEDE7057F7}" dt="2026-06-29T13:04:32.924" v="1762" actId="1076"/>
          <ac:picMkLst>
            <pc:docMk/>
            <pc:sldMk cId="3051511669" sldId="409"/>
            <ac:picMk id="15" creationId="{3AD6FCAE-8758-9DD3-021E-89AE79B9AB4B}"/>
          </ac:picMkLst>
        </pc:picChg>
        <pc:picChg chg="add del mod">
          <ac:chgData name="Abir GHARBI" userId="ef92528f-00ab-4d87-966c-386bca485bd0" providerId="ADAL" clId="{F3D16DED-CAA7-4BF5-81E4-89DEDE7057F7}" dt="2026-06-29T14:00:52.227" v="2108" actId="21"/>
          <ac:picMkLst>
            <pc:docMk/>
            <pc:sldMk cId="3051511669" sldId="409"/>
            <ac:picMk id="40" creationId="{6AF8FD18-B87B-877B-629F-0321D96E1839}"/>
          </ac:picMkLst>
        </pc:picChg>
        <pc:cxnChg chg="add mod">
          <ac:chgData name="Abir GHARBI" userId="ef92528f-00ab-4d87-966c-386bca485bd0" providerId="ADAL" clId="{F3D16DED-CAA7-4BF5-81E4-89DEDE7057F7}" dt="2026-06-29T13:06:43.385" v="1816" actId="20577"/>
          <ac:cxnSpMkLst>
            <pc:docMk/>
            <pc:sldMk cId="3051511669" sldId="409"/>
            <ac:cxnSpMk id="11" creationId="{52D89AFF-9E31-3DAD-006B-D43337A8A906}"/>
          </ac:cxnSpMkLst>
        </pc:cxnChg>
        <pc:cxnChg chg="add del mod">
          <ac:chgData name="Abir GHARBI" userId="ef92528f-00ab-4d87-966c-386bca485bd0" providerId="ADAL" clId="{F3D16DED-CAA7-4BF5-81E4-89DEDE7057F7}" dt="2026-06-29T13:06:57.240" v="1836" actId="478"/>
          <ac:cxnSpMkLst>
            <pc:docMk/>
            <pc:sldMk cId="3051511669" sldId="409"/>
            <ac:cxnSpMk id="14" creationId="{3858E290-7A8A-A44E-6357-054E001D6210}"/>
          </ac:cxnSpMkLst>
        </pc:cxnChg>
        <pc:cxnChg chg="add mod">
          <ac:chgData name="Abir GHARBI" userId="ef92528f-00ab-4d87-966c-386bca485bd0" providerId="ADAL" clId="{F3D16DED-CAA7-4BF5-81E4-89DEDE7057F7}" dt="2026-06-29T13:10:24.945" v="1982" actId="1076"/>
          <ac:cxnSpMkLst>
            <pc:docMk/>
            <pc:sldMk cId="3051511669" sldId="409"/>
            <ac:cxnSpMk id="19" creationId="{957D0FC2-B11D-3BBA-6380-1078DFECDC22}"/>
          </ac:cxnSpMkLst>
        </pc:cxnChg>
        <pc:cxnChg chg="add mod">
          <ac:chgData name="Abir GHARBI" userId="ef92528f-00ab-4d87-966c-386bca485bd0" providerId="ADAL" clId="{F3D16DED-CAA7-4BF5-81E4-89DEDE7057F7}" dt="2026-06-29T13:14:47.130" v="2009" actId="1076"/>
          <ac:cxnSpMkLst>
            <pc:docMk/>
            <pc:sldMk cId="3051511669" sldId="409"/>
            <ac:cxnSpMk id="22" creationId="{9A401BE9-C936-4CCB-1892-629D0A309522}"/>
          </ac:cxnSpMkLst>
        </pc:cxnChg>
        <pc:cxnChg chg="add mod">
          <ac:chgData name="Abir GHARBI" userId="ef92528f-00ab-4d87-966c-386bca485bd0" providerId="ADAL" clId="{F3D16DED-CAA7-4BF5-81E4-89DEDE7057F7}" dt="2026-06-29T13:16:05.292" v="2086" actId="14100"/>
          <ac:cxnSpMkLst>
            <pc:docMk/>
            <pc:sldMk cId="3051511669" sldId="409"/>
            <ac:cxnSpMk id="31" creationId="{BFD262C5-725B-24C8-820E-1AEECE2F61A7}"/>
          </ac:cxnSpMkLst>
        </pc:cxnChg>
        <pc:cxnChg chg="add del mod">
          <ac:chgData name="Abir GHARBI" userId="ef92528f-00ab-4d87-966c-386bca485bd0" providerId="ADAL" clId="{F3D16DED-CAA7-4BF5-81E4-89DEDE7057F7}" dt="2026-06-29T14:00:52.227" v="2108" actId="21"/>
          <ac:cxnSpMkLst>
            <pc:docMk/>
            <pc:sldMk cId="3051511669" sldId="409"/>
            <ac:cxnSpMk id="42" creationId="{A364D648-21B7-7F86-76B1-0CEA34666A35}"/>
          </ac:cxnSpMkLst>
        </pc:cxnChg>
      </pc:sldChg>
      <pc:sldChg chg="addSp delSp modSp add mod">
        <pc:chgData name="Abir GHARBI" userId="ef92528f-00ab-4d87-966c-386bca485bd0" providerId="ADAL" clId="{F3D16DED-CAA7-4BF5-81E4-89DEDE7057F7}" dt="2026-06-29T14:02:32.781" v="2121" actId="1076"/>
        <pc:sldMkLst>
          <pc:docMk/>
          <pc:sldMk cId="922715369" sldId="410"/>
        </pc:sldMkLst>
        <pc:spChg chg="mod">
          <ac:chgData name="Abir GHARBI" userId="ef92528f-00ab-4d87-966c-386bca485bd0" providerId="ADAL" clId="{F3D16DED-CAA7-4BF5-81E4-89DEDE7057F7}" dt="2026-06-29T13:10:17.392" v="1980" actId="790"/>
          <ac:spMkLst>
            <pc:docMk/>
            <pc:sldMk cId="922715369" sldId="410"/>
            <ac:spMk id="4" creationId="{B09033D5-11E4-F5B5-9FB5-6F65A0EC6F33}"/>
          </ac:spMkLst>
        </pc:spChg>
        <pc:spChg chg="del mod">
          <ac:chgData name="Abir GHARBI" userId="ef92528f-00ab-4d87-966c-386bca485bd0" providerId="ADAL" clId="{F3D16DED-CAA7-4BF5-81E4-89DEDE7057F7}" dt="2026-06-29T14:02:28.570" v="2120"/>
          <ac:spMkLst>
            <pc:docMk/>
            <pc:sldMk cId="922715369" sldId="410"/>
            <ac:spMk id="8" creationId="{B1BECCAB-EE75-3A4B-ECD7-973002F9CFA5}"/>
          </ac:spMkLst>
        </pc:spChg>
        <pc:spChg chg="add mod">
          <ac:chgData name="Abir GHARBI" userId="ef92528f-00ab-4d87-966c-386bca485bd0" providerId="ADAL" clId="{F3D16DED-CAA7-4BF5-81E4-89DEDE7057F7}" dt="2026-06-29T14:02:32.781" v="2121" actId="1076"/>
          <ac:spMkLst>
            <pc:docMk/>
            <pc:sldMk cId="922715369" sldId="410"/>
            <ac:spMk id="41" creationId="{8E4A76F9-4365-4236-CA4A-7C682CD98A5F}"/>
          </ac:spMkLst>
        </pc:spChg>
        <pc:picChg chg="add mod">
          <ac:chgData name="Abir GHARBI" userId="ef92528f-00ab-4d87-966c-386bca485bd0" providerId="ADAL" clId="{F3D16DED-CAA7-4BF5-81E4-89DEDE7057F7}" dt="2026-06-29T14:02:32.781" v="2121" actId="1076"/>
          <ac:picMkLst>
            <pc:docMk/>
            <pc:sldMk cId="922715369" sldId="410"/>
            <ac:picMk id="3" creationId="{DA22210A-B956-C0A9-4C97-EAB5527152CB}"/>
          </ac:picMkLst>
        </pc:picChg>
        <pc:picChg chg="add mod">
          <ac:chgData name="Abir GHARBI" userId="ef92528f-00ab-4d87-966c-386bca485bd0" providerId="ADAL" clId="{F3D16DED-CAA7-4BF5-81E4-89DEDE7057F7}" dt="2026-06-29T14:02:32.781" v="2121" actId="1076"/>
          <ac:picMkLst>
            <pc:docMk/>
            <pc:sldMk cId="922715369" sldId="410"/>
            <ac:picMk id="40" creationId="{6AF8FD18-B87B-877B-629F-0321D96E1839}"/>
          </ac:picMkLst>
        </pc:picChg>
        <pc:cxnChg chg="add mod">
          <ac:chgData name="Abir GHARBI" userId="ef92528f-00ab-4d87-966c-386bca485bd0" providerId="ADAL" clId="{F3D16DED-CAA7-4BF5-81E4-89DEDE7057F7}" dt="2026-06-29T14:02:32.781" v="2121" actId="1076"/>
          <ac:cxnSpMkLst>
            <pc:docMk/>
            <pc:sldMk cId="922715369" sldId="410"/>
            <ac:cxnSpMk id="42" creationId="{A364D648-21B7-7F86-76B1-0CEA34666A35}"/>
          </ac:cxnSpMkLst>
        </pc:cxnChg>
      </pc:sldChg>
      <pc:sldChg chg="modSp add mod">
        <pc:chgData name="Abir GHARBI" userId="ef92528f-00ab-4d87-966c-386bca485bd0" providerId="ADAL" clId="{F3D16DED-CAA7-4BF5-81E4-89DEDE7057F7}" dt="2026-06-29T13:10:17.392" v="1980" actId="790"/>
        <pc:sldMkLst>
          <pc:docMk/>
          <pc:sldMk cId="2130805993" sldId="411"/>
        </pc:sldMkLst>
        <pc:spChg chg="mod">
          <ac:chgData name="Abir GHARBI" userId="ef92528f-00ab-4d87-966c-386bca485bd0" providerId="ADAL" clId="{F3D16DED-CAA7-4BF5-81E4-89DEDE7057F7}" dt="2026-06-29T13:10:17.392" v="1980" actId="790"/>
          <ac:spMkLst>
            <pc:docMk/>
            <pc:sldMk cId="2130805993" sldId="411"/>
            <ac:spMk id="4" creationId="{60AD9884-8BFB-E9E5-0AC5-60F7E2A1580A}"/>
          </ac:spMkLst>
        </pc:spChg>
        <pc:spChg chg="mod">
          <ac:chgData name="Abir GHARBI" userId="ef92528f-00ab-4d87-966c-386bca485bd0" providerId="ADAL" clId="{F3D16DED-CAA7-4BF5-81E4-89DEDE7057F7}" dt="2026-06-29T13:10:17.392" v="1980" actId="790"/>
          <ac:spMkLst>
            <pc:docMk/>
            <pc:sldMk cId="2130805993" sldId="411"/>
            <ac:spMk id="8" creationId="{D7D2FD51-1DCA-C2C4-1712-1159AC2EBB3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243B43-F286-48C1-BBED-D571E17C6AE3}" type="datetimeFigureOut">
              <a:rPr lang="en-US" smtClean="0"/>
              <a:t>6/29/2026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37A20C-0A41-4975-BF38-102D39C80972}" type="slidenum">
              <a:rPr lang="en-US" smtClean="0"/>
              <a:t>‹#›</a:t>
            </a:fld>
            <a:endParaRPr lang="en-US"/>
          </a:p>
        </p:txBody>
      </p:sp>
    </p:spTree>
    <p:extLst>
      <p:ext uri="{BB962C8B-B14F-4D97-AF65-F5344CB8AC3E}">
        <p14:creationId xmlns:p14="http://schemas.microsoft.com/office/powerpoint/2010/main" val="28642269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58E59B-3326-4FD4-8806-9EAC0DB7D607}" type="slidenum">
              <a:rPr lang="en-US" smtClean="0"/>
              <a:t>1</a:t>
            </a:fld>
            <a:endParaRPr lang="en-US" dirty="0"/>
          </a:p>
        </p:txBody>
      </p:sp>
    </p:spTree>
    <p:extLst>
      <p:ext uri="{BB962C8B-B14F-4D97-AF65-F5344CB8AC3E}">
        <p14:creationId xmlns:p14="http://schemas.microsoft.com/office/powerpoint/2010/main" val="17244419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437A20C-0A41-4975-BF38-102D39C80972}" type="slidenum">
              <a:rPr lang="en-US" smtClean="0"/>
              <a:t>2</a:t>
            </a:fld>
            <a:endParaRPr lang="en-US"/>
          </a:p>
        </p:txBody>
      </p:sp>
    </p:spTree>
    <p:extLst>
      <p:ext uri="{BB962C8B-B14F-4D97-AF65-F5344CB8AC3E}">
        <p14:creationId xmlns:p14="http://schemas.microsoft.com/office/powerpoint/2010/main" val="33890487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83A70-72D3-4073-A5D5-79871D78B8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AFAA2C-F37D-C4AE-A83E-6A23A445BB8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3655CD1-F958-EDAE-944E-27A1C6997769}"/>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A3C022F0-235A-C533-9BE6-BD81B643D1B2}"/>
              </a:ext>
            </a:extLst>
          </p:cNvPr>
          <p:cNvSpPr>
            <a:spLocks noGrp="1"/>
          </p:cNvSpPr>
          <p:nvPr>
            <p:ph type="sldNum" sz="quarter" idx="5"/>
          </p:nvPr>
        </p:nvSpPr>
        <p:spPr/>
        <p:txBody>
          <a:bodyPr/>
          <a:lstStyle/>
          <a:p>
            <a:fld id="{C437A20C-0A41-4975-BF38-102D39C80972}" type="slidenum">
              <a:rPr lang="en-US" smtClean="0"/>
              <a:t>7</a:t>
            </a:fld>
            <a:endParaRPr lang="en-US"/>
          </a:p>
        </p:txBody>
      </p:sp>
    </p:spTree>
    <p:extLst>
      <p:ext uri="{BB962C8B-B14F-4D97-AF65-F5344CB8AC3E}">
        <p14:creationId xmlns:p14="http://schemas.microsoft.com/office/powerpoint/2010/main" val="17913490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C437A20C-0A41-4975-BF38-102D39C80972}" type="slidenum">
              <a:rPr lang="en-US" smtClean="0"/>
              <a:t>8</a:t>
            </a:fld>
            <a:endParaRPr lang="en-US"/>
          </a:p>
        </p:txBody>
      </p:sp>
    </p:spTree>
    <p:extLst>
      <p:ext uri="{BB962C8B-B14F-4D97-AF65-F5344CB8AC3E}">
        <p14:creationId xmlns:p14="http://schemas.microsoft.com/office/powerpoint/2010/main" val="9354704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83A70-72D3-4073-A5D5-79871D78B8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AFAA2C-F37D-C4AE-A83E-6A23A445BB8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3655CD1-F958-EDAE-944E-27A1C6997769}"/>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A3C022F0-235A-C533-9BE6-BD81B643D1B2}"/>
              </a:ext>
            </a:extLst>
          </p:cNvPr>
          <p:cNvSpPr>
            <a:spLocks noGrp="1"/>
          </p:cNvSpPr>
          <p:nvPr>
            <p:ph type="sldNum" sz="quarter" idx="5"/>
          </p:nvPr>
        </p:nvSpPr>
        <p:spPr/>
        <p:txBody>
          <a:bodyPr/>
          <a:lstStyle/>
          <a:p>
            <a:fld id="{C437A20C-0A41-4975-BF38-102D39C80972}" type="slidenum">
              <a:rPr lang="en-US" smtClean="0"/>
              <a:t>9</a:t>
            </a:fld>
            <a:endParaRPr lang="en-US"/>
          </a:p>
        </p:txBody>
      </p:sp>
    </p:spTree>
    <p:extLst>
      <p:ext uri="{BB962C8B-B14F-4D97-AF65-F5344CB8AC3E}">
        <p14:creationId xmlns:p14="http://schemas.microsoft.com/office/powerpoint/2010/main" val="17913490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2F487-0165-1430-961C-5670781317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5D3909-DFEE-B301-0E47-5EB9E39FB1A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3BC3387-B538-4A38-2EC0-E8625A1B94AB}"/>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776A1215-216F-305F-891A-BA5DCF8EF123}"/>
              </a:ext>
            </a:extLst>
          </p:cNvPr>
          <p:cNvSpPr>
            <a:spLocks noGrp="1"/>
          </p:cNvSpPr>
          <p:nvPr>
            <p:ph type="sldNum" sz="quarter" idx="5"/>
          </p:nvPr>
        </p:nvSpPr>
        <p:spPr/>
        <p:txBody>
          <a:bodyPr/>
          <a:lstStyle/>
          <a:p>
            <a:fld id="{C437A20C-0A41-4975-BF38-102D39C80972}" type="slidenum">
              <a:rPr lang="en-US" smtClean="0"/>
              <a:t>10</a:t>
            </a:fld>
            <a:endParaRPr lang="en-US"/>
          </a:p>
        </p:txBody>
      </p:sp>
    </p:spTree>
    <p:extLst>
      <p:ext uri="{BB962C8B-B14F-4D97-AF65-F5344CB8AC3E}">
        <p14:creationId xmlns:p14="http://schemas.microsoft.com/office/powerpoint/2010/main" val="9529607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BDE27-C231-CD00-E509-E3F32DBC24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9F3C50-8CDB-2B2C-AABC-CB6BC7869E1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9A05FFF-CC3F-2606-970E-CD632801FCBE}"/>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B88C1489-D248-D67E-E4AD-6137FFB79061}"/>
              </a:ext>
            </a:extLst>
          </p:cNvPr>
          <p:cNvSpPr>
            <a:spLocks noGrp="1"/>
          </p:cNvSpPr>
          <p:nvPr>
            <p:ph type="sldNum" sz="quarter" idx="5"/>
          </p:nvPr>
        </p:nvSpPr>
        <p:spPr/>
        <p:txBody>
          <a:bodyPr/>
          <a:lstStyle/>
          <a:p>
            <a:fld id="{C437A20C-0A41-4975-BF38-102D39C80972}" type="slidenum">
              <a:rPr lang="en-US" smtClean="0"/>
              <a:t>11</a:t>
            </a:fld>
            <a:endParaRPr lang="en-US"/>
          </a:p>
        </p:txBody>
      </p:sp>
    </p:spTree>
    <p:extLst>
      <p:ext uri="{BB962C8B-B14F-4D97-AF65-F5344CB8AC3E}">
        <p14:creationId xmlns:p14="http://schemas.microsoft.com/office/powerpoint/2010/main" val="2549842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D76C0-7C46-9275-43CA-404C92B138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D2D46A-6EC9-3F0C-FCC4-836E086C410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C59761A-484F-F951-D041-D5251E9EC6C4}"/>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C6A9DF06-031E-A262-D37F-932FFFDDC33A}"/>
              </a:ext>
            </a:extLst>
          </p:cNvPr>
          <p:cNvSpPr>
            <a:spLocks noGrp="1"/>
          </p:cNvSpPr>
          <p:nvPr>
            <p:ph type="sldNum" sz="quarter" idx="5"/>
          </p:nvPr>
        </p:nvSpPr>
        <p:spPr/>
        <p:txBody>
          <a:bodyPr/>
          <a:lstStyle/>
          <a:p>
            <a:fld id="{C437A20C-0A41-4975-BF38-102D39C80972}" type="slidenum">
              <a:rPr lang="en-US" smtClean="0"/>
              <a:t>13</a:t>
            </a:fld>
            <a:endParaRPr lang="en-US"/>
          </a:p>
        </p:txBody>
      </p:sp>
    </p:spTree>
    <p:extLst>
      <p:ext uri="{BB962C8B-B14F-4D97-AF65-F5344CB8AC3E}">
        <p14:creationId xmlns:p14="http://schemas.microsoft.com/office/powerpoint/2010/main" val="30589558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7823B-FD8B-730F-F404-AD1DFE0169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7C94C3-1E39-40A6-FD49-A7F50A63412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CB93A51-1BA1-63EC-B621-8CC7AB8BB589}"/>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FE487150-D2B2-EED4-7359-B6944E126445}"/>
              </a:ext>
            </a:extLst>
          </p:cNvPr>
          <p:cNvSpPr>
            <a:spLocks noGrp="1"/>
          </p:cNvSpPr>
          <p:nvPr>
            <p:ph type="sldNum" sz="quarter" idx="5"/>
          </p:nvPr>
        </p:nvSpPr>
        <p:spPr/>
        <p:txBody>
          <a:bodyPr/>
          <a:lstStyle/>
          <a:p>
            <a:fld id="{C437A20C-0A41-4975-BF38-102D39C80972}" type="slidenum">
              <a:rPr lang="en-US" smtClean="0"/>
              <a:t>14</a:t>
            </a:fld>
            <a:endParaRPr lang="en-US"/>
          </a:p>
        </p:txBody>
      </p:sp>
    </p:spTree>
    <p:extLst>
      <p:ext uri="{BB962C8B-B14F-4D97-AF65-F5344CB8AC3E}">
        <p14:creationId xmlns:p14="http://schemas.microsoft.com/office/powerpoint/2010/main" val="25381353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EDE6A-3F57-73BA-40BA-AB41C3CAC2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29571D-E039-6A95-C0F9-5CCE434FBED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FACC558-B4D8-A878-E1B2-DFB411D3DD00}"/>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87B5D962-AA77-749A-2321-9523BD670258}"/>
              </a:ext>
            </a:extLst>
          </p:cNvPr>
          <p:cNvSpPr>
            <a:spLocks noGrp="1"/>
          </p:cNvSpPr>
          <p:nvPr>
            <p:ph type="sldNum" sz="quarter" idx="5"/>
          </p:nvPr>
        </p:nvSpPr>
        <p:spPr/>
        <p:txBody>
          <a:bodyPr/>
          <a:lstStyle/>
          <a:p>
            <a:fld id="{C437A20C-0A41-4975-BF38-102D39C80972}" type="slidenum">
              <a:rPr lang="en-US" smtClean="0"/>
              <a:t>15</a:t>
            </a:fld>
            <a:endParaRPr lang="en-US"/>
          </a:p>
        </p:txBody>
      </p:sp>
    </p:spTree>
    <p:extLst>
      <p:ext uri="{BB962C8B-B14F-4D97-AF65-F5344CB8AC3E}">
        <p14:creationId xmlns:p14="http://schemas.microsoft.com/office/powerpoint/2010/main" val="35183765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4D71A-63CB-1636-BF31-BF171B74CD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62A605-0551-2F95-5BC7-6B8E1D392B9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DE3C228-4BBA-6B5A-0F3B-F12F61F9097F}"/>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35D446B3-1C30-77CD-2CB4-459D25BEC700}"/>
              </a:ext>
            </a:extLst>
          </p:cNvPr>
          <p:cNvSpPr>
            <a:spLocks noGrp="1"/>
          </p:cNvSpPr>
          <p:nvPr>
            <p:ph type="sldNum" sz="quarter" idx="5"/>
          </p:nvPr>
        </p:nvSpPr>
        <p:spPr/>
        <p:txBody>
          <a:bodyPr/>
          <a:lstStyle/>
          <a:p>
            <a:fld id="{C437A20C-0A41-4975-BF38-102D39C80972}" type="slidenum">
              <a:rPr lang="en-US" smtClean="0"/>
              <a:t>16</a:t>
            </a:fld>
            <a:endParaRPr lang="en-US"/>
          </a:p>
        </p:txBody>
      </p:sp>
    </p:spTree>
    <p:extLst>
      <p:ext uri="{BB962C8B-B14F-4D97-AF65-F5344CB8AC3E}">
        <p14:creationId xmlns:p14="http://schemas.microsoft.com/office/powerpoint/2010/main" val="18970679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50FA0-FC4A-D81E-4A89-99DCCFD38F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3DAD78-C918-0304-7C4D-44FC1BFB5EB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3337E2C-DE3E-E9E9-CE9A-5F518589F944}"/>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ADC99F3C-2020-2CE9-B58C-149862905E46}"/>
              </a:ext>
            </a:extLst>
          </p:cNvPr>
          <p:cNvSpPr>
            <a:spLocks noGrp="1"/>
          </p:cNvSpPr>
          <p:nvPr>
            <p:ph type="sldNum" sz="quarter" idx="5"/>
          </p:nvPr>
        </p:nvSpPr>
        <p:spPr/>
        <p:txBody>
          <a:bodyPr/>
          <a:lstStyle/>
          <a:p>
            <a:fld id="{C437A20C-0A41-4975-BF38-102D39C80972}" type="slidenum">
              <a:rPr lang="en-US" smtClean="0"/>
              <a:t>17</a:t>
            </a:fld>
            <a:endParaRPr lang="en-US"/>
          </a:p>
        </p:txBody>
      </p:sp>
    </p:spTree>
    <p:extLst>
      <p:ext uri="{BB962C8B-B14F-4D97-AF65-F5344CB8AC3E}">
        <p14:creationId xmlns:p14="http://schemas.microsoft.com/office/powerpoint/2010/main" val="16843860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E4FA6-F307-D77F-4726-F0F673B8D6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C74CCF-0EE4-A9D5-0927-AEA60598E59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C93CAB5-AE94-4BFA-7F84-7F8EFF90053C}"/>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F0684A66-EB21-67A8-E7A3-A2ABB228EA2F}"/>
              </a:ext>
            </a:extLst>
          </p:cNvPr>
          <p:cNvSpPr>
            <a:spLocks noGrp="1"/>
          </p:cNvSpPr>
          <p:nvPr>
            <p:ph type="sldNum" sz="quarter" idx="5"/>
          </p:nvPr>
        </p:nvSpPr>
        <p:spPr/>
        <p:txBody>
          <a:bodyPr/>
          <a:lstStyle/>
          <a:p>
            <a:fld id="{C437A20C-0A41-4975-BF38-102D39C80972}" type="slidenum">
              <a:rPr lang="en-US" smtClean="0"/>
              <a:t>18</a:t>
            </a:fld>
            <a:endParaRPr lang="en-US"/>
          </a:p>
        </p:txBody>
      </p:sp>
    </p:spTree>
    <p:extLst>
      <p:ext uri="{BB962C8B-B14F-4D97-AF65-F5344CB8AC3E}">
        <p14:creationId xmlns:p14="http://schemas.microsoft.com/office/powerpoint/2010/main" val="15252020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155BB-2E0D-CA24-94B8-3A45399408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5DC85A-339B-4BEF-347C-C3B286D0D1F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460C564-8A93-DFED-C099-287188D5C948}"/>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E41C5650-B236-2BE4-54F0-309106F7FF0E}"/>
              </a:ext>
            </a:extLst>
          </p:cNvPr>
          <p:cNvSpPr>
            <a:spLocks noGrp="1"/>
          </p:cNvSpPr>
          <p:nvPr>
            <p:ph type="sldNum" sz="quarter" idx="5"/>
          </p:nvPr>
        </p:nvSpPr>
        <p:spPr/>
        <p:txBody>
          <a:bodyPr/>
          <a:lstStyle/>
          <a:p>
            <a:fld id="{C437A20C-0A41-4975-BF38-102D39C80972}" type="slidenum">
              <a:rPr lang="en-US" smtClean="0"/>
              <a:t>19</a:t>
            </a:fld>
            <a:endParaRPr lang="en-US"/>
          </a:p>
        </p:txBody>
      </p:sp>
    </p:spTree>
    <p:extLst>
      <p:ext uri="{BB962C8B-B14F-4D97-AF65-F5344CB8AC3E}">
        <p14:creationId xmlns:p14="http://schemas.microsoft.com/office/powerpoint/2010/main" val="28871566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3A135-2108-F847-C2E3-C39B241C15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CD500E-AF6D-CF71-064B-179673102E5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1D8E7A1-AD2A-0152-4D52-BA4419A68530}"/>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1A1BEA6A-6C02-C260-C42A-081901C0CB15}"/>
              </a:ext>
            </a:extLst>
          </p:cNvPr>
          <p:cNvSpPr>
            <a:spLocks noGrp="1"/>
          </p:cNvSpPr>
          <p:nvPr>
            <p:ph type="sldNum" sz="quarter" idx="5"/>
          </p:nvPr>
        </p:nvSpPr>
        <p:spPr/>
        <p:txBody>
          <a:bodyPr/>
          <a:lstStyle/>
          <a:p>
            <a:fld id="{C437A20C-0A41-4975-BF38-102D39C80972}" type="slidenum">
              <a:rPr lang="en-US" smtClean="0"/>
              <a:t>20</a:t>
            </a:fld>
            <a:endParaRPr lang="en-US"/>
          </a:p>
        </p:txBody>
      </p:sp>
    </p:spTree>
    <p:extLst>
      <p:ext uri="{BB962C8B-B14F-4D97-AF65-F5344CB8AC3E}">
        <p14:creationId xmlns:p14="http://schemas.microsoft.com/office/powerpoint/2010/main" val="23148178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34D88-403A-B72F-F51E-076635A7AD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789011-22A9-F37A-8C20-F3BC62CC240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D5D003E-FE44-9202-EF36-5C2EBFFA740B}"/>
              </a:ext>
            </a:extLst>
          </p:cNvPr>
          <p:cNvSpPr>
            <a:spLocks noGrp="1"/>
          </p:cNvSpPr>
          <p:nvPr>
            <p:ph type="body" idx="1"/>
          </p:nvPr>
        </p:nvSpPr>
        <p:spPr/>
        <p:txBody>
          <a:bodyPr/>
          <a:lstStyle/>
          <a:p>
            <a:endParaRPr lang="fr-FR"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E81B18C9-1251-4476-A9AE-8AFDAB53D1FB}"/>
              </a:ext>
            </a:extLst>
          </p:cNvPr>
          <p:cNvSpPr>
            <a:spLocks noGrp="1"/>
          </p:cNvSpPr>
          <p:nvPr>
            <p:ph type="sldNum" sz="quarter" idx="5"/>
          </p:nvPr>
        </p:nvSpPr>
        <p:spPr/>
        <p:txBody>
          <a:bodyPr/>
          <a:lstStyle/>
          <a:p>
            <a:fld id="{C437A20C-0A41-4975-BF38-102D39C80972}" type="slidenum">
              <a:rPr lang="en-US" smtClean="0"/>
              <a:t>21</a:t>
            </a:fld>
            <a:endParaRPr lang="en-US"/>
          </a:p>
        </p:txBody>
      </p:sp>
    </p:spTree>
    <p:extLst>
      <p:ext uri="{BB962C8B-B14F-4D97-AF65-F5344CB8AC3E}">
        <p14:creationId xmlns:p14="http://schemas.microsoft.com/office/powerpoint/2010/main" val="39859166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D0E27-3119-FF90-E764-2159D102A6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7DB3F0-562E-1D0E-9DAF-6C02D1D0AF6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2C0F920-0076-A864-9140-27FDDA478EE6}"/>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878BEFA3-4BA0-6871-7ED1-60B5604DAE60}"/>
              </a:ext>
            </a:extLst>
          </p:cNvPr>
          <p:cNvSpPr>
            <a:spLocks noGrp="1"/>
          </p:cNvSpPr>
          <p:nvPr>
            <p:ph type="sldNum" sz="quarter" idx="5"/>
          </p:nvPr>
        </p:nvSpPr>
        <p:spPr/>
        <p:txBody>
          <a:bodyPr/>
          <a:lstStyle/>
          <a:p>
            <a:fld id="{C437A20C-0A41-4975-BF38-102D39C80972}" type="slidenum">
              <a:rPr lang="en-US" smtClean="0"/>
              <a:t>22</a:t>
            </a:fld>
            <a:endParaRPr lang="en-US"/>
          </a:p>
        </p:txBody>
      </p:sp>
    </p:spTree>
    <p:extLst>
      <p:ext uri="{BB962C8B-B14F-4D97-AF65-F5344CB8AC3E}">
        <p14:creationId xmlns:p14="http://schemas.microsoft.com/office/powerpoint/2010/main" val="15463278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55CF2-D877-4EAF-DD23-014CBE5222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989482-676C-B96D-0404-5D6366E73CA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9F244D6-E01F-F23A-0239-4E3C19456713}"/>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1AA8E3F5-FBFE-A1E3-D227-8E84BBBEA3EB}"/>
              </a:ext>
            </a:extLst>
          </p:cNvPr>
          <p:cNvSpPr>
            <a:spLocks noGrp="1"/>
          </p:cNvSpPr>
          <p:nvPr>
            <p:ph type="sldNum" sz="quarter" idx="5"/>
          </p:nvPr>
        </p:nvSpPr>
        <p:spPr/>
        <p:txBody>
          <a:bodyPr/>
          <a:lstStyle/>
          <a:p>
            <a:fld id="{C437A20C-0A41-4975-BF38-102D39C80972}" type="slidenum">
              <a:rPr lang="en-US" smtClean="0"/>
              <a:t>23</a:t>
            </a:fld>
            <a:endParaRPr lang="en-US"/>
          </a:p>
        </p:txBody>
      </p:sp>
    </p:spTree>
    <p:extLst>
      <p:ext uri="{BB962C8B-B14F-4D97-AF65-F5344CB8AC3E}">
        <p14:creationId xmlns:p14="http://schemas.microsoft.com/office/powerpoint/2010/main" val="6903119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76FFF-38B4-FEE2-0890-236FF240A8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368667-0DE3-DCDD-2946-50E8D155D98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92D3E11-1F39-D872-F9EC-AB55CE9F39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C71E162-5708-F6BF-3822-2BFCBA767F39}"/>
              </a:ext>
            </a:extLst>
          </p:cNvPr>
          <p:cNvSpPr>
            <a:spLocks noGrp="1"/>
          </p:cNvSpPr>
          <p:nvPr>
            <p:ph type="sldNum" sz="quarter" idx="5"/>
          </p:nvPr>
        </p:nvSpPr>
        <p:spPr/>
        <p:txBody>
          <a:bodyPr/>
          <a:lstStyle/>
          <a:p>
            <a:fld id="{C437A20C-0A41-4975-BF38-102D39C80972}" type="slidenum">
              <a:rPr lang="en-US" smtClean="0"/>
              <a:t>24</a:t>
            </a:fld>
            <a:endParaRPr lang="en-US"/>
          </a:p>
        </p:txBody>
      </p:sp>
    </p:spTree>
    <p:extLst>
      <p:ext uri="{BB962C8B-B14F-4D97-AF65-F5344CB8AC3E}">
        <p14:creationId xmlns:p14="http://schemas.microsoft.com/office/powerpoint/2010/main" val="36905057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BDE27-C231-CD00-E509-E3F32DBC24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9F3C50-8CDB-2B2C-AABC-CB6BC7869E1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9A05FFF-CC3F-2606-970E-CD632801FCBE}"/>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B88C1489-D248-D67E-E4AD-6137FFB79061}"/>
              </a:ext>
            </a:extLst>
          </p:cNvPr>
          <p:cNvSpPr>
            <a:spLocks noGrp="1"/>
          </p:cNvSpPr>
          <p:nvPr>
            <p:ph type="sldNum" sz="quarter" idx="5"/>
          </p:nvPr>
        </p:nvSpPr>
        <p:spPr/>
        <p:txBody>
          <a:bodyPr/>
          <a:lstStyle/>
          <a:p>
            <a:fld id="{C437A20C-0A41-4975-BF38-102D39C80972}" type="slidenum">
              <a:rPr lang="en-US" smtClean="0"/>
              <a:t>25</a:t>
            </a:fld>
            <a:endParaRPr lang="en-US"/>
          </a:p>
        </p:txBody>
      </p:sp>
    </p:spTree>
    <p:extLst>
      <p:ext uri="{BB962C8B-B14F-4D97-AF65-F5344CB8AC3E}">
        <p14:creationId xmlns:p14="http://schemas.microsoft.com/office/powerpoint/2010/main" val="2549842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2F2C3-740C-5E62-659B-926CB2762D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7FC7F1-5027-1616-66AE-20189415FF6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3B5FB13-CDE8-3A57-290E-3CA3505550D8}"/>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5C4C9389-87C6-96BB-7428-07F6977D2333}"/>
              </a:ext>
            </a:extLst>
          </p:cNvPr>
          <p:cNvSpPr>
            <a:spLocks noGrp="1"/>
          </p:cNvSpPr>
          <p:nvPr>
            <p:ph type="sldNum" sz="quarter" idx="5"/>
          </p:nvPr>
        </p:nvSpPr>
        <p:spPr/>
        <p:txBody>
          <a:bodyPr/>
          <a:lstStyle/>
          <a:p>
            <a:fld id="{C437A20C-0A41-4975-BF38-102D39C80972}" type="slidenum">
              <a:rPr lang="en-US" smtClean="0"/>
              <a:t>26</a:t>
            </a:fld>
            <a:endParaRPr lang="en-US"/>
          </a:p>
        </p:txBody>
      </p:sp>
    </p:spTree>
    <p:extLst>
      <p:ext uri="{BB962C8B-B14F-4D97-AF65-F5344CB8AC3E}">
        <p14:creationId xmlns:p14="http://schemas.microsoft.com/office/powerpoint/2010/main" val="39824667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E8A37-3D43-0EB0-B3EE-87CBDAB055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FF00A8-F820-B1D0-D39F-4ECDD90D1EF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7A7170B-C26F-88F1-5B63-5B9A063E8994}"/>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2C6BE44D-C261-29B6-E31D-5EE467A8D748}"/>
              </a:ext>
            </a:extLst>
          </p:cNvPr>
          <p:cNvSpPr>
            <a:spLocks noGrp="1"/>
          </p:cNvSpPr>
          <p:nvPr>
            <p:ph type="sldNum" sz="quarter" idx="5"/>
          </p:nvPr>
        </p:nvSpPr>
        <p:spPr/>
        <p:txBody>
          <a:bodyPr/>
          <a:lstStyle/>
          <a:p>
            <a:fld id="{C437A20C-0A41-4975-BF38-102D39C80972}" type="slidenum">
              <a:rPr lang="en-US" smtClean="0"/>
              <a:t>27</a:t>
            </a:fld>
            <a:endParaRPr lang="en-US"/>
          </a:p>
        </p:txBody>
      </p:sp>
    </p:spTree>
    <p:extLst>
      <p:ext uri="{BB962C8B-B14F-4D97-AF65-F5344CB8AC3E}">
        <p14:creationId xmlns:p14="http://schemas.microsoft.com/office/powerpoint/2010/main" val="1061560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DE32E-26C0-88CF-587B-1E6AAD006A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291754-FC94-EC71-3E27-14233F43CF0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BCBE892-D1C7-81F1-99B3-42E70A875DEC}"/>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D72EE586-3481-EA78-C714-C7AC6CAF263F}"/>
              </a:ext>
            </a:extLst>
          </p:cNvPr>
          <p:cNvSpPr>
            <a:spLocks noGrp="1"/>
          </p:cNvSpPr>
          <p:nvPr>
            <p:ph type="sldNum" sz="quarter" idx="5"/>
          </p:nvPr>
        </p:nvSpPr>
        <p:spPr/>
        <p:txBody>
          <a:bodyPr/>
          <a:lstStyle/>
          <a:p>
            <a:fld id="{C437A20C-0A41-4975-BF38-102D39C80972}" type="slidenum">
              <a:rPr lang="en-US" smtClean="0"/>
              <a:t>28</a:t>
            </a:fld>
            <a:endParaRPr lang="en-US"/>
          </a:p>
        </p:txBody>
      </p:sp>
    </p:spTree>
    <p:extLst>
      <p:ext uri="{BB962C8B-B14F-4D97-AF65-F5344CB8AC3E}">
        <p14:creationId xmlns:p14="http://schemas.microsoft.com/office/powerpoint/2010/main" val="41304951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490A1-4A64-3E02-D211-25C581F242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E4657B-2B65-2A88-321B-53D2C333E9A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96D0BD0-A6F7-CED2-C0CC-CE9CE6145506}"/>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E7688B19-171A-179C-A171-1ED9DBDBD436}"/>
              </a:ext>
            </a:extLst>
          </p:cNvPr>
          <p:cNvSpPr>
            <a:spLocks noGrp="1"/>
          </p:cNvSpPr>
          <p:nvPr>
            <p:ph type="sldNum" sz="quarter" idx="5"/>
          </p:nvPr>
        </p:nvSpPr>
        <p:spPr/>
        <p:txBody>
          <a:bodyPr/>
          <a:lstStyle/>
          <a:p>
            <a:fld id="{C437A20C-0A41-4975-BF38-102D39C80972}" type="slidenum">
              <a:rPr lang="en-US" smtClean="0"/>
              <a:t>29</a:t>
            </a:fld>
            <a:endParaRPr lang="en-US"/>
          </a:p>
        </p:txBody>
      </p:sp>
    </p:spTree>
    <p:extLst>
      <p:ext uri="{BB962C8B-B14F-4D97-AF65-F5344CB8AC3E}">
        <p14:creationId xmlns:p14="http://schemas.microsoft.com/office/powerpoint/2010/main" val="15838954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284189-F0D0-AD39-F611-7D8066F62C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176458-FA3D-F8BE-9D29-B860547152F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7BD6F53-C258-FC2B-0822-3692E8C94128}"/>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43E69003-1F12-2764-D4DE-DD0BFEA8E785}"/>
              </a:ext>
            </a:extLst>
          </p:cNvPr>
          <p:cNvSpPr>
            <a:spLocks noGrp="1"/>
          </p:cNvSpPr>
          <p:nvPr>
            <p:ph type="sldNum" sz="quarter" idx="5"/>
          </p:nvPr>
        </p:nvSpPr>
        <p:spPr/>
        <p:txBody>
          <a:bodyPr/>
          <a:lstStyle/>
          <a:p>
            <a:fld id="{C437A20C-0A41-4975-BF38-102D39C80972}" type="slidenum">
              <a:rPr lang="en-US" smtClean="0"/>
              <a:t>30</a:t>
            </a:fld>
            <a:endParaRPr lang="en-US"/>
          </a:p>
        </p:txBody>
      </p:sp>
    </p:spTree>
    <p:extLst>
      <p:ext uri="{BB962C8B-B14F-4D97-AF65-F5344CB8AC3E}">
        <p14:creationId xmlns:p14="http://schemas.microsoft.com/office/powerpoint/2010/main" val="29812315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83D3D-EEEE-A0F2-806C-BE31BDBA55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4EF0D7-E3B2-A2E3-1315-48196B4DDB8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79E74A9-0579-9149-07A9-B35D43A2E4E4}"/>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F238A016-CE0D-E186-2D4D-F7CF7CB5D12C}"/>
              </a:ext>
            </a:extLst>
          </p:cNvPr>
          <p:cNvSpPr>
            <a:spLocks noGrp="1"/>
          </p:cNvSpPr>
          <p:nvPr>
            <p:ph type="sldNum" sz="quarter" idx="5"/>
          </p:nvPr>
        </p:nvSpPr>
        <p:spPr/>
        <p:txBody>
          <a:bodyPr/>
          <a:lstStyle/>
          <a:p>
            <a:fld id="{C437A20C-0A41-4975-BF38-102D39C80972}" type="slidenum">
              <a:rPr lang="en-US" smtClean="0"/>
              <a:t>32</a:t>
            </a:fld>
            <a:endParaRPr lang="en-US"/>
          </a:p>
        </p:txBody>
      </p:sp>
    </p:spTree>
    <p:extLst>
      <p:ext uri="{BB962C8B-B14F-4D97-AF65-F5344CB8AC3E}">
        <p14:creationId xmlns:p14="http://schemas.microsoft.com/office/powerpoint/2010/main" val="31553811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F937B-E786-41FF-D2B5-057A77A8E1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C09FAA-886A-274A-CE23-1531EDB4AD5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E393E2E-7091-4DB7-8711-D8A1B0E8B44A}"/>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71073ECB-97C1-9B02-6674-5BCF7A9BEBBF}"/>
              </a:ext>
            </a:extLst>
          </p:cNvPr>
          <p:cNvSpPr>
            <a:spLocks noGrp="1"/>
          </p:cNvSpPr>
          <p:nvPr>
            <p:ph type="sldNum" sz="quarter" idx="5"/>
          </p:nvPr>
        </p:nvSpPr>
        <p:spPr/>
        <p:txBody>
          <a:bodyPr/>
          <a:lstStyle/>
          <a:p>
            <a:fld id="{C437A20C-0A41-4975-BF38-102D39C80972}" type="slidenum">
              <a:rPr lang="en-US" smtClean="0"/>
              <a:t>33</a:t>
            </a:fld>
            <a:endParaRPr lang="en-US"/>
          </a:p>
        </p:txBody>
      </p:sp>
    </p:spTree>
    <p:extLst>
      <p:ext uri="{BB962C8B-B14F-4D97-AF65-F5344CB8AC3E}">
        <p14:creationId xmlns:p14="http://schemas.microsoft.com/office/powerpoint/2010/main" val="18831604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91417-907A-67A0-77CE-A17CDEA8F1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BFA1FC-FDE1-A1E7-87C3-409E7604930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5791EDF-DFC2-91DD-A475-ECB31FE2DE38}"/>
              </a:ext>
            </a:extLst>
          </p:cNvPr>
          <p:cNvSpPr>
            <a:spLocks noGrp="1"/>
          </p:cNvSpPr>
          <p:nvPr>
            <p:ph type="body" idx="1"/>
          </p:nvPr>
        </p:nvSpPr>
        <p:spPr/>
        <p:txBody>
          <a:bodyPr/>
          <a:lstStyle/>
          <a:p>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8EBE1E0C-4183-5204-56CE-11A697C6386D}"/>
              </a:ext>
            </a:extLst>
          </p:cNvPr>
          <p:cNvSpPr>
            <a:spLocks noGrp="1"/>
          </p:cNvSpPr>
          <p:nvPr>
            <p:ph type="sldNum" sz="quarter" idx="5"/>
          </p:nvPr>
        </p:nvSpPr>
        <p:spPr/>
        <p:txBody>
          <a:bodyPr/>
          <a:lstStyle/>
          <a:p>
            <a:fld id="{C437A20C-0A41-4975-BF38-102D39C80972}" type="slidenum">
              <a:rPr lang="en-US" smtClean="0"/>
              <a:t>34</a:t>
            </a:fld>
            <a:endParaRPr lang="en-US"/>
          </a:p>
        </p:txBody>
      </p:sp>
    </p:spTree>
    <p:extLst>
      <p:ext uri="{BB962C8B-B14F-4D97-AF65-F5344CB8AC3E}">
        <p14:creationId xmlns:p14="http://schemas.microsoft.com/office/powerpoint/2010/main" val="75315733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21160-5DBB-EA70-8752-A378C1E80C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52BB72-F5B9-7713-E0EB-DCDE0169421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D291302-77CA-1971-2A7B-48F1D35B6196}"/>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5404BCE8-6C8A-D7CC-4494-560044645D72}"/>
              </a:ext>
            </a:extLst>
          </p:cNvPr>
          <p:cNvSpPr>
            <a:spLocks noGrp="1"/>
          </p:cNvSpPr>
          <p:nvPr>
            <p:ph type="sldNum" sz="quarter" idx="5"/>
          </p:nvPr>
        </p:nvSpPr>
        <p:spPr/>
        <p:txBody>
          <a:bodyPr/>
          <a:lstStyle/>
          <a:p>
            <a:fld id="{C437A20C-0A41-4975-BF38-102D39C80972}" type="slidenum">
              <a:rPr lang="en-US" smtClean="0"/>
              <a:t>35</a:t>
            </a:fld>
            <a:endParaRPr lang="en-US"/>
          </a:p>
        </p:txBody>
      </p:sp>
    </p:spTree>
    <p:extLst>
      <p:ext uri="{BB962C8B-B14F-4D97-AF65-F5344CB8AC3E}">
        <p14:creationId xmlns:p14="http://schemas.microsoft.com/office/powerpoint/2010/main" val="194568124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DC4B3-47E6-F3EB-68D6-139726A03B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5C3212-4A66-1526-0145-1ED2CFD0EAB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764D01F-E4DC-5107-EA04-264C388ECC56}"/>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7957EE80-DF28-62AD-19D3-EE025693F9B4}"/>
              </a:ext>
            </a:extLst>
          </p:cNvPr>
          <p:cNvSpPr>
            <a:spLocks noGrp="1"/>
          </p:cNvSpPr>
          <p:nvPr>
            <p:ph type="sldNum" sz="quarter" idx="5"/>
          </p:nvPr>
        </p:nvSpPr>
        <p:spPr/>
        <p:txBody>
          <a:bodyPr/>
          <a:lstStyle/>
          <a:p>
            <a:fld id="{C437A20C-0A41-4975-BF38-102D39C80972}" type="slidenum">
              <a:rPr lang="en-US" smtClean="0"/>
              <a:t>36</a:t>
            </a:fld>
            <a:endParaRPr lang="en-US"/>
          </a:p>
        </p:txBody>
      </p:sp>
    </p:spTree>
    <p:extLst>
      <p:ext uri="{BB962C8B-B14F-4D97-AF65-F5344CB8AC3E}">
        <p14:creationId xmlns:p14="http://schemas.microsoft.com/office/powerpoint/2010/main" val="13045293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0D425-2B45-F306-AE39-D78BC32161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DA8706-AC42-CE65-1D1C-A47F3EB8125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5E7C4D8-AF0E-F126-6A81-7F9D7B9B1486}"/>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EBF1A27A-47B7-703F-7557-CAA40FB0D4D9}"/>
              </a:ext>
            </a:extLst>
          </p:cNvPr>
          <p:cNvSpPr>
            <a:spLocks noGrp="1"/>
          </p:cNvSpPr>
          <p:nvPr>
            <p:ph type="sldNum" sz="quarter" idx="5"/>
          </p:nvPr>
        </p:nvSpPr>
        <p:spPr/>
        <p:txBody>
          <a:bodyPr/>
          <a:lstStyle/>
          <a:p>
            <a:fld id="{C437A20C-0A41-4975-BF38-102D39C80972}" type="slidenum">
              <a:rPr lang="en-US" smtClean="0"/>
              <a:t>37</a:t>
            </a:fld>
            <a:endParaRPr lang="en-US"/>
          </a:p>
        </p:txBody>
      </p:sp>
    </p:spTree>
    <p:extLst>
      <p:ext uri="{BB962C8B-B14F-4D97-AF65-F5344CB8AC3E}">
        <p14:creationId xmlns:p14="http://schemas.microsoft.com/office/powerpoint/2010/main" val="34107186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EDE0D-7FE7-EE92-4F92-DC463CB24F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5044DA-BAE9-B596-CA44-DD8C69A0F9C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165A3A0-0725-8A12-BBD0-0684488867CD}"/>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FB109944-6402-C589-4AED-6320E904BB5D}"/>
              </a:ext>
            </a:extLst>
          </p:cNvPr>
          <p:cNvSpPr>
            <a:spLocks noGrp="1"/>
          </p:cNvSpPr>
          <p:nvPr>
            <p:ph type="sldNum" sz="quarter" idx="5"/>
          </p:nvPr>
        </p:nvSpPr>
        <p:spPr/>
        <p:txBody>
          <a:bodyPr/>
          <a:lstStyle/>
          <a:p>
            <a:fld id="{C437A20C-0A41-4975-BF38-102D39C80972}" type="slidenum">
              <a:rPr lang="en-US" smtClean="0"/>
              <a:t>38</a:t>
            </a:fld>
            <a:endParaRPr lang="en-US"/>
          </a:p>
        </p:txBody>
      </p:sp>
    </p:spTree>
    <p:extLst>
      <p:ext uri="{BB962C8B-B14F-4D97-AF65-F5344CB8AC3E}">
        <p14:creationId xmlns:p14="http://schemas.microsoft.com/office/powerpoint/2010/main" val="26033719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20BBC-0986-574C-9CD7-40A9D14652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580DD5-F4EE-E4DE-F29B-C061F473C13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9425AC3-DF6C-073F-370E-6918359855EA}"/>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40962E69-39D2-38B2-2BF2-CB13F8219C86}"/>
              </a:ext>
            </a:extLst>
          </p:cNvPr>
          <p:cNvSpPr>
            <a:spLocks noGrp="1"/>
          </p:cNvSpPr>
          <p:nvPr>
            <p:ph type="sldNum" sz="quarter" idx="5"/>
          </p:nvPr>
        </p:nvSpPr>
        <p:spPr/>
        <p:txBody>
          <a:bodyPr/>
          <a:lstStyle/>
          <a:p>
            <a:fld id="{C437A20C-0A41-4975-BF38-102D39C80972}" type="slidenum">
              <a:rPr lang="en-US" smtClean="0"/>
              <a:t>39</a:t>
            </a:fld>
            <a:endParaRPr lang="en-US"/>
          </a:p>
        </p:txBody>
      </p:sp>
    </p:spTree>
    <p:extLst>
      <p:ext uri="{BB962C8B-B14F-4D97-AF65-F5344CB8AC3E}">
        <p14:creationId xmlns:p14="http://schemas.microsoft.com/office/powerpoint/2010/main" val="274042139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E1CEB-7531-66C5-3A24-FF7BAAA30F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CBDBAA-0E29-4589-C183-7F9D75A2C47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F6160C0-8FEA-5E62-A695-185B3A209D9D}"/>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CA86F52F-5944-F1E0-9EA9-BB24B728BAD9}"/>
              </a:ext>
            </a:extLst>
          </p:cNvPr>
          <p:cNvSpPr>
            <a:spLocks noGrp="1"/>
          </p:cNvSpPr>
          <p:nvPr>
            <p:ph type="sldNum" sz="quarter" idx="5"/>
          </p:nvPr>
        </p:nvSpPr>
        <p:spPr/>
        <p:txBody>
          <a:bodyPr/>
          <a:lstStyle/>
          <a:p>
            <a:fld id="{C437A20C-0A41-4975-BF38-102D39C80972}" type="slidenum">
              <a:rPr lang="en-US" smtClean="0"/>
              <a:t>40</a:t>
            </a:fld>
            <a:endParaRPr lang="en-US"/>
          </a:p>
        </p:txBody>
      </p:sp>
    </p:spTree>
    <p:extLst>
      <p:ext uri="{BB962C8B-B14F-4D97-AF65-F5344CB8AC3E}">
        <p14:creationId xmlns:p14="http://schemas.microsoft.com/office/powerpoint/2010/main" val="347668678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8BB21-49BF-A36B-96D4-957D7BBA13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18B944-AFE3-64A7-4481-82FB0449120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5B2D18B-85FF-32CB-8861-70132DF1D8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3DA3C9-A7B3-C942-A173-5BF7B14CEF1F}"/>
              </a:ext>
            </a:extLst>
          </p:cNvPr>
          <p:cNvSpPr>
            <a:spLocks noGrp="1"/>
          </p:cNvSpPr>
          <p:nvPr>
            <p:ph type="sldNum" sz="quarter" idx="5"/>
          </p:nvPr>
        </p:nvSpPr>
        <p:spPr/>
        <p:txBody>
          <a:bodyPr/>
          <a:lstStyle/>
          <a:p>
            <a:fld id="{C437A20C-0A41-4975-BF38-102D39C80972}" type="slidenum">
              <a:rPr lang="en-US" smtClean="0"/>
              <a:t>41</a:t>
            </a:fld>
            <a:endParaRPr lang="en-US"/>
          </a:p>
        </p:txBody>
      </p:sp>
    </p:spTree>
    <p:extLst>
      <p:ext uri="{BB962C8B-B14F-4D97-AF65-F5344CB8AC3E}">
        <p14:creationId xmlns:p14="http://schemas.microsoft.com/office/powerpoint/2010/main" val="106182037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F5D18-6EB2-B8ED-8F9D-216632446E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FA0C2F-5F95-8A2D-6562-20D1A409A48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5E92CFB-0034-6CDF-5669-0ED54B123F7D}"/>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3B92F6A5-E497-AD9B-2AC9-4C54EFE14DFF}"/>
              </a:ext>
            </a:extLst>
          </p:cNvPr>
          <p:cNvSpPr>
            <a:spLocks noGrp="1"/>
          </p:cNvSpPr>
          <p:nvPr>
            <p:ph type="sldNum" sz="quarter" idx="5"/>
          </p:nvPr>
        </p:nvSpPr>
        <p:spPr/>
        <p:txBody>
          <a:bodyPr/>
          <a:lstStyle/>
          <a:p>
            <a:fld id="{C437A20C-0A41-4975-BF38-102D39C80972}" type="slidenum">
              <a:rPr lang="en-US" smtClean="0"/>
              <a:t>42</a:t>
            </a:fld>
            <a:endParaRPr lang="en-US"/>
          </a:p>
        </p:txBody>
      </p:sp>
    </p:spTree>
    <p:extLst>
      <p:ext uri="{BB962C8B-B14F-4D97-AF65-F5344CB8AC3E}">
        <p14:creationId xmlns:p14="http://schemas.microsoft.com/office/powerpoint/2010/main" val="307939691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A3291-9FFA-0F7E-F268-C0BC1CFBF2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F55EC2-CA0B-EA4E-1822-561AB61919F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4ABDEEE-D7C6-3A72-6CA6-E41E22838AF6}"/>
              </a:ext>
            </a:extLst>
          </p:cNvPr>
          <p:cNvSpPr>
            <a:spLocks noGrp="1"/>
          </p:cNvSpPr>
          <p:nvPr>
            <p:ph type="body" idx="1"/>
          </p:nvPr>
        </p:nvSpPr>
        <p:spPr/>
        <p:txBody>
          <a:bodyPr/>
          <a:lstStyle/>
          <a:p>
            <a:endParaRPr lang="en-US"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65FC93B6-035A-3928-DA8F-8C46D6CCB906}"/>
              </a:ext>
            </a:extLst>
          </p:cNvPr>
          <p:cNvSpPr>
            <a:spLocks noGrp="1"/>
          </p:cNvSpPr>
          <p:nvPr>
            <p:ph type="sldNum" sz="quarter" idx="5"/>
          </p:nvPr>
        </p:nvSpPr>
        <p:spPr/>
        <p:txBody>
          <a:bodyPr/>
          <a:lstStyle/>
          <a:p>
            <a:fld id="{C437A20C-0A41-4975-BF38-102D39C80972}" type="slidenum">
              <a:rPr lang="en-US" smtClean="0"/>
              <a:t>43</a:t>
            </a:fld>
            <a:endParaRPr lang="en-US"/>
          </a:p>
        </p:txBody>
      </p:sp>
    </p:spTree>
    <p:extLst>
      <p:ext uri="{BB962C8B-B14F-4D97-AF65-F5344CB8AC3E}">
        <p14:creationId xmlns:p14="http://schemas.microsoft.com/office/powerpoint/2010/main" val="132399212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F33D8-32FE-74CA-3CCA-BC262613A6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BCFE11-F6BC-87D5-3EC5-4605430FC38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E5DD177-609D-A6B8-9455-DF78BB460617}"/>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87F0FC9E-0D1F-3EB1-91E0-B109A7E0A879}"/>
              </a:ext>
            </a:extLst>
          </p:cNvPr>
          <p:cNvSpPr>
            <a:spLocks noGrp="1"/>
          </p:cNvSpPr>
          <p:nvPr>
            <p:ph type="sldNum" sz="quarter" idx="5"/>
          </p:nvPr>
        </p:nvSpPr>
        <p:spPr/>
        <p:txBody>
          <a:bodyPr/>
          <a:lstStyle/>
          <a:p>
            <a:fld id="{C437A20C-0A41-4975-BF38-102D39C80972}" type="slidenum">
              <a:rPr lang="en-US" smtClean="0"/>
              <a:t>44</a:t>
            </a:fld>
            <a:endParaRPr lang="en-US"/>
          </a:p>
        </p:txBody>
      </p:sp>
    </p:spTree>
    <p:extLst>
      <p:ext uri="{BB962C8B-B14F-4D97-AF65-F5344CB8AC3E}">
        <p14:creationId xmlns:p14="http://schemas.microsoft.com/office/powerpoint/2010/main" val="368167978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F33D8-32FE-74CA-3CCA-BC262613A6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BCFE11-F6BC-87D5-3EC5-4605430FC38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E5DD177-609D-A6B8-9455-DF78BB4606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F0FC9E-0D1F-3EB1-91E0-B109A7E0A879}"/>
              </a:ext>
            </a:extLst>
          </p:cNvPr>
          <p:cNvSpPr>
            <a:spLocks noGrp="1"/>
          </p:cNvSpPr>
          <p:nvPr>
            <p:ph type="sldNum" sz="quarter" idx="5"/>
          </p:nvPr>
        </p:nvSpPr>
        <p:spPr/>
        <p:txBody>
          <a:bodyPr/>
          <a:lstStyle/>
          <a:p>
            <a:fld id="{C437A20C-0A41-4975-BF38-102D39C80972}" type="slidenum">
              <a:rPr lang="en-US" smtClean="0"/>
              <a:t>45</a:t>
            </a:fld>
            <a:endParaRPr lang="en-US"/>
          </a:p>
        </p:txBody>
      </p:sp>
    </p:spTree>
    <p:extLst>
      <p:ext uri="{BB962C8B-B14F-4D97-AF65-F5344CB8AC3E}">
        <p14:creationId xmlns:p14="http://schemas.microsoft.com/office/powerpoint/2010/main" val="368167978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F33D8-32FE-74CA-3CCA-BC262613A6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BCFE11-F6BC-87D5-3EC5-4605430FC38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E5DD177-609D-A6B8-9455-DF78BB460617}"/>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87F0FC9E-0D1F-3EB1-91E0-B109A7E0A879}"/>
              </a:ext>
            </a:extLst>
          </p:cNvPr>
          <p:cNvSpPr>
            <a:spLocks noGrp="1"/>
          </p:cNvSpPr>
          <p:nvPr>
            <p:ph type="sldNum" sz="quarter" idx="5"/>
          </p:nvPr>
        </p:nvSpPr>
        <p:spPr/>
        <p:txBody>
          <a:bodyPr/>
          <a:lstStyle/>
          <a:p>
            <a:fld id="{C437A20C-0A41-4975-BF38-102D39C80972}" type="slidenum">
              <a:rPr lang="en-US" smtClean="0"/>
              <a:t>46</a:t>
            </a:fld>
            <a:endParaRPr lang="en-US"/>
          </a:p>
        </p:txBody>
      </p:sp>
    </p:spTree>
    <p:extLst>
      <p:ext uri="{BB962C8B-B14F-4D97-AF65-F5344CB8AC3E}">
        <p14:creationId xmlns:p14="http://schemas.microsoft.com/office/powerpoint/2010/main" val="368167978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24481-2EE5-93C2-C429-B33735DCA9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6E12E6-9FC7-79A5-FF58-800D39BE301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6A51BF0-8F20-0797-812D-7239096A8432}"/>
              </a:ext>
            </a:extLst>
          </p:cNvPr>
          <p:cNvSpPr>
            <a:spLocks noGrp="1"/>
          </p:cNvSpPr>
          <p:nvPr>
            <p:ph type="body" idx="1"/>
          </p:nvPr>
        </p:nvSpPr>
        <p:spPr/>
        <p:txBody>
          <a:bodyPr/>
          <a:lstStyle/>
          <a:p>
            <a:r>
              <a:rPr lang="fr-FR" sz="1200" b="0" i="0" kern="1200" dirty="0" err="1">
                <a:solidFill>
                  <a:schemeClr val="tx1"/>
                </a:solidFill>
                <a:effectLst/>
                <a:latin typeface="+mn-lt"/>
                <a:ea typeface="+mn-ea"/>
                <a:cs typeface="+mn-cs"/>
              </a:rPr>
              <a:t>query_aliases</a:t>
            </a:r>
            <a:r>
              <a:rPr lang="fr-FR" sz="1200" b="0" i="0" kern="1200" dirty="0">
                <a:solidFill>
                  <a:schemeClr val="tx1"/>
                </a:solidFill>
                <a:effectLst/>
                <a:latin typeface="+mn-lt"/>
                <a:ea typeface="+mn-ea"/>
                <a:cs typeface="+mn-cs"/>
              </a:rPr>
              <a:t> = pour mieux retrouver,</a:t>
            </a:r>
          </a:p>
          <a:p>
            <a:r>
              <a:rPr lang="fr-FR" sz="1200" b="0" i="0" kern="1200" dirty="0" err="1">
                <a:solidFill>
                  <a:schemeClr val="tx1"/>
                </a:solidFill>
                <a:effectLst/>
                <a:latin typeface="+mn-lt"/>
                <a:ea typeface="+mn-ea"/>
                <a:cs typeface="+mn-cs"/>
              </a:rPr>
              <a:t>possible_workarounds</a:t>
            </a:r>
            <a:r>
              <a:rPr lang="fr-FR" sz="1200" b="0" i="0" kern="1200" dirty="0">
                <a:solidFill>
                  <a:schemeClr val="tx1"/>
                </a:solidFill>
                <a:effectLst/>
                <a:latin typeface="+mn-lt"/>
                <a:ea typeface="+mn-ea"/>
                <a:cs typeface="+mn-cs"/>
              </a:rPr>
              <a:t> = pour agir tout de suite,</a:t>
            </a:r>
          </a:p>
          <a:p>
            <a:r>
              <a:rPr lang="fr-FR" sz="1200" b="0" i="0" kern="1200" dirty="0" err="1">
                <a:solidFill>
                  <a:schemeClr val="tx1"/>
                </a:solidFill>
                <a:effectLst/>
                <a:latin typeface="+mn-lt"/>
                <a:ea typeface="+mn-ea"/>
                <a:cs typeface="+mn-cs"/>
              </a:rPr>
              <a:t>plausible_diagnosis</a:t>
            </a:r>
            <a:r>
              <a:rPr lang="fr-FR" sz="1200" b="0" i="0" kern="1200" dirty="0">
                <a:solidFill>
                  <a:schemeClr val="tx1"/>
                </a:solidFill>
                <a:effectLst/>
                <a:latin typeface="+mn-lt"/>
                <a:ea typeface="+mn-ea"/>
                <a:cs typeface="+mn-cs"/>
              </a:rPr>
              <a:t> = pour raisonner,</a:t>
            </a:r>
          </a:p>
          <a:p>
            <a:r>
              <a:rPr lang="fr-FR" sz="1200" b="0" i="0" kern="1200" dirty="0" err="1">
                <a:solidFill>
                  <a:schemeClr val="tx1"/>
                </a:solidFill>
                <a:effectLst/>
                <a:latin typeface="+mn-lt"/>
                <a:ea typeface="+mn-ea"/>
                <a:cs typeface="+mn-cs"/>
              </a:rPr>
              <a:t>debug_checks</a:t>
            </a:r>
            <a:r>
              <a:rPr lang="fr-FR" sz="1200" b="0" i="0" kern="1200" dirty="0">
                <a:solidFill>
                  <a:schemeClr val="tx1"/>
                </a:solidFill>
                <a:effectLst/>
                <a:latin typeface="+mn-lt"/>
                <a:ea typeface="+mn-ea"/>
                <a:cs typeface="+mn-cs"/>
              </a:rPr>
              <a:t> = pour vérifier méthodiquement.</a:t>
            </a:r>
          </a:p>
        </p:txBody>
      </p:sp>
      <p:sp>
        <p:nvSpPr>
          <p:cNvPr id="4" name="Slide Number Placeholder 3">
            <a:extLst>
              <a:ext uri="{FF2B5EF4-FFF2-40B4-BE49-F238E27FC236}">
                <a16:creationId xmlns:a16="http://schemas.microsoft.com/office/drawing/2014/main" id="{D19EE9F0-5B41-FD67-892A-D6A02DC6844E}"/>
              </a:ext>
            </a:extLst>
          </p:cNvPr>
          <p:cNvSpPr>
            <a:spLocks noGrp="1"/>
          </p:cNvSpPr>
          <p:nvPr>
            <p:ph type="sldNum" sz="quarter" idx="5"/>
          </p:nvPr>
        </p:nvSpPr>
        <p:spPr/>
        <p:txBody>
          <a:bodyPr/>
          <a:lstStyle/>
          <a:p>
            <a:fld id="{C437A20C-0A41-4975-BF38-102D39C80972}" type="slidenum">
              <a:rPr lang="en-US" smtClean="0"/>
              <a:t>47</a:t>
            </a:fld>
            <a:endParaRPr lang="en-US"/>
          </a:p>
        </p:txBody>
      </p:sp>
    </p:spTree>
    <p:extLst>
      <p:ext uri="{BB962C8B-B14F-4D97-AF65-F5344CB8AC3E}">
        <p14:creationId xmlns:p14="http://schemas.microsoft.com/office/powerpoint/2010/main" val="291214704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51E73-4B52-235A-0305-0F524B63A7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DECD25-4A04-1A6D-4CE9-936C1D6257B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50FDB37-EC91-CBF6-088F-2283912CAB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57584D-EBDF-5C3B-5579-C79F9468741A}"/>
              </a:ext>
            </a:extLst>
          </p:cNvPr>
          <p:cNvSpPr>
            <a:spLocks noGrp="1"/>
          </p:cNvSpPr>
          <p:nvPr>
            <p:ph type="sldNum" sz="quarter" idx="5"/>
          </p:nvPr>
        </p:nvSpPr>
        <p:spPr/>
        <p:txBody>
          <a:bodyPr/>
          <a:lstStyle/>
          <a:p>
            <a:fld id="{C437A20C-0A41-4975-BF38-102D39C80972}" type="slidenum">
              <a:rPr lang="en-US" smtClean="0"/>
              <a:t>48</a:t>
            </a:fld>
            <a:endParaRPr lang="en-US"/>
          </a:p>
        </p:txBody>
      </p:sp>
    </p:spTree>
    <p:extLst>
      <p:ext uri="{BB962C8B-B14F-4D97-AF65-F5344CB8AC3E}">
        <p14:creationId xmlns:p14="http://schemas.microsoft.com/office/powerpoint/2010/main" val="135864055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C2CFA-AF13-2647-7186-E5FD079B87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4F2772-314E-2DD2-334A-546EF33827D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90E6AF6-26C3-1C8E-2CA9-9156F9851EF9}"/>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B2DCC0A5-41B7-FD12-E142-F63E5893290A}"/>
              </a:ext>
            </a:extLst>
          </p:cNvPr>
          <p:cNvSpPr>
            <a:spLocks noGrp="1"/>
          </p:cNvSpPr>
          <p:nvPr>
            <p:ph type="sldNum" sz="quarter" idx="5"/>
          </p:nvPr>
        </p:nvSpPr>
        <p:spPr/>
        <p:txBody>
          <a:bodyPr/>
          <a:lstStyle/>
          <a:p>
            <a:fld id="{C437A20C-0A41-4975-BF38-102D39C80972}" type="slidenum">
              <a:rPr lang="en-US" smtClean="0"/>
              <a:t>49</a:t>
            </a:fld>
            <a:endParaRPr lang="en-US"/>
          </a:p>
        </p:txBody>
      </p:sp>
    </p:spTree>
    <p:extLst>
      <p:ext uri="{BB962C8B-B14F-4D97-AF65-F5344CB8AC3E}">
        <p14:creationId xmlns:p14="http://schemas.microsoft.com/office/powerpoint/2010/main" val="140947475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587CD-017E-F979-B34C-EC9E4B910E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5D0A41-E2EB-0701-98C8-E4ECE72D3CB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054E765-359D-86F2-3361-2ACA2BBC7B92}"/>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43EC70EE-F816-6146-8359-1C9E11F0F765}"/>
              </a:ext>
            </a:extLst>
          </p:cNvPr>
          <p:cNvSpPr>
            <a:spLocks noGrp="1"/>
          </p:cNvSpPr>
          <p:nvPr>
            <p:ph type="sldNum" sz="quarter" idx="5"/>
          </p:nvPr>
        </p:nvSpPr>
        <p:spPr/>
        <p:txBody>
          <a:bodyPr/>
          <a:lstStyle/>
          <a:p>
            <a:fld id="{C437A20C-0A41-4975-BF38-102D39C80972}" type="slidenum">
              <a:rPr lang="en-US" smtClean="0"/>
              <a:t>50</a:t>
            </a:fld>
            <a:endParaRPr lang="en-US"/>
          </a:p>
        </p:txBody>
      </p:sp>
    </p:spTree>
    <p:extLst>
      <p:ext uri="{BB962C8B-B14F-4D97-AF65-F5344CB8AC3E}">
        <p14:creationId xmlns:p14="http://schemas.microsoft.com/office/powerpoint/2010/main" val="18923158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27A3B-0C03-0957-55CB-A9F4A8AF23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9085C-9F05-70DF-3885-7771328EF5C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34BB4D9-B6F8-58B7-92D7-7A4A11BE15C8}"/>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643DE01F-6ED3-64DE-F9CD-31E65D82C501}"/>
              </a:ext>
            </a:extLst>
          </p:cNvPr>
          <p:cNvSpPr>
            <a:spLocks noGrp="1"/>
          </p:cNvSpPr>
          <p:nvPr>
            <p:ph type="sldNum" sz="quarter" idx="5"/>
          </p:nvPr>
        </p:nvSpPr>
        <p:spPr/>
        <p:txBody>
          <a:bodyPr/>
          <a:lstStyle/>
          <a:p>
            <a:fld id="{C437A20C-0A41-4975-BF38-102D39C80972}" type="slidenum">
              <a:rPr lang="en-US" smtClean="0"/>
              <a:t>51</a:t>
            </a:fld>
            <a:endParaRPr lang="en-US"/>
          </a:p>
        </p:txBody>
      </p:sp>
    </p:spTree>
    <p:extLst>
      <p:ext uri="{BB962C8B-B14F-4D97-AF65-F5344CB8AC3E}">
        <p14:creationId xmlns:p14="http://schemas.microsoft.com/office/powerpoint/2010/main" val="295303239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D858F-A346-198F-1AE2-4F42241F53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AE33A8-A2B3-562C-9B60-C8BA3E3B3BA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5489DAE-00A3-DD12-455C-25F29DBD4F08}"/>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01E64420-3480-CB3C-EE33-55FA98295687}"/>
              </a:ext>
            </a:extLst>
          </p:cNvPr>
          <p:cNvSpPr>
            <a:spLocks noGrp="1"/>
          </p:cNvSpPr>
          <p:nvPr>
            <p:ph type="sldNum" sz="quarter" idx="5"/>
          </p:nvPr>
        </p:nvSpPr>
        <p:spPr/>
        <p:txBody>
          <a:bodyPr/>
          <a:lstStyle/>
          <a:p>
            <a:fld id="{C437A20C-0A41-4975-BF38-102D39C80972}" type="slidenum">
              <a:rPr lang="en-US" smtClean="0"/>
              <a:t>52</a:t>
            </a:fld>
            <a:endParaRPr lang="en-US"/>
          </a:p>
        </p:txBody>
      </p:sp>
    </p:spTree>
    <p:extLst>
      <p:ext uri="{BB962C8B-B14F-4D97-AF65-F5344CB8AC3E}">
        <p14:creationId xmlns:p14="http://schemas.microsoft.com/office/powerpoint/2010/main" val="303715341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9E204-3E95-E0A1-838C-BFF09A92FF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99E412-9F26-9AB0-14DA-429CB3FB14E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427FCC2-98CE-A715-6404-875E434F7C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C5DB2C-8D82-02BD-9329-CB4417131C1D}"/>
              </a:ext>
            </a:extLst>
          </p:cNvPr>
          <p:cNvSpPr>
            <a:spLocks noGrp="1"/>
          </p:cNvSpPr>
          <p:nvPr>
            <p:ph type="sldNum" sz="quarter" idx="5"/>
          </p:nvPr>
        </p:nvSpPr>
        <p:spPr/>
        <p:txBody>
          <a:bodyPr/>
          <a:lstStyle/>
          <a:p>
            <a:fld id="{C437A20C-0A41-4975-BF38-102D39C80972}" type="slidenum">
              <a:rPr lang="en-US" smtClean="0"/>
              <a:t>53</a:t>
            </a:fld>
            <a:endParaRPr lang="en-US"/>
          </a:p>
        </p:txBody>
      </p:sp>
    </p:spTree>
    <p:extLst>
      <p:ext uri="{BB962C8B-B14F-4D97-AF65-F5344CB8AC3E}">
        <p14:creationId xmlns:p14="http://schemas.microsoft.com/office/powerpoint/2010/main" val="111496383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C0CC6-8CDA-82BA-1367-B7C427402B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D96352-A5F1-5CF0-2D00-CF39BB0A3B5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F1FC0A4-24E4-9802-766C-9FDEC15B9B6D}"/>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632FBEB9-DE33-8F32-11C2-3FF093CD1CE3}"/>
              </a:ext>
            </a:extLst>
          </p:cNvPr>
          <p:cNvSpPr>
            <a:spLocks noGrp="1"/>
          </p:cNvSpPr>
          <p:nvPr>
            <p:ph type="sldNum" sz="quarter" idx="5"/>
          </p:nvPr>
        </p:nvSpPr>
        <p:spPr/>
        <p:txBody>
          <a:bodyPr/>
          <a:lstStyle/>
          <a:p>
            <a:fld id="{C437A20C-0A41-4975-BF38-102D39C80972}" type="slidenum">
              <a:rPr lang="en-US" smtClean="0"/>
              <a:t>54</a:t>
            </a:fld>
            <a:endParaRPr lang="en-US"/>
          </a:p>
        </p:txBody>
      </p:sp>
    </p:spTree>
    <p:extLst>
      <p:ext uri="{BB962C8B-B14F-4D97-AF65-F5344CB8AC3E}">
        <p14:creationId xmlns:p14="http://schemas.microsoft.com/office/powerpoint/2010/main" val="230062180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7B855-7CCC-33C7-9CBF-299690CC8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48001E-E9BA-111E-2C3A-F02B64B434B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178A619-D052-510B-ED14-8B55C695C763}"/>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B9180CA9-E0E0-643D-2F03-178DB0C2D8D8}"/>
              </a:ext>
            </a:extLst>
          </p:cNvPr>
          <p:cNvSpPr>
            <a:spLocks noGrp="1"/>
          </p:cNvSpPr>
          <p:nvPr>
            <p:ph type="sldNum" sz="quarter" idx="5"/>
          </p:nvPr>
        </p:nvSpPr>
        <p:spPr/>
        <p:txBody>
          <a:bodyPr/>
          <a:lstStyle/>
          <a:p>
            <a:fld id="{C437A20C-0A41-4975-BF38-102D39C80972}" type="slidenum">
              <a:rPr lang="en-US" smtClean="0"/>
              <a:t>55</a:t>
            </a:fld>
            <a:endParaRPr lang="en-US"/>
          </a:p>
        </p:txBody>
      </p:sp>
    </p:spTree>
    <p:extLst>
      <p:ext uri="{BB962C8B-B14F-4D97-AF65-F5344CB8AC3E}">
        <p14:creationId xmlns:p14="http://schemas.microsoft.com/office/powerpoint/2010/main" val="292460706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AED9B-0487-6319-005F-BCDF084CAA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F4FB48-766C-DF51-9957-DB3551D0AF8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50CF5C5-DA36-AE08-2A34-4996F5409792}"/>
              </a:ext>
            </a:extLst>
          </p:cNvPr>
          <p:cNvSpPr>
            <a:spLocks noGrp="1"/>
          </p:cNvSpPr>
          <p:nvPr>
            <p:ph type="body" idx="1"/>
          </p:nvPr>
        </p:nvSpPr>
        <p:spPr/>
        <p:txBody>
          <a:bodyPr/>
          <a:lstStyle/>
          <a:p>
            <a:pPr marL="285750" indent="-285750">
              <a:buFont typeface="Arial" panose="020B0604020202020204" pitchFamily="34" charset="0"/>
              <a:buChar char="•"/>
            </a:pPr>
            <a:r>
              <a:rPr lang="fr-FR" b="1" dirty="0"/>
              <a:t>Issues JSON</a:t>
            </a:r>
            <a:br>
              <a:rPr lang="fr-FR" dirty="0"/>
            </a:br>
            <a:r>
              <a:rPr lang="fr-FR" dirty="0" err="1"/>
              <a:t>Structured</a:t>
            </a:r>
            <a:r>
              <a:rPr lang="fr-FR" dirty="0"/>
              <a:t> bug </a:t>
            </a:r>
            <a:r>
              <a:rPr lang="fr-FR" dirty="0" err="1"/>
              <a:t>cards</a:t>
            </a:r>
            <a:r>
              <a:rPr lang="fr-FR" dirty="0"/>
              <a:t> (</a:t>
            </a:r>
            <a:r>
              <a:rPr lang="fr-FR" dirty="0" err="1"/>
              <a:t>Problem</a:t>
            </a:r>
            <a:r>
              <a:rPr lang="fr-FR" dirty="0"/>
              <a:t> → Root cause → Fix)</a:t>
            </a:r>
          </a:p>
          <a:p>
            <a:pPr marL="285750" indent="-285750">
              <a:buFont typeface="Arial" panose="020B0604020202020204" pitchFamily="34" charset="0"/>
              <a:buChar char="•"/>
            </a:pPr>
            <a:r>
              <a:rPr lang="fr-TN" dirty="0"/>
              <a:t> </a:t>
            </a:r>
            <a:r>
              <a:rPr lang="fr-FR" b="1" dirty="0"/>
              <a:t>Files JSON</a:t>
            </a:r>
            <a:br>
              <a:rPr lang="fr-FR" dirty="0"/>
            </a:br>
            <a:r>
              <a:rPr lang="fr-FR" dirty="0"/>
              <a:t>Source code + documentation </a:t>
            </a:r>
            <a:r>
              <a:rPr lang="fr-FR" dirty="0" err="1"/>
              <a:t>cards</a:t>
            </a:r>
            <a:r>
              <a:rPr lang="fr-FR" dirty="0"/>
              <a:t> (HAL/LL/BSP, release notes, README, etc.)</a:t>
            </a:r>
          </a:p>
          <a:p>
            <a:pPr marL="285750" indent="-285750">
              <a:buFont typeface="Arial" panose="020B0604020202020204" pitchFamily="34" charset="0"/>
              <a:buChar char="•"/>
            </a:pPr>
            <a:r>
              <a:rPr lang="fr-FR" b="1" dirty="0" err="1"/>
              <a:t>Resolver</a:t>
            </a:r>
            <a:r>
              <a:rPr lang="fr-FR" b="1" dirty="0"/>
              <a:t> Cases JSON</a:t>
            </a:r>
            <a:br>
              <a:rPr lang="fr-FR" dirty="0"/>
            </a:br>
            <a:r>
              <a:rPr lang="fr-FR" dirty="0"/>
              <a:t>Issue ↔ PR ↔ Commit </a:t>
            </a:r>
            <a:r>
              <a:rPr lang="fr-FR" dirty="0" err="1"/>
              <a:t>linking</a:t>
            </a:r>
            <a:r>
              <a:rPr lang="fr-FR" dirty="0"/>
              <a:t> (fix </a:t>
            </a:r>
            <a:r>
              <a:rPr lang="fr-FR" dirty="0" err="1"/>
              <a:t>evidence</a:t>
            </a:r>
            <a:r>
              <a:rPr lang="fr-FR" dirty="0"/>
              <a:t> + confidence)</a:t>
            </a:r>
          </a:p>
          <a:p>
            <a:pPr marL="285750" indent="-285750">
              <a:buFont typeface="Arial" panose="020B0604020202020204" pitchFamily="34" charset="0"/>
              <a:buChar char="•"/>
            </a:pPr>
            <a:r>
              <a:rPr lang="fr-FR" b="1" dirty="0"/>
              <a:t>Diagnostic </a:t>
            </a:r>
            <a:r>
              <a:rPr lang="fr-FR" b="1" dirty="0" err="1"/>
              <a:t>Cards</a:t>
            </a:r>
            <a:r>
              <a:rPr lang="fr-FR" b="1" dirty="0"/>
              <a:t> JSON</a:t>
            </a:r>
            <a:br>
              <a:rPr lang="fr-FR" dirty="0"/>
            </a:br>
            <a:r>
              <a:rPr lang="fr-FR" dirty="0"/>
              <a:t>Troubleshooting guidance (checks, causes, </a:t>
            </a:r>
            <a:r>
              <a:rPr lang="fr-FR" dirty="0" err="1"/>
              <a:t>workarounds</a:t>
            </a:r>
            <a:r>
              <a:rPr lang="fr-FR" dirty="0"/>
              <a:t>, </a:t>
            </a:r>
            <a:r>
              <a:rPr lang="fr-FR" dirty="0" err="1"/>
              <a:t>constraints</a:t>
            </a:r>
            <a:r>
              <a:rPr lang="fr-FR" dirty="0"/>
              <a:t>)</a:t>
            </a:r>
          </a:p>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74F6405F-B801-8101-A4D6-A8D8A63DFE3F}"/>
              </a:ext>
            </a:extLst>
          </p:cNvPr>
          <p:cNvSpPr>
            <a:spLocks noGrp="1"/>
          </p:cNvSpPr>
          <p:nvPr>
            <p:ph type="sldNum" sz="quarter" idx="5"/>
          </p:nvPr>
        </p:nvSpPr>
        <p:spPr/>
        <p:txBody>
          <a:bodyPr/>
          <a:lstStyle/>
          <a:p>
            <a:fld id="{C437A20C-0A41-4975-BF38-102D39C80972}" type="slidenum">
              <a:rPr lang="en-US" smtClean="0"/>
              <a:t>56</a:t>
            </a:fld>
            <a:endParaRPr lang="en-US"/>
          </a:p>
        </p:txBody>
      </p:sp>
    </p:spTree>
    <p:extLst>
      <p:ext uri="{BB962C8B-B14F-4D97-AF65-F5344CB8AC3E}">
        <p14:creationId xmlns:p14="http://schemas.microsoft.com/office/powerpoint/2010/main" val="114578317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93388-651D-EF78-4C77-8341716BD6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53E477-5EC5-93CB-A91D-A6E0A9C6968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60FD860-031C-47AD-F03E-65BDAAFDFFB6}"/>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D3D76C46-C83C-C20D-0646-3C1A76C9371C}"/>
              </a:ext>
            </a:extLst>
          </p:cNvPr>
          <p:cNvSpPr>
            <a:spLocks noGrp="1"/>
          </p:cNvSpPr>
          <p:nvPr>
            <p:ph type="sldNum" sz="quarter" idx="5"/>
          </p:nvPr>
        </p:nvSpPr>
        <p:spPr/>
        <p:txBody>
          <a:bodyPr/>
          <a:lstStyle/>
          <a:p>
            <a:fld id="{C437A20C-0A41-4975-BF38-102D39C80972}" type="slidenum">
              <a:rPr lang="en-US" smtClean="0"/>
              <a:t>57</a:t>
            </a:fld>
            <a:endParaRPr lang="en-US"/>
          </a:p>
        </p:txBody>
      </p:sp>
    </p:spTree>
    <p:extLst>
      <p:ext uri="{BB962C8B-B14F-4D97-AF65-F5344CB8AC3E}">
        <p14:creationId xmlns:p14="http://schemas.microsoft.com/office/powerpoint/2010/main" val="87055420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FF458-9BEB-7FE3-B990-3ACDD95FEE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22AAC3-261A-1580-0D4C-4C34BBE51D9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11FA201-4BA9-254B-6147-4E54694333D9}"/>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F69B87D2-9062-389E-AF51-5967FD882FC5}"/>
              </a:ext>
            </a:extLst>
          </p:cNvPr>
          <p:cNvSpPr>
            <a:spLocks noGrp="1"/>
          </p:cNvSpPr>
          <p:nvPr>
            <p:ph type="sldNum" sz="quarter" idx="5"/>
          </p:nvPr>
        </p:nvSpPr>
        <p:spPr/>
        <p:txBody>
          <a:bodyPr/>
          <a:lstStyle/>
          <a:p>
            <a:fld id="{C437A20C-0A41-4975-BF38-102D39C80972}" type="slidenum">
              <a:rPr lang="en-US" smtClean="0"/>
              <a:t>58</a:t>
            </a:fld>
            <a:endParaRPr lang="en-US"/>
          </a:p>
        </p:txBody>
      </p:sp>
    </p:spTree>
    <p:extLst>
      <p:ext uri="{BB962C8B-B14F-4D97-AF65-F5344CB8AC3E}">
        <p14:creationId xmlns:p14="http://schemas.microsoft.com/office/powerpoint/2010/main" val="38960376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B9706-3BBD-A020-F54C-44624FBC7C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E981C6-581A-725A-D499-86C895B38AB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4D465CC-A583-2DE9-0B81-98AF37CAFFAA}"/>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55C5DB16-B487-8142-CA27-F590F3E8E6D1}"/>
              </a:ext>
            </a:extLst>
          </p:cNvPr>
          <p:cNvSpPr>
            <a:spLocks noGrp="1"/>
          </p:cNvSpPr>
          <p:nvPr>
            <p:ph type="sldNum" sz="quarter" idx="5"/>
          </p:nvPr>
        </p:nvSpPr>
        <p:spPr/>
        <p:txBody>
          <a:bodyPr/>
          <a:lstStyle/>
          <a:p>
            <a:fld id="{C437A20C-0A41-4975-BF38-102D39C80972}" type="slidenum">
              <a:rPr lang="en-US" smtClean="0"/>
              <a:t>59</a:t>
            </a:fld>
            <a:endParaRPr lang="en-US"/>
          </a:p>
        </p:txBody>
      </p:sp>
    </p:spTree>
    <p:extLst>
      <p:ext uri="{BB962C8B-B14F-4D97-AF65-F5344CB8AC3E}">
        <p14:creationId xmlns:p14="http://schemas.microsoft.com/office/powerpoint/2010/main" val="189891629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93388-651D-EF78-4C77-8341716BD6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53E477-5EC5-93CB-A91D-A6E0A9C6968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60FD860-031C-47AD-F03E-65BDAAFDFFB6}"/>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D3D76C46-C83C-C20D-0646-3C1A76C9371C}"/>
              </a:ext>
            </a:extLst>
          </p:cNvPr>
          <p:cNvSpPr>
            <a:spLocks noGrp="1"/>
          </p:cNvSpPr>
          <p:nvPr>
            <p:ph type="sldNum" sz="quarter" idx="5"/>
          </p:nvPr>
        </p:nvSpPr>
        <p:spPr/>
        <p:txBody>
          <a:bodyPr/>
          <a:lstStyle/>
          <a:p>
            <a:fld id="{C437A20C-0A41-4975-BF38-102D39C80972}" type="slidenum">
              <a:rPr lang="en-US" smtClean="0"/>
              <a:t>61</a:t>
            </a:fld>
            <a:endParaRPr lang="en-US"/>
          </a:p>
        </p:txBody>
      </p:sp>
    </p:spTree>
    <p:extLst>
      <p:ext uri="{BB962C8B-B14F-4D97-AF65-F5344CB8AC3E}">
        <p14:creationId xmlns:p14="http://schemas.microsoft.com/office/powerpoint/2010/main" val="87055420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1C833-F237-3800-4DB6-0E9788CD76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787B9E-9869-28E5-B966-45725849EE7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E4D3004-E6AE-89F5-DD12-2622C61D1B12}"/>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AFA8F543-413D-E697-2BF9-8063DA796327}"/>
              </a:ext>
            </a:extLst>
          </p:cNvPr>
          <p:cNvSpPr>
            <a:spLocks noGrp="1"/>
          </p:cNvSpPr>
          <p:nvPr>
            <p:ph type="sldNum" sz="quarter" idx="5"/>
          </p:nvPr>
        </p:nvSpPr>
        <p:spPr/>
        <p:txBody>
          <a:bodyPr/>
          <a:lstStyle/>
          <a:p>
            <a:fld id="{C437A20C-0A41-4975-BF38-102D39C80972}" type="slidenum">
              <a:rPr lang="en-US" smtClean="0"/>
              <a:t>62</a:t>
            </a:fld>
            <a:endParaRPr lang="en-US"/>
          </a:p>
        </p:txBody>
      </p:sp>
    </p:spTree>
    <p:extLst>
      <p:ext uri="{BB962C8B-B14F-4D97-AF65-F5344CB8AC3E}">
        <p14:creationId xmlns:p14="http://schemas.microsoft.com/office/powerpoint/2010/main" val="257445754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7F87-A6B9-974F-49D7-63956B2D52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178791-C636-8306-A397-400330786C8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EB037C0-AF0D-E800-791B-163F86BF6EC5}"/>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514E4157-FCF8-9DFD-8D45-8FE5A7DBEFC1}"/>
              </a:ext>
            </a:extLst>
          </p:cNvPr>
          <p:cNvSpPr>
            <a:spLocks noGrp="1"/>
          </p:cNvSpPr>
          <p:nvPr>
            <p:ph type="sldNum" sz="quarter" idx="5"/>
          </p:nvPr>
        </p:nvSpPr>
        <p:spPr/>
        <p:txBody>
          <a:bodyPr/>
          <a:lstStyle/>
          <a:p>
            <a:fld id="{C437A20C-0A41-4975-BF38-102D39C80972}" type="slidenum">
              <a:rPr lang="en-US" smtClean="0"/>
              <a:t>63</a:t>
            </a:fld>
            <a:endParaRPr lang="en-US"/>
          </a:p>
        </p:txBody>
      </p:sp>
    </p:spTree>
    <p:extLst>
      <p:ext uri="{BB962C8B-B14F-4D97-AF65-F5344CB8AC3E}">
        <p14:creationId xmlns:p14="http://schemas.microsoft.com/office/powerpoint/2010/main" val="28887007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D5E6C-375F-235A-0510-7B3AF75383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FD41BA-8948-5E82-C6DE-C543AFE8D25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986D423-4E82-F896-2F49-E8DF661F80F6}"/>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794DD171-7D9D-D1C9-9A20-C8DCCA5DEB63}"/>
              </a:ext>
            </a:extLst>
          </p:cNvPr>
          <p:cNvSpPr>
            <a:spLocks noGrp="1"/>
          </p:cNvSpPr>
          <p:nvPr>
            <p:ph type="sldNum" sz="quarter" idx="5"/>
          </p:nvPr>
        </p:nvSpPr>
        <p:spPr/>
        <p:txBody>
          <a:bodyPr/>
          <a:lstStyle/>
          <a:p>
            <a:fld id="{C437A20C-0A41-4975-BF38-102D39C80972}" type="slidenum">
              <a:rPr lang="en-US" smtClean="0"/>
              <a:t>65</a:t>
            </a:fld>
            <a:endParaRPr lang="en-US"/>
          </a:p>
        </p:txBody>
      </p:sp>
    </p:spTree>
    <p:extLst>
      <p:ext uri="{BB962C8B-B14F-4D97-AF65-F5344CB8AC3E}">
        <p14:creationId xmlns:p14="http://schemas.microsoft.com/office/powerpoint/2010/main" val="20263189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D259C-98AA-BC51-214C-5EE48D7FED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3AE607-3561-1627-9E9F-271D3F43E7D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EFA9CC3-D1C6-A019-C238-8AC01B140E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BF22F4-96AC-DEE8-8A5E-13C986C5D51D}"/>
              </a:ext>
            </a:extLst>
          </p:cNvPr>
          <p:cNvSpPr>
            <a:spLocks noGrp="1"/>
          </p:cNvSpPr>
          <p:nvPr>
            <p:ph type="sldNum" sz="quarter" idx="5"/>
          </p:nvPr>
        </p:nvSpPr>
        <p:spPr/>
        <p:txBody>
          <a:bodyPr/>
          <a:lstStyle/>
          <a:p>
            <a:fld id="{BC58E59B-3326-4FD4-8806-9EAC0DB7D607}" type="slidenum">
              <a:rPr lang="en-US" smtClean="0"/>
              <a:t>67</a:t>
            </a:fld>
            <a:endParaRPr lang="en-US" dirty="0"/>
          </a:p>
        </p:txBody>
      </p:sp>
    </p:spTree>
    <p:extLst>
      <p:ext uri="{BB962C8B-B14F-4D97-AF65-F5344CB8AC3E}">
        <p14:creationId xmlns:p14="http://schemas.microsoft.com/office/powerpoint/2010/main" val="29993656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810C8-BF49-2DE9-8855-EF07BA4B2A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25E012-C27D-91AE-B328-7B13386FB2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D665F2-4C50-FDA1-34B5-E2919D8FBD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42EDA1-5001-F036-A181-FE5C1897E70D}"/>
              </a:ext>
            </a:extLst>
          </p:cNvPr>
          <p:cNvSpPr>
            <a:spLocks noGrp="1"/>
          </p:cNvSpPr>
          <p:nvPr>
            <p:ph type="sldNum" sz="quarter" idx="5"/>
          </p:nvPr>
        </p:nvSpPr>
        <p:spPr/>
        <p:txBody>
          <a:bodyPr/>
          <a:lstStyle/>
          <a:p>
            <a:fld id="{C437A20C-0A41-4975-BF38-102D39C80972}" type="slidenum">
              <a:rPr lang="en-US" smtClean="0"/>
              <a:t>68</a:t>
            </a:fld>
            <a:endParaRPr lang="en-US"/>
          </a:p>
        </p:txBody>
      </p:sp>
    </p:spTree>
    <p:extLst>
      <p:ext uri="{BB962C8B-B14F-4D97-AF65-F5344CB8AC3E}">
        <p14:creationId xmlns:p14="http://schemas.microsoft.com/office/powerpoint/2010/main" val="98904275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4D245-8B76-BF6A-BEEB-866CF82003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EBE927-B63F-228E-D804-E2A73C7AC04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B2B1D1C-EFC1-AB70-0EAC-7ED145012F5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D0042C-5CC5-17EC-CDE8-53EFF552798F}"/>
              </a:ext>
            </a:extLst>
          </p:cNvPr>
          <p:cNvSpPr>
            <a:spLocks noGrp="1"/>
          </p:cNvSpPr>
          <p:nvPr>
            <p:ph type="sldNum" sz="quarter" idx="5"/>
          </p:nvPr>
        </p:nvSpPr>
        <p:spPr/>
        <p:txBody>
          <a:bodyPr/>
          <a:lstStyle/>
          <a:p>
            <a:fld id="{C437A20C-0A41-4975-BF38-102D39C80972}" type="slidenum">
              <a:rPr lang="en-US" smtClean="0"/>
              <a:t>69</a:t>
            </a:fld>
            <a:endParaRPr lang="en-US"/>
          </a:p>
        </p:txBody>
      </p:sp>
    </p:spTree>
    <p:extLst>
      <p:ext uri="{BB962C8B-B14F-4D97-AF65-F5344CB8AC3E}">
        <p14:creationId xmlns:p14="http://schemas.microsoft.com/office/powerpoint/2010/main" val="15053102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58E59B-3326-4FD4-8806-9EAC0DB7D607}" type="slidenum">
              <a:rPr lang="en-US" smtClean="0"/>
              <a:t>70</a:t>
            </a:fld>
            <a:endParaRPr lang="en-US" dirty="0"/>
          </a:p>
        </p:txBody>
      </p:sp>
    </p:spTree>
    <p:extLst>
      <p:ext uri="{BB962C8B-B14F-4D97-AF65-F5344CB8AC3E}">
        <p14:creationId xmlns:p14="http://schemas.microsoft.com/office/powerpoint/2010/main" val="418250120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D259C-98AA-BC51-214C-5EE48D7FED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3AE607-3561-1627-9E9F-271D3F43E7D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EFA9CC3-D1C6-A019-C238-8AC01B140E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BF22F4-96AC-DEE8-8A5E-13C986C5D51D}"/>
              </a:ext>
            </a:extLst>
          </p:cNvPr>
          <p:cNvSpPr>
            <a:spLocks noGrp="1"/>
          </p:cNvSpPr>
          <p:nvPr>
            <p:ph type="sldNum" sz="quarter" idx="5"/>
          </p:nvPr>
        </p:nvSpPr>
        <p:spPr/>
        <p:txBody>
          <a:bodyPr/>
          <a:lstStyle/>
          <a:p>
            <a:fld id="{BC58E59B-3326-4FD4-8806-9EAC0DB7D607}" type="slidenum">
              <a:rPr lang="en-US" smtClean="0"/>
              <a:t>71</a:t>
            </a:fld>
            <a:endParaRPr lang="en-US" dirty="0"/>
          </a:p>
        </p:txBody>
      </p:sp>
    </p:spTree>
    <p:extLst>
      <p:ext uri="{BB962C8B-B14F-4D97-AF65-F5344CB8AC3E}">
        <p14:creationId xmlns:p14="http://schemas.microsoft.com/office/powerpoint/2010/main" val="29993656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803D7-BC3A-7502-3669-F0E8745D1B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EE9724-C080-CE9C-69C1-08966D823B3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0541947-749E-6F6C-E24C-0D586C9FE129}"/>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7277A5B3-CEDC-694B-D2B5-B786D5C2FC74}"/>
              </a:ext>
            </a:extLst>
          </p:cNvPr>
          <p:cNvSpPr>
            <a:spLocks noGrp="1"/>
          </p:cNvSpPr>
          <p:nvPr>
            <p:ph type="sldNum" sz="quarter" idx="5"/>
          </p:nvPr>
        </p:nvSpPr>
        <p:spPr/>
        <p:txBody>
          <a:bodyPr/>
          <a:lstStyle/>
          <a:p>
            <a:fld id="{C437A20C-0A41-4975-BF38-102D39C80972}" type="slidenum">
              <a:rPr lang="en-US" smtClean="0"/>
              <a:t>72</a:t>
            </a:fld>
            <a:endParaRPr lang="en-US"/>
          </a:p>
        </p:txBody>
      </p:sp>
    </p:spTree>
    <p:extLst>
      <p:ext uri="{BB962C8B-B14F-4D97-AF65-F5344CB8AC3E}">
        <p14:creationId xmlns:p14="http://schemas.microsoft.com/office/powerpoint/2010/main" val="308646960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2A7A6-9E5C-25EB-8BB0-508DFFC252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74A15E-F9AB-015C-C876-D520F963E07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F22CCEE-68B9-AE99-43E7-3E9E2BACF63A}"/>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033FE9DF-EFC2-0781-062C-3F2904B6DB9F}"/>
              </a:ext>
            </a:extLst>
          </p:cNvPr>
          <p:cNvSpPr>
            <a:spLocks noGrp="1"/>
          </p:cNvSpPr>
          <p:nvPr>
            <p:ph type="sldNum" sz="quarter" idx="5"/>
          </p:nvPr>
        </p:nvSpPr>
        <p:spPr/>
        <p:txBody>
          <a:bodyPr/>
          <a:lstStyle/>
          <a:p>
            <a:fld id="{C437A20C-0A41-4975-BF38-102D39C80972}" type="slidenum">
              <a:rPr lang="en-US" smtClean="0"/>
              <a:t>73</a:t>
            </a:fld>
            <a:endParaRPr lang="en-US"/>
          </a:p>
        </p:txBody>
      </p:sp>
    </p:spTree>
    <p:extLst>
      <p:ext uri="{BB962C8B-B14F-4D97-AF65-F5344CB8AC3E}">
        <p14:creationId xmlns:p14="http://schemas.microsoft.com/office/powerpoint/2010/main" val="229646775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51DEE-0DD0-7C8A-1ABD-7AC0BB7F41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EDAA6D-2B66-21A6-2F1A-A6BDD1E1B3F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82BCABE-C73E-96EA-D237-B0885FB8ABB5}"/>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B6F7484B-03AF-8F35-3117-3123EC9CA8FD}"/>
              </a:ext>
            </a:extLst>
          </p:cNvPr>
          <p:cNvSpPr>
            <a:spLocks noGrp="1"/>
          </p:cNvSpPr>
          <p:nvPr>
            <p:ph type="sldNum" sz="quarter" idx="5"/>
          </p:nvPr>
        </p:nvSpPr>
        <p:spPr/>
        <p:txBody>
          <a:bodyPr/>
          <a:lstStyle/>
          <a:p>
            <a:fld id="{C437A20C-0A41-4975-BF38-102D39C80972}" type="slidenum">
              <a:rPr lang="en-US" smtClean="0"/>
              <a:t>74</a:t>
            </a:fld>
            <a:endParaRPr lang="en-US"/>
          </a:p>
        </p:txBody>
      </p:sp>
    </p:spTree>
    <p:extLst>
      <p:ext uri="{BB962C8B-B14F-4D97-AF65-F5344CB8AC3E}">
        <p14:creationId xmlns:p14="http://schemas.microsoft.com/office/powerpoint/2010/main" val="713075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BCCB4-23CD-56A5-EE54-C7E9B5025C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206526-C30E-F051-3054-61F42775DD2E}"/>
              </a:ext>
            </a:extLst>
          </p:cNvPr>
          <p:cNvSpPr>
            <a:spLocks noGrp="1" noRot="1" noChangeAspect="1"/>
          </p:cNvSpPr>
          <p:nvPr>
            <p:ph type="sldImg"/>
          </p:nvPr>
        </p:nvSpPr>
        <p:spPr/>
        <p:txBody>
          <a:bodyPr/>
          <a:lstStyle/>
          <a:p>
            <a:endParaRPr lang="en-US"/>
          </a:p>
        </p:txBody>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67D38EBB-E9BC-DC73-A0B4-5988A84F2781}"/>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mc:Choice>
        <mc:Fallback xmlns="">
          <p:sp>
            <p:nvSpPr>
              <p:cNvPr id="3" name="Notes Placeholder 2">
                <a:extLst>
                  <a:ext uri="{FF2B5EF4-FFF2-40B4-BE49-F238E27FC236}">
                    <a16:creationId xmlns:a16="http://schemas.microsoft.com/office/drawing/2014/main" id="{67D38EBB-E9BC-DC73-A0B4-5988A84F2781}"/>
                  </a:ext>
                </a:extLst>
              </p:cNvPr>
              <p:cNvSpPr>
                <a:spLocks noGrp="1"/>
              </p:cNvSpPr>
              <p:nvPr>
                <p:ph type="body" idx="1"/>
              </p:nvPr>
            </p:nvSpPr>
            <p:spPr/>
            <p:txBody>
              <a:bodyPr/>
              <a:lstStyle/>
              <a:p>
                <a:r>
                  <a:rPr lang="fr-FR" sz="1200" b="0" i="0" kern="1200" dirty="0">
                    <a:solidFill>
                      <a:schemeClr val="tx1"/>
                    </a:solidFill>
                    <a:effectLst/>
                    <a:latin typeface="+mn-lt"/>
                    <a:ea typeface="+mn-ea"/>
                    <a:cs typeface="+mn-cs"/>
                  </a:rPr>
                  <a:t xml:space="preserve">Dans ton pipeline, un commit est considéré non </a:t>
                </a:r>
                <a:r>
                  <a:rPr lang="fr-FR" sz="1200" b="0" i="0" kern="1200" dirty="0" err="1">
                    <a:solidFill>
                      <a:schemeClr val="tx1"/>
                    </a:solidFill>
                    <a:effectLst/>
                    <a:latin typeface="+mn-lt"/>
                    <a:ea typeface="+mn-ea"/>
                    <a:cs typeface="+mn-cs"/>
                  </a:rPr>
                  <a:t>meaningful</a:t>
                </a:r>
                <a:r>
                  <a:rPr lang="fr-FR" sz="1200" b="0" i="0" kern="1200" dirty="0">
                    <a:solidFill>
                      <a:schemeClr val="tx1"/>
                    </a:solidFill>
                    <a:effectLst/>
                    <a:latin typeface="+mn-lt"/>
                    <a:ea typeface="+mn-ea"/>
                    <a:cs typeface="+mn-cs"/>
                  </a:rPr>
                  <a:t xml:space="preserve"> si son message commence par:</a:t>
                </a:r>
              </a:p>
              <a:p>
                <a:r>
                  <a:rPr lang="fr-FR" sz="1200" b="0" i="0" kern="1200" dirty="0">
                    <a:solidFill>
                      <a:schemeClr val="tx1"/>
                    </a:solidFill>
                    <a:effectLst/>
                    <a:latin typeface="+mn-lt"/>
                    <a:ea typeface="+mn-ea"/>
                    <a:cs typeface="+mn-cs"/>
                  </a:rPr>
                  <a:t xml:space="preserve">merge </a:t>
                </a:r>
                <a:r>
                  <a:rPr lang="fr-FR" sz="1200" b="0" i="0" kern="1200" dirty="0" err="1">
                    <a:solidFill>
                      <a:schemeClr val="tx1"/>
                    </a:solidFill>
                    <a:effectLst/>
                    <a:latin typeface="+mn-lt"/>
                    <a:ea typeface="+mn-ea"/>
                    <a:cs typeface="+mn-cs"/>
                  </a:rPr>
                  <a:t>branch</a:t>
                </a:r>
                <a:endParaRPr lang="fr-FR" sz="1200" b="0" i="0" kern="1200" dirty="0">
                  <a:solidFill>
                    <a:schemeClr val="tx1"/>
                  </a:solidFill>
                  <a:effectLst/>
                  <a:latin typeface="+mn-lt"/>
                  <a:ea typeface="+mn-ea"/>
                  <a:cs typeface="+mn-cs"/>
                </a:endParaRPr>
              </a:p>
              <a:p>
                <a:r>
                  <a:rPr lang="fr-FR" sz="1200" b="0" i="0" kern="1200" dirty="0">
                    <a:solidFill>
                      <a:schemeClr val="tx1"/>
                    </a:solidFill>
                    <a:effectLst/>
                    <a:latin typeface="+mn-lt"/>
                    <a:ea typeface="+mn-ea"/>
                    <a:cs typeface="+mn-cs"/>
                  </a:rPr>
                  <a:t xml:space="preserve">merge pull </a:t>
                </a:r>
                <a:r>
                  <a:rPr lang="fr-FR" sz="1200" b="0" i="0" kern="1200" dirty="0" err="1">
                    <a:solidFill>
                      <a:schemeClr val="tx1"/>
                    </a:solidFill>
                    <a:effectLst/>
                    <a:latin typeface="+mn-lt"/>
                    <a:ea typeface="+mn-ea"/>
                    <a:cs typeface="+mn-cs"/>
                  </a:rPr>
                  <a:t>request</a:t>
                </a:r>
                <a:endParaRPr lang="fr-FR"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kern="1200" dirty="0">
                    <a:solidFill>
                      <a:schemeClr val="tx1"/>
                    </a:solidFill>
                    <a:effectLst/>
                    <a:latin typeface="+mn-lt"/>
                    <a:ea typeface="+mn-ea"/>
                    <a:cs typeface="+mn-cs"/>
                  </a:rPr>
                  <a:t xml:space="preserve">Commit </a:t>
                </a:r>
                <a:r>
                  <a:rPr lang="fr-FR" sz="1200" b="0" i="0" kern="1200" dirty="0" err="1">
                    <a:solidFill>
                      <a:schemeClr val="tx1"/>
                    </a:solidFill>
                    <a:effectLst/>
                    <a:latin typeface="+mn-lt"/>
                    <a:ea typeface="+mn-ea"/>
                    <a:cs typeface="+mn-cs"/>
                  </a:rPr>
                  <a:t>meaningful</a:t>
                </a:r>
                <a:r>
                  <a:rPr lang="fr-FR" sz="1200" b="0" i="0" kern="1200" dirty="0">
                    <a:solidFill>
                      <a:schemeClr val="tx1"/>
                    </a:solidFill>
                    <a:effectLst/>
                    <a:latin typeface="+mn-lt"/>
                    <a:ea typeface="+mn-ea"/>
                    <a:cs typeface="+mn-cs"/>
                  </a:rPr>
                  <a:t xml:space="preserve"> = vrai changement de code (patch, correction, </a:t>
                </a:r>
                <a:r>
                  <a:rPr lang="fr-FR" sz="1200" b="0" i="0" kern="1200" dirty="0" err="1">
                    <a:solidFill>
                      <a:schemeClr val="tx1"/>
                    </a:solidFill>
                    <a:effectLst/>
                    <a:latin typeface="+mn-lt"/>
                    <a:ea typeface="+mn-ea"/>
                    <a:cs typeface="+mn-cs"/>
                  </a:rPr>
                  <a:t>refactor</a:t>
                </a:r>
                <a:r>
                  <a:rPr lang="fr-FR" sz="1200" b="0" i="0" kern="1200" dirty="0">
                    <a:solidFill>
                      <a:schemeClr val="tx1"/>
                    </a:solidFill>
                    <a:effectLst/>
                    <a:latin typeface="+mn-lt"/>
                    <a:ea typeface="+mn-ea"/>
                    <a:cs typeface="+mn-cs"/>
                  </a:rPr>
                  <a:t xml:space="preserve"> utile au bug).</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kern="1200" dirty="0">
                    <a:solidFill>
                      <a:schemeClr val="tx1"/>
                    </a:solidFill>
                    <a:effectLst/>
                    <a:latin typeface="+mn-lt"/>
                    <a:ea typeface="+mn-ea"/>
                    <a:cs typeface="+mn-cs"/>
                  </a:rPr>
                  <a:t xml:space="preserve">Commit non </a:t>
                </a:r>
                <a:r>
                  <a:rPr lang="fr-FR" sz="1200" b="0" i="0" kern="1200" dirty="0" err="1">
                    <a:solidFill>
                      <a:schemeClr val="tx1"/>
                    </a:solidFill>
                    <a:effectLst/>
                    <a:latin typeface="+mn-lt"/>
                    <a:ea typeface="+mn-ea"/>
                    <a:cs typeface="+mn-cs"/>
                  </a:rPr>
                  <a:t>meaningful</a:t>
                </a:r>
                <a:r>
                  <a:rPr lang="fr-FR" sz="1200" b="0" i="0" kern="1200" dirty="0">
                    <a:solidFill>
                      <a:schemeClr val="tx1"/>
                    </a:solidFill>
                    <a:effectLst/>
                    <a:latin typeface="+mn-lt"/>
                    <a:ea typeface="+mn-ea"/>
                    <a:cs typeface="+mn-cs"/>
                  </a:rPr>
                  <a:t xml:space="preserve"> = commit de merge “administratif” sans preuve technique directe.</a:t>
                </a:r>
              </a:p>
              <a:p>
                <a:r>
                  <a:rPr lang="en-US" sz="1200" b="0" i="0" kern="1200" dirty="0">
                    <a:solidFill>
                      <a:schemeClr val="tx1"/>
                    </a:solidFill>
                    <a:effectLst/>
                    <a:latin typeface="+mn-lt"/>
                    <a:ea typeface="+mn-ea"/>
                    <a:cs typeface="+mn-cs"/>
                  </a:rPr>
                  <a:t xml:space="preserve">e min dans le </a:t>
                </a:r>
                <a:r>
                  <a:rPr lang="en-US" sz="1200" b="0" i="0" kern="1200" dirty="0" err="1">
                    <a:solidFill>
                      <a:schemeClr val="tx1"/>
                    </a:solidFill>
                    <a:effectLst/>
                    <a:latin typeface="+mn-lt"/>
                    <a:ea typeface="+mn-ea"/>
                    <a:cs typeface="+mn-cs"/>
                  </a:rPr>
                  <a:t>calcul</a:t>
                </a:r>
                <a:r>
                  <a:rPr lang="en-US" sz="1200" b="0" i="0" kern="1200" dirty="0">
                    <a:solidFill>
                      <a:schemeClr val="tx1"/>
                    </a:solidFill>
                    <a:effectLst/>
                    <a:latin typeface="+mn-lt"/>
                    <a:ea typeface="+mn-ea"/>
                    <a:cs typeface="+mn-cs"/>
                  </a:rPr>
                  <a:t xml:space="preserve"> de score </a:t>
                </a:r>
                <a:r>
                  <a:rPr lang="en-US" sz="1200" b="0" i="0" kern="1200" dirty="0" err="1">
                    <a:solidFill>
                      <a:schemeClr val="tx1"/>
                    </a:solidFill>
                    <a:effectLst/>
                    <a:latin typeface="+mn-lt"/>
                    <a:ea typeface="+mn-ea"/>
                    <a:cs typeface="+mn-cs"/>
                  </a:rPr>
                  <a:t>veut</a:t>
                </a:r>
                <a:r>
                  <a:rPr lang="en-US" sz="1200" b="0" i="0" kern="1200" dirty="0">
                    <a:solidFill>
                      <a:schemeClr val="tx1"/>
                    </a:solidFill>
                    <a:effectLst/>
                    <a:latin typeface="+mn-lt"/>
                    <a:ea typeface="+mn-ea"/>
                    <a:cs typeface="+mn-cs"/>
                  </a:rPr>
                  <a:t xml:space="preserve"> dire: on </a:t>
                </a:r>
                <a:r>
                  <a:rPr lang="en-US" sz="1200" b="0" i="0" kern="1200" dirty="0" err="1">
                    <a:solidFill>
                      <a:schemeClr val="tx1"/>
                    </a:solidFill>
                    <a:effectLst/>
                    <a:latin typeface="+mn-lt"/>
                    <a:ea typeface="+mn-ea"/>
                    <a:cs typeface="+mn-cs"/>
                  </a:rPr>
                  <a:t>plafonne</a:t>
                </a:r>
                <a:r>
                  <a:rPr lang="en-US" sz="1200" b="0" i="0" kern="1200" dirty="0">
                    <a:solidFill>
                      <a:schemeClr val="tx1"/>
                    </a:solidFill>
                    <a:effectLst/>
                    <a:latin typeface="+mn-lt"/>
                    <a:ea typeface="+mn-ea"/>
                    <a:cs typeface="+mn-cs"/>
                  </a:rPr>
                  <a:t xml:space="preserve"> le score à 1.0.</a:t>
                </a:r>
              </a:p>
              <a:p>
                <a:r>
                  <a:rPr lang="en-US" sz="1200" b="0" i="0" kern="1200" dirty="0" err="1">
                    <a:solidFill>
                      <a:schemeClr val="tx1"/>
                    </a:solidFill>
                    <a:effectLst/>
                    <a:latin typeface="+mn-lt"/>
                    <a:ea typeface="+mn-ea"/>
                    <a:cs typeface="+mn-cs"/>
                  </a:rPr>
                  <a:t>Formellement</a:t>
                </a:r>
                <a:r>
                  <a:rPr lang="en-US" sz="1200" b="0" i="0" kern="1200" dirty="0">
                    <a:solidFill>
                      <a:schemeClr val="tx1"/>
                    </a:solidFill>
                    <a:effectLst/>
                    <a:latin typeface="+mn-lt"/>
                    <a:ea typeface="+mn-ea"/>
                    <a:cs typeface="+mn-cs"/>
                  </a:rPr>
                  <a:t>:</a:t>
                </a:r>
              </a:p>
              <a:p>
                <a:r>
                  <a:rPr lang="en-US" sz="1200" i="0" kern="1200">
                    <a:solidFill>
                      <a:schemeClr val="tx1"/>
                    </a:solidFill>
                    <a:latin typeface="+mn-lt"/>
                    <a:ea typeface="+mn-ea"/>
                    <a:cs typeface="+mn-cs"/>
                  </a:rPr>
                  <a:t>𝑠𝑐𝑜𝑟𝑒=min⁡</a:t>
                </a:r>
                <a:r>
                  <a:rPr lang="ar-AE" sz="1200" i="0" kern="1200">
                    <a:solidFill>
                      <a:schemeClr val="tx1"/>
                    </a:solidFill>
                    <a:latin typeface="+mn-lt"/>
                    <a:ea typeface="+mn-ea"/>
                    <a:cs typeface="+mn-cs"/>
                  </a:rPr>
                  <a:t>(1.0ⓜ,</a:t>
                </a:r>
                <a:r>
                  <a:rPr lang="ar-AE" sz="1200" b="0" i="0" kern="1200">
                    <a:solidFill>
                      <a:schemeClr val="tx1"/>
                    </a:solidFill>
                    <a:latin typeface="+mn-lt"/>
                    <a:ea typeface="+mn-ea"/>
                    <a:cs typeface="+mn-cs"/>
                  </a:rPr>
                  <a:t>"  " 𝑠𝑐𝑜𝑟𝑒_𝑏𝑟𝑢𝑡 )</a:t>
                </a:r>
                <a:endParaRPr lang="ar-AE" sz="1200" b="0" i="0" kern="1200" dirty="0">
                  <a:solidFill>
                    <a:schemeClr val="tx1"/>
                  </a:solidFill>
                  <a:effectLst/>
                  <a:latin typeface="+mn-lt"/>
                  <a:ea typeface="+mn-ea"/>
                  <a:cs typeface="+mn-cs"/>
                </a:endParaRPr>
              </a:p>
              <a:p>
                <a:r>
                  <a:rPr lang="en-US" sz="1200" b="0" i="0" kern="1200" dirty="0" err="1">
                    <a:solidFill>
                      <a:schemeClr val="tx1"/>
                    </a:solidFill>
                    <a:effectLst/>
                    <a:latin typeface="+mn-lt"/>
                    <a:ea typeface="+mn-ea"/>
                    <a:cs typeface="+mn-cs"/>
                  </a:rPr>
                  <a:t>Interprétation</a:t>
                </a:r>
                <a:r>
                  <a:rPr lang="en-US" sz="1200" b="0" i="0" kern="1200" dirty="0">
                    <a:solidFill>
                      <a:schemeClr val="tx1"/>
                    </a:solidFill>
                    <a:effectLst/>
                    <a:latin typeface="+mn-lt"/>
                    <a:ea typeface="+mn-ea"/>
                    <a:cs typeface="+mn-cs"/>
                  </a:rPr>
                  <a:t xml:space="preserve"> simple:</a:t>
                </a:r>
              </a:p>
              <a:p>
                <a:r>
                  <a:rPr lang="en-US" sz="1200" b="0" i="0" kern="1200" dirty="0">
                    <a:solidFill>
                      <a:schemeClr val="tx1"/>
                    </a:solidFill>
                    <a:effectLst/>
                    <a:latin typeface="+mn-lt"/>
                    <a:ea typeface="+mn-ea"/>
                    <a:cs typeface="+mn-cs"/>
                  </a:rPr>
                  <a:t xml:space="preserve">Si score brut = 0.8, </a:t>
                </a:r>
                <a:r>
                  <a:rPr lang="en-US" sz="1200" b="0" i="0" kern="1200" dirty="0" err="1">
                    <a:solidFill>
                      <a:schemeClr val="tx1"/>
                    </a:solidFill>
                    <a:effectLst/>
                    <a:latin typeface="+mn-lt"/>
                    <a:ea typeface="+mn-ea"/>
                    <a:cs typeface="+mn-cs"/>
                  </a:rPr>
                  <a:t>alors</a:t>
                </a:r>
                <a:r>
                  <a:rPr lang="en-US" sz="1200" b="0" i="0" kern="1200" dirty="0">
                    <a:solidFill>
                      <a:schemeClr val="tx1"/>
                    </a:solidFill>
                    <a:effectLst/>
                    <a:latin typeface="+mn-lt"/>
                    <a:ea typeface="+mn-ea"/>
                    <a:cs typeface="+mn-cs"/>
                  </a:rPr>
                  <a:t xml:space="preserve"> score final = 0.8</a:t>
                </a:r>
              </a:p>
              <a:p>
                <a:r>
                  <a:rPr lang="en-US" sz="1200" b="0" i="0" kern="1200" dirty="0">
                    <a:solidFill>
                      <a:schemeClr val="tx1"/>
                    </a:solidFill>
                    <a:effectLst/>
                    <a:latin typeface="+mn-lt"/>
                    <a:ea typeface="+mn-ea"/>
                    <a:cs typeface="+mn-cs"/>
                  </a:rPr>
                  <a:t xml:space="preserve">Si score brut = 1.2, </a:t>
                </a:r>
                <a:r>
                  <a:rPr lang="en-US" sz="1200" b="0" i="0" kern="1200" dirty="0" err="1">
                    <a:solidFill>
                      <a:schemeClr val="tx1"/>
                    </a:solidFill>
                    <a:effectLst/>
                    <a:latin typeface="+mn-lt"/>
                    <a:ea typeface="+mn-ea"/>
                    <a:cs typeface="+mn-cs"/>
                  </a:rPr>
                  <a:t>alors</a:t>
                </a:r>
                <a:r>
                  <a:rPr lang="en-US" sz="1200" b="0" i="0" kern="1200" dirty="0">
                    <a:solidFill>
                      <a:schemeClr val="tx1"/>
                    </a:solidFill>
                    <a:effectLst/>
                    <a:latin typeface="+mn-lt"/>
                    <a:ea typeface="+mn-ea"/>
                    <a:cs typeface="+mn-cs"/>
                  </a:rPr>
                  <a:t xml:space="preserve"> score final = 1.0</a:t>
                </a:r>
              </a:p>
              <a:p>
                <a:r>
                  <a:rPr lang="en-US" sz="1200" b="0" i="0" kern="1200" dirty="0" err="1">
                    <a:solidFill>
                      <a:schemeClr val="tx1"/>
                    </a:solidFill>
                    <a:effectLst/>
                    <a:latin typeface="+mn-lt"/>
                    <a:ea typeface="+mn-ea"/>
                    <a:cs typeface="+mn-cs"/>
                  </a:rPr>
                  <a:t>Pourquoi</a:t>
                </a:r>
                <a:r>
                  <a:rPr lang="en-US" sz="1200" b="0" i="0" kern="1200" dirty="0">
                    <a:solidFill>
                      <a:schemeClr val="tx1"/>
                    </a:solidFill>
                    <a:effectLst/>
                    <a:latin typeface="+mn-lt"/>
                    <a:ea typeface="+mn-ea"/>
                    <a:cs typeface="+mn-cs"/>
                  </a:rPr>
                  <a:t xml:space="preserve"> on met min:</a:t>
                </a:r>
              </a:p>
              <a:p>
                <a:r>
                  <a:rPr lang="en-US" sz="1200" b="0" i="0" kern="1200" dirty="0" err="1">
                    <a:solidFill>
                      <a:schemeClr val="tx1"/>
                    </a:solidFill>
                    <a:effectLst/>
                    <a:latin typeface="+mn-lt"/>
                    <a:ea typeface="+mn-ea"/>
                    <a:cs typeface="+mn-cs"/>
                  </a:rPr>
                  <a:t>C’est</a:t>
                </a:r>
                <a:r>
                  <a:rPr lang="en-US" sz="1200" b="0" i="0" kern="1200" dirty="0">
                    <a:solidFill>
                      <a:schemeClr val="tx1"/>
                    </a:solidFill>
                    <a:effectLst/>
                    <a:latin typeface="+mn-lt"/>
                    <a:ea typeface="+mn-ea"/>
                    <a:cs typeface="+mn-cs"/>
                  </a:rPr>
                  <a:t xml:space="preserve"> </a:t>
                </a:r>
                <a:r>
                  <a:rPr lang="en-US" sz="1200" b="0" i="0" kern="1200" dirty="0" err="1">
                    <a:solidFill>
                      <a:schemeClr val="tx1"/>
                    </a:solidFill>
                    <a:effectLst/>
                    <a:latin typeface="+mn-lt"/>
                    <a:ea typeface="+mn-ea"/>
                    <a:cs typeface="+mn-cs"/>
                  </a:rPr>
                  <a:t>une</a:t>
                </a:r>
                <a:r>
                  <a:rPr lang="en-US" sz="1200" b="0" i="0" kern="1200" dirty="0">
                    <a:solidFill>
                      <a:schemeClr val="tx1"/>
                    </a:solidFill>
                    <a:effectLst/>
                    <a:latin typeface="+mn-lt"/>
                    <a:ea typeface="+mn-ea"/>
                    <a:cs typeface="+mn-cs"/>
                  </a:rPr>
                  <a:t xml:space="preserve"> sécurité pour ne jamais </a:t>
                </a:r>
                <a:r>
                  <a:rPr lang="en-US" sz="1200" b="0" i="0" kern="1200" dirty="0" err="1">
                    <a:solidFill>
                      <a:schemeClr val="tx1"/>
                    </a:solidFill>
                    <a:effectLst/>
                    <a:latin typeface="+mn-lt"/>
                    <a:ea typeface="+mn-ea"/>
                    <a:cs typeface="+mn-cs"/>
                  </a:rPr>
                  <a:t>dépasser</a:t>
                </a:r>
                <a:r>
                  <a:rPr lang="en-US" sz="1200" b="0" i="0" kern="1200" dirty="0">
                    <a:solidFill>
                      <a:schemeClr val="tx1"/>
                    </a:solidFill>
                    <a:effectLst/>
                    <a:latin typeface="+mn-lt"/>
                    <a:ea typeface="+mn-ea"/>
                    <a:cs typeface="+mn-cs"/>
                  </a:rPr>
                  <a:t xml:space="preserve"> 1.0</a:t>
                </a:r>
              </a:p>
              <a:p>
                <a:r>
                  <a:rPr lang="en-US" sz="1200" b="0" i="0" kern="1200" dirty="0" err="1">
                    <a:solidFill>
                      <a:schemeClr val="tx1"/>
                    </a:solidFill>
                    <a:effectLst/>
                    <a:latin typeface="+mn-lt"/>
                    <a:ea typeface="+mn-ea"/>
                    <a:cs typeface="+mn-cs"/>
                  </a:rPr>
                  <a:t>Même</a:t>
                </a:r>
                <a:r>
                  <a:rPr lang="en-US" sz="1200" b="0" i="0" kern="1200" dirty="0">
                    <a:solidFill>
                      <a:schemeClr val="tx1"/>
                    </a:solidFill>
                    <a:effectLst/>
                    <a:latin typeface="+mn-lt"/>
                    <a:ea typeface="+mn-ea"/>
                    <a:cs typeface="+mn-cs"/>
                  </a:rPr>
                  <a:t xml:space="preserve"> </a:t>
                </a:r>
                <a:r>
                  <a:rPr lang="en-US" sz="1200" b="0" i="0" kern="1200" dirty="0" err="1">
                    <a:solidFill>
                      <a:schemeClr val="tx1"/>
                    </a:solidFill>
                    <a:effectLst/>
                    <a:latin typeface="+mn-lt"/>
                    <a:ea typeface="+mn-ea"/>
                    <a:cs typeface="+mn-cs"/>
                  </a:rPr>
                  <a:t>si</a:t>
                </a:r>
                <a:r>
                  <a:rPr lang="en-US" sz="1200" b="0" i="0" kern="1200" dirty="0">
                    <a:solidFill>
                      <a:schemeClr val="tx1"/>
                    </a:solidFill>
                    <a:effectLst/>
                    <a:latin typeface="+mn-lt"/>
                    <a:ea typeface="+mn-ea"/>
                    <a:cs typeface="+mn-cs"/>
                  </a:rPr>
                  <a:t xml:space="preserve"> plus tard on </a:t>
                </a:r>
                <a:r>
                  <a:rPr lang="en-US" sz="1200" b="0" i="0" kern="1200" dirty="0" err="1">
                    <a:solidFill>
                      <a:schemeClr val="tx1"/>
                    </a:solidFill>
                    <a:effectLst/>
                    <a:latin typeface="+mn-lt"/>
                    <a:ea typeface="+mn-ea"/>
                    <a:cs typeface="+mn-cs"/>
                  </a:rPr>
                  <a:t>ajoute</a:t>
                </a:r>
                <a:r>
                  <a:rPr lang="en-US" sz="1200" b="0" i="0" kern="1200" dirty="0">
                    <a:solidFill>
                      <a:schemeClr val="tx1"/>
                    </a:solidFill>
                    <a:effectLst/>
                    <a:latin typeface="+mn-lt"/>
                    <a:ea typeface="+mn-ea"/>
                    <a:cs typeface="+mn-cs"/>
                  </a:rPr>
                  <a:t xml:space="preserve"> </a:t>
                </a:r>
                <a:r>
                  <a:rPr lang="en-US" sz="1200" b="0" i="0" kern="1200" dirty="0" err="1">
                    <a:solidFill>
                      <a:schemeClr val="tx1"/>
                    </a:solidFill>
                    <a:effectLst/>
                    <a:latin typeface="+mn-lt"/>
                    <a:ea typeface="+mn-ea"/>
                    <a:cs typeface="+mn-cs"/>
                  </a:rPr>
                  <a:t>d’autres</a:t>
                </a:r>
                <a:r>
                  <a:rPr lang="en-US" sz="1200" b="0" i="0" kern="1200" dirty="0">
                    <a:solidFill>
                      <a:schemeClr val="tx1"/>
                    </a:solidFill>
                    <a:effectLst/>
                    <a:latin typeface="+mn-lt"/>
                    <a:ea typeface="+mn-ea"/>
                    <a:cs typeface="+mn-cs"/>
                  </a:rPr>
                  <a:t xml:space="preserve"> bonus, le score </a:t>
                </a:r>
                <a:r>
                  <a:rPr lang="en-US" sz="1200" b="0" i="0" kern="1200" dirty="0" err="1">
                    <a:solidFill>
                      <a:schemeClr val="tx1"/>
                    </a:solidFill>
                    <a:effectLst/>
                    <a:latin typeface="+mn-lt"/>
                    <a:ea typeface="+mn-ea"/>
                    <a:cs typeface="+mn-cs"/>
                  </a:rPr>
                  <a:t>reste</a:t>
                </a:r>
                <a:r>
                  <a:rPr lang="en-US" sz="1200" b="0" i="0" kern="1200" dirty="0">
                    <a:solidFill>
                      <a:schemeClr val="tx1"/>
                    </a:solidFill>
                    <a:effectLst/>
                    <a:latin typeface="+mn-lt"/>
                    <a:ea typeface="+mn-ea"/>
                    <a:cs typeface="+mn-cs"/>
                  </a:rPr>
                  <a:t xml:space="preserve"> </a:t>
                </a:r>
                <a:r>
                  <a:rPr lang="en-US" sz="1200" b="0" i="0" kern="1200" dirty="0" err="1">
                    <a:solidFill>
                      <a:schemeClr val="tx1"/>
                    </a:solidFill>
                    <a:effectLst/>
                    <a:latin typeface="+mn-lt"/>
                    <a:ea typeface="+mn-ea"/>
                    <a:cs typeface="+mn-cs"/>
                  </a:rPr>
                  <a:t>borné</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 xml:space="preserve">Avec </a:t>
                </a:r>
                <a:r>
                  <a:rPr lang="en-US" sz="1200" b="0" i="0" kern="1200" dirty="0" err="1">
                    <a:solidFill>
                      <a:schemeClr val="tx1"/>
                    </a:solidFill>
                    <a:effectLst/>
                    <a:latin typeface="+mn-lt"/>
                    <a:ea typeface="+mn-ea"/>
                    <a:cs typeface="+mn-cs"/>
                  </a:rPr>
                  <a:t>tes</a:t>
                </a:r>
                <a:r>
                  <a:rPr lang="en-US" sz="1200" b="0" i="0" kern="1200" dirty="0">
                    <a:solidFill>
                      <a:schemeClr val="tx1"/>
                    </a:solidFill>
                    <a:effectLst/>
                    <a:latin typeface="+mn-lt"/>
                    <a:ea typeface="+mn-ea"/>
                    <a:cs typeface="+mn-cs"/>
                  </a:rPr>
                  <a:t xml:space="preserve"> </a:t>
                </a:r>
                <a:r>
                  <a:rPr lang="en-US" sz="1200" b="0" i="0" kern="1200" dirty="0" err="1">
                    <a:solidFill>
                      <a:schemeClr val="tx1"/>
                    </a:solidFill>
                    <a:effectLst/>
                    <a:latin typeface="+mn-lt"/>
                    <a:ea typeface="+mn-ea"/>
                    <a:cs typeface="+mn-cs"/>
                  </a:rPr>
                  <a:t>règles</a:t>
                </a:r>
                <a:r>
                  <a:rPr lang="en-US" sz="1200" b="0" i="0" kern="1200" dirty="0">
                    <a:solidFill>
                      <a:schemeClr val="tx1"/>
                    </a:solidFill>
                    <a:effectLst/>
                    <a:latin typeface="+mn-lt"/>
                    <a:ea typeface="+mn-ea"/>
                    <a:cs typeface="+mn-cs"/>
                  </a:rPr>
                  <a:t xml:space="preserve"> </a:t>
                </a:r>
                <a:r>
                  <a:rPr lang="en-US" sz="1200" b="0" i="0" kern="1200" dirty="0" err="1">
                    <a:solidFill>
                      <a:schemeClr val="tx1"/>
                    </a:solidFill>
                    <a:effectLst/>
                    <a:latin typeface="+mn-lt"/>
                    <a:ea typeface="+mn-ea"/>
                    <a:cs typeface="+mn-cs"/>
                  </a:rPr>
                  <a:t>actuelles</a:t>
                </a:r>
                <a:r>
                  <a:rPr lang="en-US" sz="1200" b="0" i="0" kern="1200" dirty="0">
                    <a:solidFill>
                      <a:schemeClr val="tx1"/>
                    </a:solidFill>
                    <a:effectLst/>
                    <a:latin typeface="+mn-lt"/>
                    <a:ea typeface="+mn-ea"/>
                    <a:cs typeface="+mn-cs"/>
                  </a:rPr>
                  <a:t xml:space="preserve">, le maximum est déjà 1.0, </a:t>
                </a:r>
                <a:r>
                  <a:rPr lang="en-US" sz="1200" b="0" i="0" kern="1200" dirty="0" err="1">
                    <a:solidFill>
                      <a:schemeClr val="tx1"/>
                    </a:solidFill>
                    <a:effectLst/>
                    <a:latin typeface="+mn-lt"/>
                    <a:ea typeface="+mn-ea"/>
                    <a:cs typeface="+mn-cs"/>
                  </a:rPr>
                  <a:t>mais</a:t>
                </a:r>
                <a:r>
                  <a:rPr lang="en-US" sz="1200" b="0" i="0" kern="1200" dirty="0">
                    <a:solidFill>
                      <a:schemeClr val="tx1"/>
                    </a:solidFill>
                    <a:effectLst/>
                    <a:latin typeface="+mn-lt"/>
                    <a:ea typeface="+mn-ea"/>
                    <a:cs typeface="+mn-cs"/>
                  </a:rPr>
                  <a:t xml:space="preserve"> min </a:t>
                </a:r>
                <a:r>
                  <a:rPr lang="en-US" sz="1200" b="0" i="0" kern="1200" dirty="0" err="1">
                    <a:solidFill>
                      <a:schemeClr val="tx1"/>
                    </a:solidFill>
                    <a:effectLst/>
                    <a:latin typeface="+mn-lt"/>
                    <a:ea typeface="+mn-ea"/>
                    <a:cs typeface="+mn-cs"/>
                  </a:rPr>
                  <a:t>reste</a:t>
                </a:r>
                <a:r>
                  <a:rPr lang="en-US" sz="1200" b="0" i="0" kern="1200" dirty="0">
                    <a:solidFill>
                      <a:schemeClr val="tx1"/>
                    </a:solidFill>
                    <a:effectLst/>
                    <a:latin typeface="+mn-lt"/>
                    <a:ea typeface="+mn-ea"/>
                    <a:cs typeface="+mn-cs"/>
                  </a:rPr>
                  <a:t xml:space="preserve"> </a:t>
                </a:r>
                <a:r>
                  <a:rPr lang="en-US" sz="1200" b="0" i="0" kern="1200" dirty="0" err="1">
                    <a:solidFill>
                      <a:schemeClr val="tx1"/>
                    </a:solidFill>
                    <a:effectLst/>
                    <a:latin typeface="+mn-lt"/>
                    <a:ea typeface="+mn-ea"/>
                    <a:cs typeface="+mn-cs"/>
                  </a:rPr>
                  <a:t>une</a:t>
                </a:r>
                <a:r>
                  <a:rPr lang="en-US" sz="1200" b="0" i="0" kern="1200" dirty="0">
                    <a:solidFill>
                      <a:schemeClr val="tx1"/>
                    </a:solidFill>
                    <a:effectLst/>
                    <a:latin typeface="+mn-lt"/>
                    <a:ea typeface="+mn-ea"/>
                    <a:cs typeface="+mn-cs"/>
                  </a:rPr>
                  <a:t xml:space="preserve"> bonne protection.</a:t>
                </a:r>
              </a:p>
              <a:p>
                <a:r>
                  <a:rPr lang="en-US" sz="1200" b="0" i="0" kern="1200" dirty="0" err="1">
                    <a:solidFill>
                      <a:schemeClr val="tx1"/>
                    </a:solidFill>
                    <a:effectLst/>
                    <a:latin typeface="+mn-lt"/>
                    <a:ea typeface="+mn-ea"/>
                    <a:cs typeface="+mn-cs"/>
                  </a:rPr>
                  <a:t>Exemple</a:t>
                </a:r>
                <a:r>
                  <a:rPr lang="en-US" sz="1200" b="0" i="0" kern="1200" dirty="0">
                    <a:solidFill>
                      <a:schemeClr val="tx1"/>
                    </a:solidFill>
                    <a:effectLst/>
                    <a:latin typeface="+mn-lt"/>
                    <a:ea typeface="+mn-ea"/>
                    <a:cs typeface="+mn-cs"/>
                  </a:rPr>
                  <a:t xml:space="preserve"> </a:t>
                </a:r>
                <a:r>
                  <a:rPr lang="en-US" sz="1200" b="0" i="0" kern="1200" dirty="0" err="1">
                    <a:solidFill>
                      <a:schemeClr val="tx1"/>
                    </a:solidFill>
                    <a:effectLst/>
                    <a:latin typeface="+mn-lt"/>
                    <a:ea typeface="+mn-ea"/>
                    <a:cs typeface="+mn-cs"/>
                  </a:rPr>
                  <a:t>rapide</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 xml:space="preserve">PR </a:t>
                </a:r>
                <a:r>
                  <a:rPr lang="en-US" sz="1200" b="0" i="0" kern="1200" dirty="0" err="1">
                    <a:solidFill>
                      <a:schemeClr val="tx1"/>
                    </a:solidFill>
                    <a:effectLst/>
                    <a:latin typeface="+mn-lt"/>
                    <a:ea typeface="+mn-ea"/>
                    <a:cs typeface="+mn-cs"/>
                  </a:rPr>
                  <a:t>liée</a:t>
                </a:r>
                <a:r>
                  <a:rPr lang="en-US" sz="1200" b="0" i="0" kern="1200" dirty="0">
                    <a:solidFill>
                      <a:schemeClr val="tx1"/>
                    </a:solidFill>
                    <a:effectLst/>
                    <a:latin typeface="+mn-lt"/>
                    <a:ea typeface="+mn-ea"/>
                    <a:cs typeface="+mn-cs"/>
                  </a:rPr>
                  <a:t xml:space="preserve"> + PR </a:t>
                </a:r>
                <a:r>
                  <a:rPr lang="en-US" sz="1200" b="0" i="0" kern="1200" dirty="0" err="1">
                    <a:solidFill>
                      <a:schemeClr val="tx1"/>
                    </a:solidFill>
                    <a:effectLst/>
                    <a:latin typeface="+mn-lt"/>
                    <a:ea typeface="+mn-ea"/>
                    <a:cs typeface="+mn-cs"/>
                  </a:rPr>
                  <a:t>mergée</a:t>
                </a:r>
                <a:r>
                  <a:rPr lang="en-US" sz="1200" b="0" i="0" kern="1200" dirty="0">
                    <a:solidFill>
                      <a:schemeClr val="tx1"/>
                    </a:solidFill>
                    <a:effectLst/>
                    <a:latin typeface="+mn-lt"/>
                    <a:ea typeface="+mn-ea"/>
                    <a:cs typeface="+mn-cs"/>
                  </a:rPr>
                  <a:t xml:space="preserve"> + commit meaningful: </a:t>
                </a:r>
                <a:r>
                  <a:rPr lang="en-US" sz="1200" i="0" kern="1200">
                    <a:solidFill>
                      <a:schemeClr val="tx1"/>
                    </a:solidFill>
                    <a:latin typeface="+mn-lt"/>
                    <a:ea typeface="+mn-ea"/>
                    <a:cs typeface="+mn-cs"/>
                  </a:rPr>
                  <a:t>0.5+0.3+0.2=1.0</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 xml:space="preserve">PR </a:t>
                </a:r>
                <a:r>
                  <a:rPr lang="en-US" sz="1200" b="0" i="0" kern="1200" dirty="0" err="1">
                    <a:solidFill>
                      <a:schemeClr val="tx1"/>
                    </a:solidFill>
                    <a:effectLst/>
                    <a:latin typeface="+mn-lt"/>
                    <a:ea typeface="+mn-ea"/>
                    <a:cs typeface="+mn-cs"/>
                  </a:rPr>
                  <a:t>liée</a:t>
                </a:r>
                <a:r>
                  <a:rPr lang="en-US" sz="1200" b="0" i="0" kern="1200" dirty="0">
                    <a:solidFill>
                      <a:schemeClr val="tx1"/>
                    </a:solidFill>
                    <a:effectLst/>
                    <a:latin typeface="+mn-lt"/>
                    <a:ea typeface="+mn-ea"/>
                    <a:cs typeface="+mn-cs"/>
                  </a:rPr>
                  <a:t xml:space="preserve"> + pas </a:t>
                </a:r>
                <a:r>
                  <a:rPr lang="en-US" sz="1200" b="0" i="0" kern="1200" dirty="0" err="1">
                    <a:solidFill>
                      <a:schemeClr val="tx1"/>
                    </a:solidFill>
                    <a:effectLst/>
                    <a:latin typeface="+mn-lt"/>
                    <a:ea typeface="+mn-ea"/>
                    <a:cs typeface="+mn-cs"/>
                  </a:rPr>
                  <a:t>mergée</a:t>
                </a:r>
                <a:r>
                  <a:rPr lang="en-US" sz="1200" b="0" i="0" kern="1200" dirty="0">
                    <a:solidFill>
                      <a:schemeClr val="tx1"/>
                    </a:solidFill>
                    <a:effectLst/>
                    <a:latin typeface="+mn-lt"/>
                    <a:ea typeface="+mn-ea"/>
                    <a:cs typeface="+mn-cs"/>
                  </a:rPr>
                  <a:t xml:space="preserve"> + commit meaningful: </a:t>
                </a:r>
                <a:r>
                  <a:rPr lang="en-US" sz="1200" i="0" kern="1200">
                    <a:solidFill>
                      <a:schemeClr val="tx1"/>
                    </a:solidFill>
                    <a:latin typeface="+mn-lt"/>
                    <a:ea typeface="+mn-ea"/>
                    <a:cs typeface="+mn-cs"/>
                  </a:rPr>
                  <a:t>0.5+0.1+0.2=0.8</a:t>
                </a:r>
                <a:endParaRPr lang="en-US" sz="1200" b="0" i="0" kern="1200" dirty="0">
                  <a:solidFill>
                    <a:schemeClr val="tx1"/>
                  </a:solidFill>
                  <a:effectLst/>
                  <a:latin typeface="+mn-lt"/>
                  <a:ea typeface="+mn-ea"/>
                  <a:cs typeface="+mn-cs"/>
                </a:endParaRPr>
              </a:p>
              <a:p>
                <a:r>
                  <a:rPr lang="en-US" sz="1200" b="0" i="0" kern="1200" dirty="0" err="1">
                    <a:solidFill>
                      <a:schemeClr val="tx1"/>
                    </a:solidFill>
                    <a:effectLst/>
                    <a:latin typeface="+mn-lt"/>
                    <a:ea typeface="+mn-ea"/>
                    <a:cs typeface="+mn-cs"/>
                  </a:rPr>
                  <a:t>Seulement</a:t>
                </a:r>
                <a:r>
                  <a:rPr lang="en-US" sz="1200" b="0" i="0" kern="1200" dirty="0">
                    <a:solidFill>
                      <a:schemeClr val="tx1"/>
                    </a:solidFill>
                    <a:effectLst/>
                    <a:latin typeface="+mn-lt"/>
                    <a:ea typeface="+mn-ea"/>
                    <a:cs typeface="+mn-cs"/>
                  </a:rPr>
                  <a:t xml:space="preserve"> commit meaningful, sans PR </a:t>
                </a:r>
                <a:r>
                  <a:rPr lang="en-US" sz="1200" b="0" i="0" kern="1200" dirty="0" err="1">
                    <a:solidFill>
                      <a:schemeClr val="tx1"/>
                    </a:solidFill>
                    <a:effectLst/>
                    <a:latin typeface="+mn-lt"/>
                    <a:ea typeface="+mn-ea"/>
                    <a:cs typeface="+mn-cs"/>
                  </a:rPr>
                  <a:t>liée</a:t>
                </a:r>
                <a:r>
                  <a:rPr lang="en-US" sz="1200" b="0" i="0" kern="1200" dirty="0">
                    <a:solidFill>
                      <a:schemeClr val="tx1"/>
                    </a:solidFill>
                    <a:effectLst/>
                    <a:latin typeface="+mn-lt"/>
                    <a:ea typeface="+mn-ea"/>
                    <a:cs typeface="+mn-cs"/>
                  </a:rPr>
                  <a:t>: </a:t>
                </a:r>
                <a:r>
                  <a:rPr lang="en-US" sz="1200" i="0" kern="1200">
                    <a:solidFill>
                      <a:schemeClr val="tx1"/>
                    </a:solidFill>
                    <a:latin typeface="+mn-lt"/>
                    <a:ea typeface="+mn-ea"/>
                    <a:cs typeface="+mn-cs"/>
                  </a:rPr>
                  <a:t>0.2</a:t>
                </a:r>
                <a:r>
                  <a:rPr lang="en-US" sz="1200" b="0" i="0" kern="1200" dirty="0">
                    <a:solidFill>
                      <a:schemeClr val="tx1"/>
                    </a:solidFill>
                    <a:effectLst/>
                    <a:latin typeface="+mn-lt"/>
                    <a:ea typeface="+mn-ea"/>
                    <a:cs typeface="+mn-cs"/>
                  </a:rPr>
                  <a:t xml:space="preserve"> (signal </a:t>
                </a:r>
                <a:r>
                  <a:rPr lang="en-US" sz="1200" b="0" i="0" kern="1200" dirty="0" err="1">
                    <a:solidFill>
                      <a:schemeClr val="tx1"/>
                    </a:solidFill>
                    <a:effectLst/>
                    <a:latin typeface="+mn-lt"/>
                    <a:ea typeface="+mn-ea"/>
                    <a:cs typeface="+mn-cs"/>
                  </a:rPr>
                  <a:t>faible</a:t>
                </a:r>
                <a:r>
                  <a:rPr lang="en-US" sz="1200" b="0" i="0" kern="1200" dirty="0">
                    <a:solidFill>
                      <a:schemeClr val="tx1"/>
                    </a:solidFill>
                    <a:effectLst/>
                    <a:latin typeface="+mn-lt"/>
                    <a:ea typeface="+mn-ea"/>
                    <a:cs typeface="+mn-cs"/>
                  </a:rPr>
                  <a:t>)</a:t>
                </a:r>
              </a:p>
              <a:p>
                <a:endParaRPr lang="fr-FR" sz="1200" b="1" i="0" kern="1200" dirty="0">
                  <a:solidFill>
                    <a:schemeClr val="tx1"/>
                  </a:solidFill>
                  <a:effectLst/>
                  <a:latin typeface="+mn-lt"/>
                  <a:ea typeface="+mn-ea"/>
                  <a:cs typeface="+mn-cs"/>
                </a:endParaRPr>
              </a:p>
            </p:txBody>
          </p:sp>
        </mc:Fallback>
      </mc:AlternateContent>
      <p:sp>
        <p:nvSpPr>
          <p:cNvPr id="4" name="Slide Number Placeholder 3">
            <a:extLst>
              <a:ext uri="{FF2B5EF4-FFF2-40B4-BE49-F238E27FC236}">
                <a16:creationId xmlns:a16="http://schemas.microsoft.com/office/drawing/2014/main" id="{D534E90E-9765-7CA8-88F9-6E90BF2616E1}"/>
              </a:ext>
            </a:extLst>
          </p:cNvPr>
          <p:cNvSpPr>
            <a:spLocks noGrp="1"/>
          </p:cNvSpPr>
          <p:nvPr>
            <p:ph type="sldNum" sz="quarter" idx="5"/>
          </p:nvPr>
        </p:nvSpPr>
        <p:spPr/>
        <p:txBody>
          <a:bodyPr/>
          <a:lstStyle/>
          <a:p>
            <a:fld id="{C437A20C-0A41-4975-BF38-102D39C80972}" type="slidenum">
              <a:rPr lang="en-US" smtClean="0"/>
              <a:t>75</a:t>
            </a:fld>
            <a:endParaRPr lang="en-US"/>
          </a:p>
        </p:txBody>
      </p:sp>
    </p:spTree>
    <p:extLst>
      <p:ext uri="{BB962C8B-B14F-4D97-AF65-F5344CB8AC3E}">
        <p14:creationId xmlns:p14="http://schemas.microsoft.com/office/powerpoint/2010/main" val="258453674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8973A-47EB-82CD-6F34-0451F4B214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5DBF38-1610-CA93-6D02-7B8142D36B4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3B1F05F-73A1-1FF1-6D0B-CF774F44CCB0}"/>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311168BA-F95D-F7A2-5E2C-082CD1C88D57}"/>
              </a:ext>
            </a:extLst>
          </p:cNvPr>
          <p:cNvSpPr>
            <a:spLocks noGrp="1"/>
          </p:cNvSpPr>
          <p:nvPr>
            <p:ph type="sldNum" sz="quarter" idx="5"/>
          </p:nvPr>
        </p:nvSpPr>
        <p:spPr/>
        <p:txBody>
          <a:bodyPr/>
          <a:lstStyle/>
          <a:p>
            <a:fld id="{C437A20C-0A41-4975-BF38-102D39C80972}" type="slidenum">
              <a:rPr lang="en-US" smtClean="0"/>
              <a:t>76</a:t>
            </a:fld>
            <a:endParaRPr lang="en-US"/>
          </a:p>
        </p:txBody>
      </p:sp>
    </p:spTree>
    <p:extLst>
      <p:ext uri="{BB962C8B-B14F-4D97-AF65-F5344CB8AC3E}">
        <p14:creationId xmlns:p14="http://schemas.microsoft.com/office/powerpoint/2010/main" val="420485270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51E73-4B52-235A-0305-0F524B63A7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DECD25-4A04-1A6D-4CE9-936C1D6257B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50FDB37-EC91-CBF6-088F-2283912CABC3}"/>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4457584D-EBDF-5C3B-5579-C79F9468741A}"/>
              </a:ext>
            </a:extLst>
          </p:cNvPr>
          <p:cNvSpPr>
            <a:spLocks noGrp="1"/>
          </p:cNvSpPr>
          <p:nvPr>
            <p:ph type="sldNum" sz="quarter" idx="5"/>
          </p:nvPr>
        </p:nvSpPr>
        <p:spPr/>
        <p:txBody>
          <a:bodyPr/>
          <a:lstStyle/>
          <a:p>
            <a:fld id="{C437A20C-0A41-4975-BF38-102D39C80972}" type="slidenum">
              <a:rPr lang="en-US" smtClean="0"/>
              <a:t>77</a:t>
            </a:fld>
            <a:endParaRPr lang="en-US"/>
          </a:p>
        </p:txBody>
      </p:sp>
    </p:spTree>
    <p:extLst>
      <p:ext uri="{BB962C8B-B14F-4D97-AF65-F5344CB8AC3E}">
        <p14:creationId xmlns:p14="http://schemas.microsoft.com/office/powerpoint/2010/main" val="135864055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www.st.com/trademarks" TargetMode="External"/><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1.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Main title">
    <p:bg>
      <p:bgPr>
        <a:solidFill>
          <a:srgbClr val="00234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BBC7E-853C-4EAC-941C-F7D4C872CEDA}"/>
              </a:ext>
            </a:extLst>
          </p:cNvPr>
          <p:cNvSpPr>
            <a:spLocks noGrp="1"/>
          </p:cNvSpPr>
          <p:nvPr>
            <p:ph type="ctrTitle" hasCustomPrompt="1"/>
          </p:nvPr>
        </p:nvSpPr>
        <p:spPr>
          <a:xfrm>
            <a:off x="6095999" y="2077965"/>
            <a:ext cx="5795963" cy="2702071"/>
          </a:xfrm>
        </p:spPr>
        <p:txBody>
          <a:bodyPr anchor="ctr"/>
          <a:lstStyle>
            <a:lvl1pPr algn="l">
              <a:defRPr sz="3600" b="1">
                <a:solidFill>
                  <a:schemeClr val="bg1"/>
                </a:solidFill>
              </a:defRPr>
            </a:lvl1pPr>
          </a:lstStyle>
          <a:p>
            <a:r>
              <a:rPr lang="en-US" dirty="0"/>
              <a:t>Presentation title</a:t>
            </a:r>
            <a:endParaRPr lang="fr-FR" dirty="0"/>
          </a:p>
        </p:txBody>
      </p:sp>
      <p:sp>
        <p:nvSpPr>
          <p:cNvPr id="3" name="Subtitle 2">
            <a:extLst>
              <a:ext uri="{FF2B5EF4-FFF2-40B4-BE49-F238E27FC236}">
                <a16:creationId xmlns:a16="http://schemas.microsoft.com/office/drawing/2014/main" id="{F38F8A67-080E-4CD5-8528-5627C41B2D72}"/>
              </a:ext>
            </a:extLst>
          </p:cNvPr>
          <p:cNvSpPr>
            <a:spLocks noGrp="1"/>
          </p:cNvSpPr>
          <p:nvPr>
            <p:ph type="subTitle" idx="1" hasCustomPrompt="1"/>
          </p:nvPr>
        </p:nvSpPr>
        <p:spPr>
          <a:xfrm>
            <a:off x="6095999" y="5015060"/>
            <a:ext cx="5795963" cy="1077764"/>
          </a:xfrm>
        </p:spPr>
        <p:txBody>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Presenter</a:t>
            </a:r>
            <a:endParaRPr lang="fr-FR" dirty="0"/>
          </a:p>
        </p:txBody>
      </p:sp>
      <p:sp>
        <p:nvSpPr>
          <p:cNvPr id="9" name="Rectangle 8">
            <a:extLst>
              <a:ext uri="{FF2B5EF4-FFF2-40B4-BE49-F238E27FC236}">
                <a16:creationId xmlns:a16="http://schemas.microsoft.com/office/drawing/2014/main" id="{B564B28F-A25E-4825-B94D-B2AD0EA2A9F6}"/>
              </a:ext>
            </a:extLst>
          </p:cNvPr>
          <p:cNvSpPr/>
          <p:nvPr/>
        </p:nvSpPr>
        <p:spPr>
          <a:xfrm>
            <a:off x="-228" y="0"/>
            <a:ext cx="439056"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Picture Placeholder 4">
            <a:extLst>
              <a:ext uri="{FF2B5EF4-FFF2-40B4-BE49-F238E27FC236}">
                <a16:creationId xmlns:a16="http://schemas.microsoft.com/office/drawing/2014/main" id="{FA767B04-DB20-575B-553B-88ACD76553EF}"/>
              </a:ext>
            </a:extLst>
          </p:cNvPr>
          <p:cNvSpPr>
            <a:spLocks noGrp="1"/>
          </p:cNvSpPr>
          <p:nvPr>
            <p:ph type="pic" sz="quarter" idx="12" hasCustomPrompt="1"/>
          </p:nvPr>
        </p:nvSpPr>
        <p:spPr>
          <a:xfrm>
            <a:off x="300038" y="0"/>
            <a:ext cx="5495544" cy="6858000"/>
          </a:xfrm>
          <a:custGeom>
            <a:avLst/>
            <a:gdLst>
              <a:gd name="connsiteX0" fmla="*/ 0 w 5495544"/>
              <a:gd name="connsiteY0" fmla="*/ 0 h 6858000"/>
              <a:gd name="connsiteX1" fmla="*/ 5495544 w 5495544"/>
              <a:gd name="connsiteY1" fmla="*/ 0 h 6858000"/>
              <a:gd name="connsiteX2" fmla="*/ 5495544 w 5495544"/>
              <a:gd name="connsiteY2" fmla="*/ 6858000 h 6858000"/>
              <a:gd name="connsiteX3" fmla="*/ 0 w 549554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95544" h="6858000">
                <a:moveTo>
                  <a:pt x="0" y="0"/>
                </a:moveTo>
                <a:lnTo>
                  <a:pt x="5495544" y="0"/>
                </a:lnTo>
                <a:lnTo>
                  <a:pt x="5495544" y="6858000"/>
                </a:lnTo>
                <a:lnTo>
                  <a:pt x="0" y="6858000"/>
                </a:lnTo>
                <a:close/>
              </a:path>
            </a:pathLst>
          </a:custGeom>
          <a:solidFill>
            <a:schemeClr val="bg2"/>
          </a:solidFill>
        </p:spPr>
        <p:txBody>
          <a:bodyPr wrap="square" anchor="ctr">
            <a:noAutofit/>
          </a:bodyPr>
          <a:lstStyle>
            <a:lvl1pPr marL="0" indent="0" algn="ctr">
              <a:buFontTx/>
              <a:buNone/>
              <a:defRPr baseline="0">
                <a:solidFill>
                  <a:schemeClr val="tx1"/>
                </a:solidFill>
              </a:defRPr>
            </a:lvl1pPr>
          </a:lstStyle>
          <a:p>
            <a:r>
              <a:rPr lang="en-US" dirty="0"/>
              <a:t>Drag and drop </a:t>
            </a:r>
            <a:br>
              <a:rPr lang="en-US" dirty="0"/>
            </a:br>
            <a:r>
              <a:rPr lang="en-US" dirty="0"/>
              <a:t>a picture here</a:t>
            </a:r>
          </a:p>
        </p:txBody>
      </p:sp>
      <p:pic>
        <p:nvPicPr>
          <p:cNvPr id="6" name="Graphic 7">
            <a:extLst>
              <a:ext uri="{FF2B5EF4-FFF2-40B4-BE49-F238E27FC236}">
                <a16:creationId xmlns:a16="http://schemas.microsoft.com/office/drawing/2014/main" id="{0A935D2C-8C8E-184B-D8FC-8FF74926C0C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286242" y="47623"/>
            <a:ext cx="1857226" cy="1280160"/>
          </a:xfrm>
          <a:prstGeom prst="rect">
            <a:avLst/>
          </a:prstGeom>
        </p:spPr>
      </p:pic>
    </p:spTree>
    <p:extLst>
      <p:ext uri="{BB962C8B-B14F-4D97-AF65-F5344CB8AC3E}">
        <p14:creationId xmlns:p14="http://schemas.microsoft.com/office/powerpoint/2010/main" val="361179049"/>
      </p:ext>
    </p:extLst>
  </p:cSld>
  <p:clrMapOvr>
    <a:masterClrMapping/>
  </p:clrMapOvr>
  <p:extLst>
    <p:ext uri="{DCECCB84-F9BA-43D5-87BE-67443E8EF086}">
      <p15:sldGuideLst xmlns:p15="http://schemas.microsoft.com/office/powerpoint/2012/main">
        <p15:guide id="1" pos="6516">
          <p15:clr>
            <a:srgbClr val="FBAE40"/>
          </p15:clr>
        </p15:guide>
        <p15:guide id="2" pos="7387">
          <p15:clr>
            <a:srgbClr val="FBAE40"/>
          </p15:clr>
        </p15:guide>
        <p15:guide id="3" orient="horz" pos="3067">
          <p15:clr>
            <a:srgbClr val="FBAE40"/>
          </p15:clr>
        </p15:guide>
        <p15:guide id="4" orient="horz" pos="3935">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Main title without picture">
    <p:bg>
      <p:bgPr>
        <a:solidFill>
          <a:srgbClr val="00234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BBC7E-853C-4EAC-941C-F7D4C872CEDA}"/>
              </a:ext>
            </a:extLst>
          </p:cNvPr>
          <p:cNvSpPr>
            <a:spLocks noGrp="1"/>
          </p:cNvSpPr>
          <p:nvPr>
            <p:ph type="ctrTitle" hasCustomPrompt="1"/>
          </p:nvPr>
        </p:nvSpPr>
        <p:spPr>
          <a:xfrm>
            <a:off x="911470" y="1964458"/>
            <a:ext cx="7807324" cy="2929084"/>
          </a:xfrm>
        </p:spPr>
        <p:txBody>
          <a:bodyPr anchor="ctr"/>
          <a:lstStyle>
            <a:lvl1pPr algn="l">
              <a:defRPr sz="3600" b="1">
                <a:solidFill>
                  <a:schemeClr val="bg1"/>
                </a:solidFill>
              </a:defRPr>
            </a:lvl1pPr>
          </a:lstStyle>
          <a:p>
            <a:r>
              <a:rPr lang="en-US" dirty="0"/>
              <a:t>Presentation title</a:t>
            </a:r>
            <a:endParaRPr lang="fr-FR" dirty="0"/>
          </a:p>
        </p:txBody>
      </p:sp>
      <p:sp>
        <p:nvSpPr>
          <p:cNvPr id="3" name="Subtitle 2">
            <a:extLst>
              <a:ext uri="{FF2B5EF4-FFF2-40B4-BE49-F238E27FC236}">
                <a16:creationId xmlns:a16="http://schemas.microsoft.com/office/drawing/2014/main" id="{F38F8A67-080E-4CD5-8528-5627C41B2D72}"/>
              </a:ext>
            </a:extLst>
          </p:cNvPr>
          <p:cNvSpPr>
            <a:spLocks noGrp="1"/>
          </p:cNvSpPr>
          <p:nvPr>
            <p:ph type="subTitle" idx="1" hasCustomPrompt="1"/>
          </p:nvPr>
        </p:nvSpPr>
        <p:spPr>
          <a:xfrm>
            <a:off x="911470" y="5015060"/>
            <a:ext cx="7807324" cy="1077764"/>
          </a:xfrm>
        </p:spPr>
        <p:txBody>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Presenter</a:t>
            </a:r>
            <a:endParaRPr lang="fr-FR" dirty="0"/>
          </a:p>
        </p:txBody>
      </p:sp>
      <p:pic>
        <p:nvPicPr>
          <p:cNvPr id="4" name="Graphic 14">
            <a:extLst>
              <a:ext uri="{FF2B5EF4-FFF2-40B4-BE49-F238E27FC236}">
                <a16:creationId xmlns:a16="http://schemas.microsoft.com/office/drawing/2014/main" id="{70CC30A6-5943-4618-79CD-9E122FDCAE6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286242" y="47623"/>
            <a:ext cx="1857226" cy="1280160"/>
          </a:xfrm>
          <a:prstGeom prst="rect">
            <a:avLst/>
          </a:prstGeom>
        </p:spPr>
      </p:pic>
      <p:sp>
        <p:nvSpPr>
          <p:cNvPr id="7" name="Rectangle 6">
            <a:extLst>
              <a:ext uri="{FF2B5EF4-FFF2-40B4-BE49-F238E27FC236}">
                <a16:creationId xmlns:a16="http://schemas.microsoft.com/office/drawing/2014/main" id="{E09F09FF-C8AF-EE46-958B-11187A34AAE5}"/>
              </a:ext>
            </a:extLst>
          </p:cNvPr>
          <p:cNvSpPr/>
          <p:nvPr userDrawn="1"/>
        </p:nvSpPr>
        <p:spPr>
          <a:xfrm>
            <a:off x="-228" y="0"/>
            <a:ext cx="300266"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6950517"/>
      </p:ext>
    </p:extLst>
  </p:cSld>
  <p:clrMapOvr>
    <a:masterClrMapping/>
  </p:clrMapOvr>
  <p:extLst>
    <p:ext uri="{DCECCB84-F9BA-43D5-87BE-67443E8EF086}">
      <p15:sldGuideLst xmlns:p15="http://schemas.microsoft.com/office/powerpoint/2012/main">
        <p15:guide id="1" orient="horz" pos="1709">
          <p15:clr>
            <a:srgbClr val="FBAE40"/>
          </p15:clr>
        </p15:guide>
        <p15:guide id="2" orient="horz" pos="2615">
          <p15:clr>
            <a:srgbClr val="FBAE40"/>
          </p15:clr>
        </p15:guide>
        <p15:guide id="3" pos="5196">
          <p15:clr>
            <a:srgbClr val="FBAE40"/>
          </p15:clr>
        </p15:guide>
        <p15:guide id="4" pos="610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s">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lvl1pPr>
              <a:spcBef>
                <a:spcPts val="1200"/>
              </a:spcBef>
              <a:defRPr/>
            </a:lvl1pPr>
          </a:lstStyle>
          <a:p>
            <a:pPr lvl="0"/>
            <a:r>
              <a:rPr lang="en-US" dirty="0"/>
              <a:t>First level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6"/>
          <p:cNvSpPr>
            <a:spLocks noGrp="1"/>
          </p:cNvSpPr>
          <p:nvPr>
            <p:ph type="title" hasCustomPrompt="1"/>
          </p:nvPr>
        </p:nvSpPr>
        <p:spPr/>
        <p:txBody>
          <a:bodyPr/>
          <a:lstStyle>
            <a:lvl1pPr>
              <a:defRPr/>
            </a:lvl1pPr>
          </a:lstStyle>
          <a:p>
            <a:r>
              <a:rPr lang="en-US" dirty="0"/>
              <a:t>Slide title</a:t>
            </a:r>
          </a:p>
        </p:txBody>
      </p:sp>
      <p:sp>
        <p:nvSpPr>
          <p:cNvPr id="4" name="Date Placeholder 3">
            <a:extLst>
              <a:ext uri="{FF2B5EF4-FFF2-40B4-BE49-F238E27FC236}">
                <a16:creationId xmlns:a16="http://schemas.microsoft.com/office/drawing/2014/main" id="{706EF7C4-3513-40DF-91A6-018C8E9ACF4C}"/>
              </a:ext>
            </a:extLst>
          </p:cNvPr>
          <p:cNvSpPr>
            <a:spLocks noGrp="1"/>
          </p:cNvSpPr>
          <p:nvPr>
            <p:ph type="dt" sz="half" idx="10"/>
          </p:nvPr>
        </p:nvSpPr>
        <p:spPr/>
        <p:txBody>
          <a:bodyPr/>
          <a:lstStyle/>
          <a:p>
            <a:fld id="{D9DF79F8-5C81-4686-9B96-1B1967411D06}" type="datetime1">
              <a:rPr lang="en-US" smtClean="0"/>
              <a:t>6/29/2026</a:t>
            </a:fld>
            <a:endParaRPr lang="en-US"/>
          </a:p>
        </p:txBody>
      </p:sp>
      <p:sp>
        <p:nvSpPr>
          <p:cNvPr id="5" name="Footer Placeholder 4">
            <a:extLst>
              <a:ext uri="{FF2B5EF4-FFF2-40B4-BE49-F238E27FC236}">
                <a16:creationId xmlns:a16="http://schemas.microsoft.com/office/drawing/2014/main" id="{4D2B796A-0B1E-46FA-AC86-9A7803DF8C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98E223-380C-4295-85FF-7B9C2423BBBE}"/>
              </a:ext>
            </a:extLst>
          </p:cNvPr>
          <p:cNvSpPr>
            <a:spLocks noGrp="1"/>
          </p:cNvSpPr>
          <p:nvPr>
            <p:ph type="sldNum" sz="quarter" idx="12"/>
          </p:nvPr>
        </p:nvSpPr>
        <p:spPr/>
        <p:txBody>
          <a:bodyPr/>
          <a:lstStyle/>
          <a:p>
            <a:fld id="{40A7B169-58CE-4E65-B1F9-ACF9E46440C2}" type="slidenum">
              <a:rPr lang="en-US" smtClean="0"/>
              <a:t>‹#›</a:t>
            </a:fld>
            <a:endParaRPr lang="en-US"/>
          </a:p>
        </p:txBody>
      </p:sp>
    </p:spTree>
    <p:extLst>
      <p:ext uri="{BB962C8B-B14F-4D97-AF65-F5344CB8AC3E}">
        <p14:creationId xmlns:p14="http://schemas.microsoft.com/office/powerpoint/2010/main" val="3897428650"/>
      </p:ext>
    </p:extLst>
  </p:cSld>
  <p:clrMapOvr>
    <a:masterClrMapping/>
  </p:clrMapOvr>
  <p:extLst>
    <p:ext uri="{DCECCB84-F9BA-43D5-87BE-67443E8EF086}">
      <p15:sldGuideLst xmlns:p15="http://schemas.microsoft.com/office/powerpoint/2012/main">
        <p15:guide id="1" pos="5654">
          <p15:clr>
            <a:srgbClr val="FBAE40"/>
          </p15:clr>
        </p15:guide>
        <p15:guide id="2" pos="726">
          <p15:clr>
            <a:srgbClr val="FBAE40"/>
          </p15:clr>
        </p15:guide>
        <p15:guide id="3" orient="horz" pos="137">
          <p15:clr>
            <a:srgbClr val="FBAE40"/>
          </p15:clr>
        </p15:guide>
        <p15:guide id="4" orient="horz" pos="67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819399" y="419894"/>
            <a:ext cx="9372601" cy="1484312"/>
          </a:xfrm>
          <a:solidFill>
            <a:schemeClr val="accent4"/>
          </a:solidFill>
        </p:spPr>
        <p:txBody>
          <a:bodyPr vert="horz" lIns="91440" tIns="45720" rIns="288000" bIns="45720" rtlCol="0" anchor="ctr">
            <a:noAutofit/>
          </a:bodyPr>
          <a:lstStyle>
            <a:lvl1pPr marL="263525" indent="0" algn="l">
              <a:defRPr lang="en-US" sz="3600" b="1" dirty="0">
                <a:solidFill>
                  <a:schemeClr val="tx1"/>
                </a:solidFill>
              </a:defRPr>
            </a:lvl1pPr>
          </a:lstStyle>
          <a:p>
            <a:pPr lvl="0"/>
            <a:r>
              <a:rPr lang="en-US" dirty="0"/>
              <a:t>Section title</a:t>
            </a:r>
          </a:p>
        </p:txBody>
      </p:sp>
      <p:pic>
        <p:nvPicPr>
          <p:cNvPr id="3" name="Graphic 5">
            <a:extLst>
              <a:ext uri="{FF2B5EF4-FFF2-40B4-BE49-F238E27FC236}">
                <a16:creationId xmlns:a16="http://schemas.microsoft.com/office/drawing/2014/main" id="{7B0BAF98-BF01-8628-815D-6C637563DA9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61974" y="6155372"/>
            <a:ext cx="928614" cy="640080"/>
          </a:xfrm>
          <a:prstGeom prst="rect">
            <a:avLst/>
          </a:prstGeom>
        </p:spPr>
      </p:pic>
      <p:sp>
        <p:nvSpPr>
          <p:cNvPr id="5" name="Picture Placeholder 6">
            <a:extLst>
              <a:ext uri="{FF2B5EF4-FFF2-40B4-BE49-F238E27FC236}">
                <a16:creationId xmlns:a16="http://schemas.microsoft.com/office/drawing/2014/main" id="{C4CE3442-CD9D-76CA-881D-CEA1B2E3BE72}"/>
              </a:ext>
            </a:extLst>
          </p:cNvPr>
          <p:cNvSpPr>
            <a:spLocks noGrp="1"/>
          </p:cNvSpPr>
          <p:nvPr>
            <p:ph type="pic" sz="quarter" idx="10" hasCustomPrompt="1"/>
          </p:nvPr>
        </p:nvSpPr>
        <p:spPr>
          <a:xfrm>
            <a:off x="0" y="1304925"/>
            <a:ext cx="12192000" cy="4787900"/>
          </a:xfrm>
          <a:custGeom>
            <a:avLst/>
            <a:gdLst>
              <a:gd name="connsiteX0" fmla="*/ 0 w 12192000"/>
              <a:gd name="connsiteY0" fmla="*/ 0 h 4787900"/>
              <a:gd name="connsiteX1" fmla="*/ 2819399 w 12192000"/>
              <a:gd name="connsiteY1" fmla="*/ 0 h 4787900"/>
              <a:gd name="connsiteX2" fmla="*/ 2819399 w 12192000"/>
              <a:gd name="connsiteY2" fmla="*/ 599281 h 4787900"/>
              <a:gd name="connsiteX3" fmla="*/ 12192000 w 12192000"/>
              <a:gd name="connsiteY3" fmla="*/ 599281 h 4787900"/>
              <a:gd name="connsiteX4" fmla="*/ 12192000 w 12192000"/>
              <a:gd name="connsiteY4" fmla="*/ 4787900 h 4787900"/>
              <a:gd name="connsiteX5" fmla="*/ 0 w 12192000"/>
              <a:gd name="connsiteY5" fmla="*/ 4787900 h 4787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787900">
                <a:moveTo>
                  <a:pt x="0" y="0"/>
                </a:moveTo>
                <a:lnTo>
                  <a:pt x="2819399" y="0"/>
                </a:lnTo>
                <a:lnTo>
                  <a:pt x="2819399" y="599281"/>
                </a:lnTo>
                <a:lnTo>
                  <a:pt x="12192000" y="599281"/>
                </a:lnTo>
                <a:lnTo>
                  <a:pt x="12192000" y="4787900"/>
                </a:lnTo>
                <a:lnTo>
                  <a:pt x="0" y="4787900"/>
                </a:lnTo>
                <a:close/>
              </a:path>
            </a:pathLst>
          </a:custGeom>
          <a:noFill/>
        </p:spPr>
        <p:txBody>
          <a:bodyPr wrap="square" anchor="ctr">
            <a:noAutofit/>
          </a:bodyPr>
          <a:lstStyle>
            <a:lvl1pPr marL="0" indent="0" algn="ctr">
              <a:buNone/>
              <a:defRPr>
                <a:solidFill>
                  <a:srgbClr val="C0C8D2"/>
                </a:solidFill>
              </a:defRPr>
            </a:lvl1pPr>
          </a:lstStyle>
          <a:p>
            <a:r>
              <a:rPr lang="en-US" dirty="0"/>
              <a:t>Drag and drop a picture here (optional)</a:t>
            </a:r>
          </a:p>
        </p:txBody>
      </p:sp>
    </p:spTree>
    <p:extLst>
      <p:ext uri="{BB962C8B-B14F-4D97-AF65-F5344CB8AC3E}">
        <p14:creationId xmlns:p14="http://schemas.microsoft.com/office/powerpoint/2010/main" val="6864729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two contents">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300037" y="1484313"/>
            <a:ext cx="5719763" cy="4608512"/>
          </a:xfrm>
        </p:spPr>
        <p:txBody>
          <a:bodyPr/>
          <a:lstStyle>
            <a:lvl1pPr marL="261938" indent="-261938">
              <a:buFont typeface="Arial" panose="020B0604020202020204" pitchFamily="34" charset="0"/>
              <a:buChar char="•"/>
              <a:defRPr/>
            </a:lvl1pPr>
            <a:lvl2pPr marL="536575" indent="-266700">
              <a:buFont typeface="Arial" panose="020B0604020202020204" pitchFamily="34" charset="0"/>
              <a:buChar char="•"/>
              <a:defRPr/>
            </a:lvl2pPr>
            <a:lvl3pPr marL="812800" indent="-273050">
              <a:buFont typeface="Arial" panose="020B0604020202020204" pitchFamily="34" charset="0"/>
              <a:buChar char="•"/>
              <a:defRPr/>
            </a:lvl3pPr>
            <a:lvl4pPr marL="987425" indent="-268288">
              <a:buFont typeface="Arial" panose="020B0604020202020204" pitchFamily="34" charset="0"/>
              <a:buChar char="•"/>
              <a:defRPr/>
            </a:lvl4pPr>
          </a:lstStyle>
          <a:p>
            <a:pPr lvl="0"/>
            <a:r>
              <a:rPr lang="en-US" dirty="0"/>
              <a:t>First level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096000" y="1484313"/>
            <a:ext cx="5720400" cy="4608512"/>
          </a:xfrm>
        </p:spPr>
        <p:txBody>
          <a:bodyPr/>
          <a:lstStyle>
            <a:lvl1pPr>
              <a:defRPr/>
            </a:lvl1pPr>
          </a:lstStyle>
          <a:p>
            <a:pPr lvl="0"/>
            <a:r>
              <a:rPr lang="en-US" dirty="0"/>
              <a:t>First level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hasCustomPrompt="1"/>
          </p:nvPr>
        </p:nvSpPr>
        <p:spPr/>
        <p:txBody>
          <a:bodyPr/>
          <a:lstStyle>
            <a:lvl1pPr>
              <a:defRPr/>
            </a:lvl1pPr>
          </a:lstStyle>
          <a:p>
            <a:r>
              <a:rPr lang="en-US" dirty="0"/>
              <a:t>Slide title</a:t>
            </a:r>
          </a:p>
        </p:txBody>
      </p:sp>
      <p:sp>
        <p:nvSpPr>
          <p:cNvPr id="2" name="Date Placeholder 1">
            <a:extLst>
              <a:ext uri="{FF2B5EF4-FFF2-40B4-BE49-F238E27FC236}">
                <a16:creationId xmlns:a16="http://schemas.microsoft.com/office/drawing/2014/main" id="{53788507-3E03-4FB3-A132-78A9397820B6}"/>
              </a:ext>
            </a:extLst>
          </p:cNvPr>
          <p:cNvSpPr>
            <a:spLocks noGrp="1"/>
          </p:cNvSpPr>
          <p:nvPr>
            <p:ph type="dt" sz="half" idx="10"/>
          </p:nvPr>
        </p:nvSpPr>
        <p:spPr/>
        <p:txBody>
          <a:bodyPr/>
          <a:lstStyle/>
          <a:p>
            <a:fld id="{D2A2526B-D870-4079-B65F-8D7D425250CD}" type="datetime1">
              <a:rPr lang="en-US" smtClean="0"/>
              <a:t>6/29/2026</a:t>
            </a:fld>
            <a:endParaRPr lang="en-US"/>
          </a:p>
        </p:txBody>
      </p:sp>
      <p:sp>
        <p:nvSpPr>
          <p:cNvPr id="7" name="Footer Placeholder 6">
            <a:extLst>
              <a:ext uri="{FF2B5EF4-FFF2-40B4-BE49-F238E27FC236}">
                <a16:creationId xmlns:a16="http://schemas.microsoft.com/office/drawing/2014/main" id="{49E28F68-9BF2-4E8D-9900-2B961920C10C}"/>
              </a:ext>
            </a:extLst>
          </p:cNvPr>
          <p:cNvSpPr>
            <a:spLocks noGrp="1"/>
          </p:cNvSpPr>
          <p:nvPr>
            <p:ph type="ftr" sz="quarter" idx="11"/>
          </p:nvPr>
        </p:nvSpPr>
        <p:spPr/>
        <p:txBody>
          <a:bodyPr/>
          <a:lstStyle/>
          <a:p>
            <a:endParaRPr lang="en-US"/>
          </a:p>
        </p:txBody>
      </p:sp>
      <p:sp>
        <p:nvSpPr>
          <p:cNvPr id="8" name="Slide Number Placeholder 7">
            <a:extLst>
              <a:ext uri="{FF2B5EF4-FFF2-40B4-BE49-F238E27FC236}">
                <a16:creationId xmlns:a16="http://schemas.microsoft.com/office/drawing/2014/main" id="{E2468ACE-19CE-4D11-BE8C-BF854FA85EA3}"/>
              </a:ext>
            </a:extLst>
          </p:cNvPr>
          <p:cNvSpPr>
            <a:spLocks noGrp="1"/>
          </p:cNvSpPr>
          <p:nvPr>
            <p:ph type="sldNum" sz="quarter" idx="12"/>
          </p:nvPr>
        </p:nvSpPr>
        <p:spPr/>
        <p:txBody>
          <a:bodyPr/>
          <a:lstStyle/>
          <a:p>
            <a:fld id="{40A7B169-58CE-4E65-B1F9-ACF9E46440C2}" type="slidenum">
              <a:rPr lang="en-US" smtClean="0"/>
              <a:t>‹#›</a:t>
            </a:fld>
            <a:endParaRPr lang="en-US"/>
          </a:p>
        </p:txBody>
      </p:sp>
    </p:spTree>
    <p:extLst>
      <p:ext uri="{BB962C8B-B14F-4D97-AF65-F5344CB8AC3E}">
        <p14:creationId xmlns:p14="http://schemas.microsoft.com/office/powerpoint/2010/main" val="4156552837"/>
      </p:ext>
    </p:extLst>
  </p:cSld>
  <p:clrMapOvr>
    <a:masterClrMapping/>
  </p:clrMapOvr>
  <p:extLst>
    <p:ext uri="{DCECCB84-F9BA-43D5-87BE-67443E8EF086}">
      <p15:sldGuideLst xmlns:p15="http://schemas.microsoft.com/office/powerpoint/2012/main">
        <p15:guide id="1" orient="horz" pos="674">
          <p15:clr>
            <a:srgbClr val="FBAE40"/>
          </p15:clr>
        </p15:guide>
        <p15:guide id="2" orient="horz" pos="137">
          <p15:clr>
            <a:srgbClr val="FBAE40"/>
          </p15:clr>
        </p15:guide>
        <p15:guide id="3" pos="726">
          <p15:clr>
            <a:srgbClr val="FBAE40"/>
          </p15:clr>
        </p15:guide>
        <p15:guide id="4" pos="565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4" name="Title 3"/>
          <p:cNvSpPr>
            <a:spLocks noGrp="1"/>
          </p:cNvSpPr>
          <p:nvPr>
            <p:ph type="title" hasCustomPrompt="1"/>
          </p:nvPr>
        </p:nvSpPr>
        <p:spPr/>
        <p:txBody>
          <a:bodyPr/>
          <a:lstStyle>
            <a:lvl1pPr>
              <a:defRPr/>
            </a:lvl1pPr>
          </a:lstStyle>
          <a:p>
            <a:r>
              <a:rPr lang="en-US" dirty="0"/>
              <a:t>Slide title</a:t>
            </a:r>
          </a:p>
        </p:txBody>
      </p:sp>
      <p:sp>
        <p:nvSpPr>
          <p:cNvPr id="2" name="Date Placeholder 1">
            <a:extLst>
              <a:ext uri="{FF2B5EF4-FFF2-40B4-BE49-F238E27FC236}">
                <a16:creationId xmlns:a16="http://schemas.microsoft.com/office/drawing/2014/main" id="{69297BAC-5561-499E-BBCB-6D6E1FD7DF7B}"/>
              </a:ext>
            </a:extLst>
          </p:cNvPr>
          <p:cNvSpPr>
            <a:spLocks noGrp="1"/>
          </p:cNvSpPr>
          <p:nvPr>
            <p:ph type="dt" sz="half" idx="10"/>
          </p:nvPr>
        </p:nvSpPr>
        <p:spPr/>
        <p:txBody>
          <a:bodyPr/>
          <a:lstStyle/>
          <a:p>
            <a:fld id="{66DF4C63-49FF-42C7-B5D1-EBBDAB6CD1EB}" type="datetime1">
              <a:rPr lang="en-US" smtClean="0"/>
              <a:t>6/29/2026</a:t>
            </a:fld>
            <a:endParaRPr lang="en-US"/>
          </a:p>
        </p:txBody>
      </p:sp>
      <p:sp>
        <p:nvSpPr>
          <p:cNvPr id="5" name="Footer Placeholder 4">
            <a:extLst>
              <a:ext uri="{FF2B5EF4-FFF2-40B4-BE49-F238E27FC236}">
                <a16:creationId xmlns:a16="http://schemas.microsoft.com/office/drawing/2014/main" id="{01525733-58EA-4C07-864D-B4CB76D0D5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875373-7992-498D-9AB1-3D8254424717}"/>
              </a:ext>
            </a:extLst>
          </p:cNvPr>
          <p:cNvSpPr>
            <a:spLocks noGrp="1"/>
          </p:cNvSpPr>
          <p:nvPr>
            <p:ph type="sldNum" sz="quarter" idx="12"/>
          </p:nvPr>
        </p:nvSpPr>
        <p:spPr/>
        <p:txBody>
          <a:bodyPr/>
          <a:lstStyle/>
          <a:p>
            <a:fld id="{40A7B169-58CE-4E65-B1F9-ACF9E46440C2}" type="slidenum">
              <a:rPr lang="en-US" smtClean="0"/>
              <a:t>‹#›</a:t>
            </a:fld>
            <a:endParaRPr lang="en-US"/>
          </a:p>
        </p:txBody>
      </p:sp>
    </p:spTree>
    <p:extLst>
      <p:ext uri="{BB962C8B-B14F-4D97-AF65-F5344CB8AC3E}">
        <p14:creationId xmlns:p14="http://schemas.microsoft.com/office/powerpoint/2010/main" val="1050055051"/>
      </p:ext>
    </p:extLst>
  </p:cSld>
  <p:clrMapOvr>
    <a:masterClrMapping/>
  </p:clrMapOvr>
  <p:extLst>
    <p:ext uri="{DCECCB84-F9BA-43D5-87BE-67443E8EF086}">
      <p15:sldGuideLst xmlns:p15="http://schemas.microsoft.com/office/powerpoint/2012/main">
        <p15:guide id="1" pos="5654">
          <p15:clr>
            <a:srgbClr val="FBAE40"/>
          </p15:clr>
        </p15:guide>
        <p15:guide id="2" orient="horz" pos="2160">
          <p15:clr>
            <a:srgbClr val="FBAE40"/>
          </p15:clr>
        </p15:guide>
        <p15:guide id="3" orient="horz" pos="674">
          <p15:clr>
            <a:srgbClr val="FBAE40"/>
          </p15:clr>
        </p15:guide>
        <p15:guide id="4" orient="horz" pos="137">
          <p15:clr>
            <a:srgbClr val="FBAE40"/>
          </p15:clr>
        </p15:guide>
        <p15:guide id="5" pos="72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125953C-BDCE-466C-B5D1-10A5597F7220}"/>
              </a:ext>
            </a:extLst>
          </p:cNvPr>
          <p:cNvSpPr>
            <a:spLocks noGrp="1"/>
          </p:cNvSpPr>
          <p:nvPr>
            <p:ph type="dt" sz="half" idx="10"/>
          </p:nvPr>
        </p:nvSpPr>
        <p:spPr/>
        <p:txBody>
          <a:bodyPr/>
          <a:lstStyle/>
          <a:p>
            <a:fld id="{CAC83B64-271E-4844-A132-A95A5700260D}" type="datetime1">
              <a:rPr lang="en-US" smtClean="0"/>
              <a:t>6/29/2026</a:t>
            </a:fld>
            <a:endParaRPr lang="en-US"/>
          </a:p>
        </p:txBody>
      </p:sp>
      <p:sp>
        <p:nvSpPr>
          <p:cNvPr id="4" name="Footer Placeholder 3">
            <a:extLst>
              <a:ext uri="{FF2B5EF4-FFF2-40B4-BE49-F238E27FC236}">
                <a16:creationId xmlns:a16="http://schemas.microsoft.com/office/drawing/2014/main" id="{35093A61-3D0C-4D22-A38C-FED809C56B7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CFF57E-942B-4161-B1AA-AAC9C60FE343}"/>
              </a:ext>
            </a:extLst>
          </p:cNvPr>
          <p:cNvSpPr>
            <a:spLocks noGrp="1"/>
          </p:cNvSpPr>
          <p:nvPr>
            <p:ph type="sldNum" sz="quarter" idx="12"/>
          </p:nvPr>
        </p:nvSpPr>
        <p:spPr/>
        <p:txBody>
          <a:bodyPr/>
          <a:lstStyle/>
          <a:p>
            <a:fld id="{40A7B169-58CE-4E65-B1F9-ACF9E46440C2}" type="slidenum">
              <a:rPr lang="en-US" smtClean="0"/>
              <a:t>‹#›</a:t>
            </a:fld>
            <a:endParaRPr lang="en-US"/>
          </a:p>
        </p:txBody>
      </p:sp>
    </p:spTree>
    <p:extLst>
      <p:ext uri="{BB962C8B-B14F-4D97-AF65-F5344CB8AC3E}">
        <p14:creationId xmlns:p14="http://schemas.microsoft.com/office/powerpoint/2010/main" val="122962061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674">
          <p15:clr>
            <a:srgbClr val="FBAE40"/>
          </p15:clr>
        </p15:guide>
        <p15:guide id="3" orient="horz" pos="137">
          <p15:clr>
            <a:srgbClr val="FBAE40"/>
          </p15:clr>
        </p15:guide>
        <p15:guide id="4" pos="72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4" name="Text Placeholder 22">
            <a:extLst>
              <a:ext uri="{FF2B5EF4-FFF2-40B4-BE49-F238E27FC236}">
                <a16:creationId xmlns:a16="http://schemas.microsoft.com/office/drawing/2014/main" id="{D15AA452-2F5A-B772-945B-B0CFC5F3FD90}"/>
              </a:ext>
            </a:extLst>
          </p:cNvPr>
          <p:cNvSpPr>
            <a:spLocks noGrp="1"/>
          </p:cNvSpPr>
          <p:nvPr>
            <p:ph type="body" sz="quarter" idx="14" hasCustomPrompt="1"/>
          </p:nvPr>
        </p:nvSpPr>
        <p:spPr>
          <a:xfrm>
            <a:off x="300038" y="1487433"/>
            <a:ext cx="731520" cy="731520"/>
          </a:xfrm>
          <a:solidFill>
            <a:schemeClr val="accent4"/>
          </a:solidFill>
        </p:spPr>
        <p:txBody>
          <a:bodyPr anchor="ctr"/>
          <a:lstStyle>
            <a:lvl1pPr marL="0" indent="0" algn="ctr">
              <a:buNone/>
              <a:defRPr sz="2800"/>
            </a:lvl1pPr>
          </a:lstStyle>
          <a:p>
            <a:pPr lvl="0"/>
            <a:r>
              <a:rPr lang="en-US" dirty="0"/>
              <a:t>#</a:t>
            </a:r>
          </a:p>
        </p:txBody>
      </p:sp>
      <p:sp>
        <p:nvSpPr>
          <p:cNvPr id="2" name="Title 1">
            <a:extLst>
              <a:ext uri="{FF2B5EF4-FFF2-40B4-BE49-F238E27FC236}">
                <a16:creationId xmlns:a16="http://schemas.microsoft.com/office/drawing/2014/main" id="{B389467D-4E3E-2E79-F1E3-71984118B362}"/>
              </a:ext>
            </a:extLst>
          </p:cNvPr>
          <p:cNvSpPr>
            <a:spLocks noGrp="1"/>
          </p:cNvSpPr>
          <p:nvPr>
            <p:ph type="title" hasCustomPrompt="1"/>
          </p:nvPr>
        </p:nvSpPr>
        <p:spPr/>
        <p:txBody>
          <a:bodyPr/>
          <a:lstStyle>
            <a:lvl1pPr>
              <a:defRPr/>
            </a:lvl1pPr>
          </a:lstStyle>
          <a:p>
            <a:r>
              <a:rPr lang="en-US" dirty="0"/>
              <a:t>Slide title</a:t>
            </a:r>
          </a:p>
        </p:txBody>
      </p:sp>
      <p:sp>
        <p:nvSpPr>
          <p:cNvPr id="3" name="Footer Placeholder 2">
            <a:extLst>
              <a:ext uri="{FF2B5EF4-FFF2-40B4-BE49-F238E27FC236}">
                <a16:creationId xmlns:a16="http://schemas.microsoft.com/office/drawing/2014/main" id="{B130C536-79BA-88B1-166F-BD74971E5AE6}"/>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BC20DF25-812A-35DC-2783-1BC33FB9C8AC}"/>
              </a:ext>
            </a:extLst>
          </p:cNvPr>
          <p:cNvSpPr>
            <a:spLocks noGrp="1"/>
          </p:cNvSpPr>
          <p:nvPr>
            <p:ph type="sldNum" sz="quarter" idx="11"/>
          </p:nvPr>
        </p:nvSpPr>
        <p:spPr/>
        <p:txBody>
          <a:bodyPr/>
          <a:lstStyle/>
          <a:p>
            <a:fld id="{40A7B169-58CE-4E65-B1F9-ACF9E46440C2}" type="slidenum">
              <a:rPr lang="en-US" smtClean="0"/>
              <a:t>‹#›</a:t>
            </a:fld>
            <a:endParaRPr lang="en-US"/>
          </a:p>
        </p:txBody>
      </p:sp>
      <p:sp>
        <p:nvSpPr>
          <p:cNvPr id="5" name="Date Placeholder 4">
            <a:extLst>
              <a:ext uri="{FF2B5EF4-FFF2-40B4-BE49-F238E27FC236}">
                <a16:creationId xmlns:a16="http://schemas.microsoft.com/office/drawing/2014/main" id="{FE15D2CF-A487-DE9E-414F-462D62049E40}"/>
              </a:ext>
            </a:extLst>
          </p:cNvPr>
          <p:cNvSpPr>
            <a:spLocks noGrp="1"/>
          </p:cNvSpPr>
          <p:nvPr>
            <p:ph type="dt" sz="half" idx="12"/>
          </p:nvPr>
        </p:nvSpPr>
        <p:spPr/>
        <p:txBody>
          <a:bodyPr/>
          <a:lstStyle/>
          <a:p>
            <a:fld id="{EEF0316B-DEBB-43F6-80BF-4DF46A17F596}" type="datetime1">
              <a:rPr lang="en-US" smtClean="0"/>
              <a:t>6/29/2026</a:t>
            </a:fld>
            <a:endParaRPr lang="en-US"/>
          </a:p>
        </p:txBody>
      </p:sp>
      <p:sp>
        <p:nvSpPr>
          <p:cNvPr id="23" name="Text Placeholder 22">
            <a:extLst>
              <a:ext uri="{FF2B5EF4-FFF2-40B4-BE49-F238E27FC236}">
                <a16:creationId xmlns:a16="http://schemas.microsoft.com/office/drawing/2014/main" id="{229F6FE6-9902-64DD-A000-F3C8D011E5A1}"/>
              </a:ext>
            </a:extLst>
          </p:cNvPr>
          <p:cNvSpPr>
            <a:spLocks noGrp="1"/>
          </p:cNvSpPr>
          <p:nvPr>
            <p:ph type="body" sz="quarter" idx="13" hasCustomPrompt="1"/>
          </p:nvPr>
        </p:nvSpPr>
        <p:spPr>
          <a:xfrm>
            <a:off x="1091649" y="1487433"/>
            <a:ext cx="4754880" cy="731520"/>
          </a:xfrm>
        </p:spPr>
        <p:txBody>
          <a:bodyPr anchor="ctr"/>
          <a:lstStyle>
            <a:lvl1pPr marL="0" indent="0">
              <a:buNone/>
              <a:defRPr sz="2800"/>
            </a:lvl1pPr>
          </a:lstStyle>
          <a:p>
            <a:pPr lvl="0"/>
            <a:r>
              <a:rPr lang="en-US" dirty="0"/>
              <a:t>Topic</a:t>
            </a:r>
          </a:p>
        </p:txBody>
      </p:sp>
      <p:sp>
        <p:nvSpPr>
          <p:cNvPr id="25" name="Text Placeholder 22">
            <a:extLst>
              <a:ext uri="{FF2B5EF4-FFF2-40B4-BE49-F238E27FC236}">
                <a16:creationId xmlns:a16="http://schemas.microsoft.com/office/drawing/2014/main" id="{6E4D8103-4194-5038-5BB3-B27BD01622E3}"/>
              </a:ext>
            </a:extLst>
          </p:cNvPr>
          <p:cNvSpPr>
            <a:spLocks noGrp="1"/>
          </p:cNvSpPr>
          <p:nvPr>
            <p:ph type="body" sz="quarter" idx="15" hasCustomPrompt="1"/>
          </p:nvPr>
        </p:nvSpPr>
        <p:spPr>
          <a:xfrm>
            <a:off x="300038" y="2624425"/>
            <a:ext cx="731520" cy="731520"/>
          </a:xfrm>
          <a:solidFill>
            <a:schemeClr val="accent4"/>
          </a:solidFill>
        </p:spPr>
        <p:txBody>
          <a:bodyPr anchor="ctr"/>
          <a:lstStyle>
            <a:lvl1pPr marL="0" indent="0" algn="ctr">
              <a:buNone/>
              <a:defRPr sz="2800"/>
            </a:lvl1pPr>
          </a:lstStyle>
          <a:p>
            <a:pPr lvl="0"/>
            <a:r>
              <a:rPr lang="en-US" dirty="0"/>
              <a:t>#</a:t>
            </a:r>
          </a:p>
        </p:txBody>
      </p:sp>
      <p:sp>
        <p:nvSpPr>
          <p:cNvPr id="26" name="Text Placeholder 22">
            <a:extLst>
              <a:ext uri="{FF2B5EF4-FFF2-40B4-BE49-F238E27FC236}">
                <a16:creationId xmlns:a16="http://schemas.microsoft.com/office/drawing/2014/main" id="{B333E01B-74F4-BD5A-C789-5CB514934AA4}"/>
              </a:ext>
            </a:extLst>
          </p:cNvPr>
          <p:cNvSpPr>
            <a:spLocks noGrp="1"/>
          </p:cNvSpPr>
          <p:nvPr>
            <p:ph type="body" sz="quarter" idx="16" hasCustomPrompt="1"/>
          </p:nvPr>
        </p:nvSpPr>
        <p:spPr>
          <a:xfrm>
            <a:off x="1091649" y="2624425"/>
            <a:ext cx="4754880" cy="731520"/>
          </a:xfrm>
        </p:spPr>
        <p:txBody>
          <a:bodyPr anchor="ctr"/>
          <a:lstStyle>
            <a:lvl1pPr marL="0" indent="0">
              <a:buNone/>
              <a:defRPr sz="2800"/>
            </a:lvl1pPr>
          </a:lstStyle>
          <a:p>
            <a:pPr lvl="0"/>
            <a:r>
              <a:rPr lang="en-US" dirty="0"/>
              <a:t>Topic</a:t>
            </a:r>
          </a:p>
        </p:txBody>
      </p:sp>
      <p:sp>
        <p:nvSpPr>
          <p:cNvPr id="27" name="Text Placeholder 22">
            <a:extLst>
              <a:ext uri="{FF2B5EF4-FFF2-40B4-BE49-F238E27FC236}">
                <a16:creationId xmlns:a16="http://schemas.microsoft.com/office/drawing/2014/main" id="{09017772-3244-6F37-2086-3BFA0683EAB0}"/>
              </a:ext>
            </a:extLst>
          </p:cNvPr>
          <p:cNvSpPr>
            <a:spLocks noGrp="1"/>
          </p:cNvSpPr>
          <p:nvPr>
            <p:ph type="body" sz="quarter" idx="17" hasCustomPrompt="1"/>
          </p:nvPr>
        </p:nvSpPr>
        <p:spPr>
          <a:xfrm>
            <a:off x="300038" y="3761417"/>
            <a:ext cx="731520" cy="731520"/>
          </a:xfrm>
          <a:solidFill>
            <a:schemeClr val="accent4"/>
          </a:solidFill>
        </p:spPr>
        <p:txBody>
          <a:bodyPr anchor="ctr"/>
          <a:lstStyle>
            <a:lvl1pPr marL="0" indent="0" algn="ctr">
              <a:buNone/>
              <a:defRPr sz="2800"/>
            </a:lvl1pPr>
          </a:lstStyle>
          <a:p>
            <a:pPr lvl="0"/>
            <a:r>
              <a:rPr lang="en-US" dirty="0"/>
              <a:t>#</a:t>
            </a:r>
          </a:p>
        </p:txBody>
      </p:sp>
      <p:sp>
        <p:nvSpPr>
          <p:cNvPr id="28" name="Text Placeholder 22">
            <a:extLst>
              <a:ext uri="{FF2B5EF4-FFF2-40B4-BE49-F238E27FC236}">
                <a16:creationId xmlns:a16="http://schemas.microsoft.com/office/drawing/2014/main" id="{0A08BA30-CC2E-1C99-57CB-92CBBB68B610}"/>
              </a:ext>
            </a:extLst>
          </p:cNvPr>
          <p:cNvSpPr>
            <a:spLocks noGrp="1"/>
          </p:cNvSpPr>
          <p:nvPr>
            <p:ph type="body" sz="quarter" idx="18" hasCustomPrompt="1"/>
          </p:nvPr>
        </p:nvSpPr>
        <p:spPr>
          <a:xfrm>
            <a:off x="1091649" y="3761417"/>
            <a:ext cx="4754880" cy="731520"/>
          </a:xfrm>
        </p:spPr>
        <p:txBody>
          <a:bodyPr anchor="ctr"/>
          <a:lstStyle>
            <a:lvl1pPr marL="0" indent="0">
              <a:buNone/>
              <a:defRPr sz="2800"/>
            </a:lvl1pPr>
          </a:lstStyle>
          <a:p>
            <a:pPr lvl="0"/>
            <a:r>
              <a:rPr lang="en-US" dirty="0"/>
              <a:t>Topic</a:t>
            </a:r>
          </a:p>
        </p:txBody>
      </p:sp>
      <p:sp>
        <p:nvSpPr>
          <p:cNvPr id="29" name="Text Placeholder 22">
            <a:extLst>
              <a:ext uri="{FF2B5EF4-FFF2-40B4-BE49-F238E27FC236}">
                <a16:creationId xmlns:a16="http://schemas.microsoft.com/office/drawing/2014/main" id="{E74361AC-E7BF-9BB0-D531-28E15A7ED06C}"/>
              </a:ext>
            </a:extLst>
          </p:cNvPr>
          <p:cNvSpPr>
            <a:spLocks noGrp="1"/>
          </p:cNvSpPr>
          <p:nvPr>
            <p:ph type="body" sz="quarter" idx="19" hasCustomPrompt="1"/>
          </p:nvPr>
        </p:nvSpPr>
        <p:spPr>
          <a:xfrm>
            <a:off x="300038" y="4898408"/>
            <a:ext cx="731520" cy="731520"/>
          </a:xfrm>
          <a:solidFill>
            <a:schemeClr val="accent4"/>
          </a:solidFill>
        </p:spPr>
        <p:txBody>
          <a:bodyPr anchor="ctr"/>
          <a:lstStyle>
            <a:lvl1pPr marL="0" indent="0" algn="ctr">
              <a:buNone/>
              <a:defRPr sz="2800"/>
            </a:lvl1pPr>
          </a:lstStyle>
          <a:p>
            <a:pPr lvl="0"/>
            <a:r>
              <a:rPr lang="en-US" dirty="0"/>
              <a:t>#</a:t>
            </a:r>
          </a:p>
        </p:txBody>
      </p:sp>
      <p:sp>
        <p:nvSpPr>
          <p:cNvPr id="30" name="Text Placeholder 22">
            <a:extLst>
              <a:ext uri="{FF2B5EF4-FFF2-40B4-BE49-F238E27FC236}">
                <a16:creationId xmlns:a16="http://schemas.microsoft.com/office/drawing/2014/main" id="{A2A63932-A9F1-75DE-B4ED-0D62394486DB}"/>
              </a:ext>
            </a:extLst>
          </p:cNvPr>
          <p:cNvSpPr>
            <a:spLocks noGrp="1"/>
          </p:cNvSpPr>
          <p:nvPr>
            <p:ph type="body" sz="quarter" idx="20" hasCustomPrompt="1"/>
          </p:nvPr>
        </p:nvSpPr>
        <p:spPr>
          <a:xfrm>
            <a:off x="1091649" y="4898408"/>
            <a:ext cx="4754880" cy="731520"/>
          </a:xfrm>
        </p:spPr>
        <p:txBody>
          <a:bodyPr anchor="ctr"/>
          <a:lstStyle>
            <a:lvl1pPr marL="0" indent="0">
              <a:buNone/>
              <a:defRPr sz="2800"/>
            </a:lvl1pPr>
          </a:lstStyle>
          <a:p>
            <a:pPr lvl="0"/>
            <a:r>
              <a:rPr lang="en-US" dirty="0"/>
              <a:t>Topic</a:t>
            </a:r>
          </a:p>
        </p:txBody>
      </p:sp>
      <p:sp>
        <p:nvSpPr>
          <p:cNvPr id="31" name="Text Placeholder 22">
            <a:extLst>
              <a:ext uri="{FF2B5EF4-FFF2-40B4-BE49-F238E27FC236}">
                <a16:creationId xmlns:a16="http://schemas.microsoft.com/office/drawing/2014/main" id="{B2E5A9C1-A2AB-4259-82F1-2AE3DFFDBA6C}"/>
              </a:ext>
            </a:extLst>
          </p:cNvPr>
          <p:cNvSpPr>
            <a:spLocks noGrp="1"/>
          </p:cNvSpPr>
          <p:nvPr>
            <p:ph type="body" sz="quarter" idx="21" hasCustomPrompt="1"/>
          </p:nvPr>
        </p:nvSpPr>
        <p:spPr>
          <a:xfrm>
            <a:off x="6096000" y="1487433"/>
            <a:ext cx="731520" cy="731520"/>
          </a:xfrm>
          <a:solidFill>
            <a:schemeClr val="accent4"/>
          </a:solidFill>
        </p:spPr>
        <p:txBody>
          <a:bodyPr anchor="ctr"/>
          <a:lstStyle>
            <a:lvl1pPr marL="0" indent="0" algn="ctr">
              <a:buNone/>
              <a:defRPr sz="2800"/>
            </a:lvl1pPr>
          </a:lstStyle>
          <a:p>
            <a:pPr lvl="0"/>
            <a:r>
              <a:rPr lang="en-US" dirty="0"/>
              <a:t>#</a:t>
            </a:r>
          </a:p>
        </p:txBody>
      </p:sp>
      <p:sp>
        <p:nvSpPr>
          <p:cNvPr id="32" name="Text Placeholder 22">
            <a:extLst>
              <a:ext uri="{FF2B5EF4-FFF2-40B4-BE49-F238E27FC236}">
                <a16:creationId xmlns:a16="http://schemas.microsoft.com/office/drawing/2014/main" id="{461B435B-C211-8417-11B1-5F46A1AC5953}"/>
              </a:ext>
            </a:extLst>
          </p:cNvPr>
          <p:cNvSpPr>
            <a:spLocks noGrp="1"/>
          </p:cNvSpPr>
          <p:nvPr>
            <p:ph type="body" sz="quarter" idx="22" hasCustomPrompt="1"/>
          </p:nvPr>
        </p:nvSpPr>
        <p:spPr>
          <a:xfrm>
            <a:off x="6887611" y="1487433"/>
            <a:ext cx="4754880" cy="731520"/>
          </a:xfrm>
        </p:spPr>
        <p:txBody>
          <a:bodyPr anchor="ctr"/>
          <a:lstStyle>
            <a:lvl1pPr marL="0" indent="0">
              <a:buNone/>
              <a:defRPr sz="2800"/>
            </a:lvl1pPr>
          </a:lstStyle>
          <a:p>
            <a:pPr lvl="0"/>
            <a:r>
              <a:rPr lang="en-US" dirty="0"/>
              <a:t>Topic</a:t>
            </a:r>
          </a:p>
        </p:txBody>
      </p:sp>
      <p:sp>
        <p:nvSpPr>
          <p:cNvPr id="33" name="Text Placeholder 22">
            <a:extLst>
              <a:ext uri="{FF2B5EF4-FFF2-40B4-BE49-F238E27FC236}">
                <a16:creationId xmlns:a16="http://schemas.microsoft.com/office/drawing/2014/main" id="{23E32E66-08FD-72CE-DA85-9B3671D6D2E1}"/>
              </a:ext>
            </a:extLst>
          </p:cNvPr>
          <p:cNvSpPr>
            <a:spLocks noGrp="1"/>
          </p:cNvSpPr>
          <p:nvPr>
            <p:ph type="body" sz="quarter" idx="23" hasCustomPrompt="1"/>
          </p:nvPr>
        </p:nvSpPr>
        <p:spPr>
          <a:xfrm>
            <a:off x="6096000" y="2624425"/>
            <a:ext cx="731520" cy="731520"/>
          </a:xfrm>
          <a:solidFill>
            <a:schemeClr val="accent4"/>
          </a:solidFill>
        </p:spPr>
        <p:txBody>
          <a:bodyPr anchor="ctr"/>
          <a:lstStyle>
            <a:lvl1pPr marL="0" indent="0" algn="ctr">
              <a:buNone/>
              <a:defRPr sz="2800"/>
            </a:lvl1pPr>
          </a:lstStyle>
          <a:p>
            <a:pPr lvl="0"/>
            <a:r>
              <a:rPr lang="en-US" dirty="0"/>
              <a:t>#</a:t>
            </a:r>
          </a:p>
        </p:txBody>
      </p:sp>
      <p:sp>
        <p:nvSpPr>
          <p:cNvPr id="34" name="Text Placeholder 22">
            <a:extLst>
              <a:ext uri="{FF2B5EF4-FFF2-40B4-BE49-F238E27FC236}">
                <a16:creationId xmlns:a16="http://schemas.microsoft.com/office/drawing/2014/main" id="{E0F050B4-6ECE-8FF8-A1AA-3F4C2FBA89D6}"/>
              </a:ext>
            </a:extLst>
          </p:cNvPr>
          <p:cNvSpPr>
            <a:spLocks noGrp="1"/>
          </p:cNvSpPr>
          <p:nvPr>
            <p:ph type="body" sz="quarter" idx="24" hasCustomPrompt="1"/>
          </p:nvPr>
        </p:nvSpPr>
        <p:spPr>
          <a:xfrm>
            <a:off x="6887611" y="2624425"/>
            <a:ext cx="4754880" cy="731520"/>
          </a:xfrm>
        </p:spPr>
        <p:txBody>
          <a:bodyPr anchor="ctr"/>
          <a:lstStyle>
            <a:lvl1pPr marL="0" indent="0">
              <a:buNone/>
              <a:defRPr sz="2800"/>
            </a:lvl1pPr>
          </a:lstStyle>
          <a:p>
            <a:pPr lvl="0"/>
            <a:r>
              <a:rPr lang="en-US" dirty="0"/>
              <a:t>Topic</a:t>
            </a:r>
          </a:p>
        </p:txBody>
      </p:sp>
      <p:sp>
        <p:nvSpPr>
          <p:cNvPr id="35" name="Text Placeholder 22">
            <a:extLst>
              <a:ext uri="{FF2B5EF4-FFF2-40B4-BE49-F238E27FC236}">
                <a16:creationId xmlns:a16="http://schemas.microsoft.com/office/drawing/2014/main" id="{C57D1331-E3D7-C1FD-541B-C64045C74224}"/>
              </a:ext>
            </a:extLst>
          </p:cNvPr>
          <p:cNvSpPr>
            <a:spLocks noGrp="1"/>
          </p:cNvSpPr>
          <p:nvPr>
            <p:ph type="body" sz="quarter" idx="25" hasCustomPrompt="1"/>
          </p:nvPr>
        </p:nvSpPr>
        <p:spPr>
          <a:xfrm>
            <a:off x="6096000" y="3761417"/>
            <a:ext cx="731520" cy="731520"/>
          </a:xfrm>
          <a:solidFill>
            <a:schemeClr val="accent4"/>
          </a:solidFill>
        </p:spPr>
        <p:txBody>
          <a:bodyPr anchor="ctr"/>
          <a:lstStyle>
            <a:lvl1pPr marL="0" indent="0" algn="ctr">
              <a:buNone/>
              <a:defRPr sz="2800"/>
            </a:lvl1pPr>
          </a:lstStyle>
          <a:p>
            <a:pPr lvl="0"/>
            <a:r>
              <a:rPr lang="en-US" dirty="0"/>
              <a:t>#</a:t>
            </a:r>
          </a:p>
        </p:txBody>
      </p:sp>
      <p:sp>
        <p:nvSpPr>
          <p:cNvPr id="36" name="Text Placeholder 22">
            <a:extLst>
              <a:ext uri="{FF2B5EF4-FFF2-40B4-BE49-F238E27FC236}">
                <a16:creationId xmlns:a16="http://schemas.microsoft.com/office/drawing/2014/main" id="{FCBB95E6-B6D9-2B1A-115E-09D087D4660E}"/>
              </a:ext>
            </a:extLst>
          </p:cNvPr>
          <p:cNvSpPr>
            <a:spLocks noGrp="1"/>
          </p:cNvSpPr>
          <p:nvPr>
            <p:ph type="body" sz="quarter" idx="26" hasCustomPrompt="1"/>
          </p:nvPr>
        </p:nvSpPr>
        <p:spPr>
          <a:xfrm>
            <a:off x="6887611" y="3761417"/>
            <a:ext cx="4754880" cy="731520"/>
          </a:xfrm>
        </p:spPr>
        <p:txBody>
          <a:bodyPr anchor="ctr"/>
          <a:lstStyle>
            <a:lvl1pPr marL="0" indent="0">
              <a:buNone/>
              <a:defRPr sz="2800"/>
            </a:lvl1pPr>
          </a:lstStyle>
          <a:p>
            <a:pPr lvl="0"/>
            <a:r>
              <a:rPr lang="en-US" dirty="0"/>
              <a:t>Topic</a:t>
            </a:r>
          </a:p>
        </p:txBody>
      </p:sp>
      <p:sp>
        <p:nvSpPr>
          <p:cNvPr id="37" name="Text Placeholder 22">
            <a:extLst>
              <a:ext uri="{FF2B5EF4-FFF2-40B4-BE49-F238E27FC236}">
                <a16:creationId xmlns:a16="http://schemas.microsoft.com/office/drawing/2014/main" id="{1AED3D0D-2221-0F28-6404-8DE7BBE38091}"/>
              </a:ext>
            </a:extLst>
          </p:cNvPr>
          <p:cNvSpPr>
            <a:spLocks noGrp="1"/>
          </p:cNvSpPr>
          <p:nvPr>
            <p:ph type="body" sz="quarter" idx="27" hasCustomPrompt="1"/>
          </p:nvPr>
        </p:nvSpPr>
        <p:spPr>
          <a:xfrm>
            <a:off x="6096000" y="4898408"/>
            <a:ext cx="731520" cy="731520"/>
          </a:xfrm>
          <a:solidFill>
            <a:schemeClr val="accent4"/>
          </a:solidFill>
        </p:spPr>
        <p:txBody>
          <a:bodyPr anchor="ctr"/>
          <a:lstStyle>
            <a:lvl1pPr marL="0" indent="0" algn="ctr">
              <a:buNone/>
              <a:defRPr sz="2800"/>
            </a:lvl1pPr>
          </a:lstStyle>
          <a:p>
            <a:pPr lvl="0"/>
            <a:r>
              <a:rPr lang="en-US" dirty="0"/>
              <a:t>#</a:t>
            </a:r>
          </a:p>
        </p:txBody>
      </p:sp>
      <p:sp>
        <p:nvSpPr>
          <p:cNvPr id="38" name="Text Placeholder 22">
            <a:extLst>
              <a:ext uri="{FF2B5EF4-FFF2-40B4-BE49-F238E27FC236}">
                <a16:creationId xmlns:a16="http://schemas.microsoft.com/office/drawing/2014/main" id="{A72B0B48-D3AF-3DBD-FB54-005779ED399C}"/>
              </a:ext>
            </a:extLst>
          </p:cNvPr>
          <p:cNvSpPr>
            <a:spLocks noGrp="1"/>
          </p:cNvSpPr>
          <p:nvPr>
            <p:ph type="body" sz="quarter" idx="28" hasCustomPrompt="1"/>
          </p:nvPr>
        </p:nvSpPr>
        <p:spPr>
          <a:xfrm>
            <a:off x="6887611" y="4898408"/>
            <a:ext cx="4754880" cy="731520"/>
          </a:xfrm>
        </p:spPr>
        <p:txBody>
          <a:bodyPr anchor="ctr"/>
          <a:lstStyle>
            <a:lvl1pPr marL="0" indent="0">
              <a:buNone/>
              <a:defRPr sz="2800"/>
            </a:lvl1pPr>
          </a:lstStyle>
          <a:p>
            <a:pPr lvl="0"/>
            <a:r>
              <a:rPr lang="en-US" dirty="0"/>
              <a:t>Topic</a:t>
            </a:r>
          </a:p>
        </p:txBody>
      </p:sp>
    </p:spTree>
    <p:extLst>
      <p:ext uri="{BB962C8B-B14F-4D97-AF65-F5344CB8AC3E}">
        <p14:creationId xmlns:p14="http://schemas.microsoft.com/office/powerpoint/2010/main" val="36613505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Thank you">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5F8E72F1-E261-A4D3-03FD-FCC351987924}"/>
              </a:ext>
            </a:extLst>
          </p:cNvPr>
          <p:cNvGrpSpPr/>
          <p:nvPr userDrawn="1"/>
        </p:nvGrpSpPr>
        <p:grpSpPr>
          <a:xfrm>
            <a:off x="0" y="0"/>
            <a:ext cx="12192000" cy="6858000"/>
            <a:chOff x="0" y="0"/>
            <a:chExt cx="12192000" cy="6858000"/>
          </a:xfrm>
        </p:grpSpPr>
        <p:sp>
          <p:nvSpPr>
            <p:cNvPr id="12" name="Rectangle 11">
              <a:extLst>
                <a:ext uri="{FF2B5EF4-FFF2-40B4-BE49-F238E27FC236}">
                  <a16:creationId xmlns:a16="http://schemas.microsoft.com/office/drawing/2014/main" id="{2A1E53E3-FC79-490F-927D-EDA5C06E6818}"/>
                </a:ext>
              </a:extLst>
            </p:cNvPr>
            <p:cNvSpPr/>
            <p:nvPr userDrawn="1"/>
          </p:nvSpPr>
          <p:spPr>
            <a:xfrm>
              <a:off x="0" y="0"/>
              <a:ext cx="12192000" cy="6854862"/>
            </a:xfrm>
            <a:prstGeom prst="rect">
              <a:avLst/>
            </a:prstGeom>
            <a:solidFill>
              <a:srgbClr val="0023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07C8CE8D-FE25-40F5-A966-5717F85ACF9F}"/>
                </a:ext>
              </a:extLst>
            </p:cNvPr>
            <p:cNvPicPr>
              <a:picLocks noChangeAspect="1"/>
            </p:cNvPicPr>
            <p:nvPr userDrawn="1"/>
          </p:nvPicPr>
          <p:blipFill>
            <a:blip r:embed="rId2"/>
            <a:stretch>
              <a:fillRect/>
            </a:stretch>
          </p:blipFill>
          <p:spPr>
            <a:xfrm>
              <a:off x="2959336" y="1565049"/>
              <a:ext cx="6273328" cy="2280102"/>
            </a:xfrm>
            <a:prstGeom prst="rect">
              <a:avLst/>
            </a:prstGeom>
          </p:spPr>
        </p:pic>
        <p:sp>
          <p:nvSpPr>
            <p:cNvPr id="4" name="Rectangle 3">
              <a:extLst>
                <a:ext uri="{FF2B5EF4-FFF2-40B4-BE49-F238E27FC236}">
                  <a16:creationId xmlns:a16="http://schemas.microsoft.com/office/drawing/2014/main" id="{D994F7AD-3707-136B-D04F-5BE5160AF4A4}"/>
                </a:ext>
              </a:extLst>
            </p:cNvPr>
            <p:cNvSpPr/>
            <p:nvPr userDrawn="1"/>
          </p:nvSpPr>
          <p:spPr>
            <a:xfrm>
              <a:off x="0" y="5580993"/>
              <a:ext cx="12192000" cy="127700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6" name="Rectangle 5">
              <a:extLst>
                <a:ext uri="{FF2B5EF4-FFF2-40B4-BE49-F238E27FC236}">
                  <a16:creationId xmlns:a16="http://schemas.microsoft.com/office/drawing/2014/main" id="{A970C644-A64B-B0FF-7271-99A256079D04}"/>
                </a:ext>
              </a:extLst>
            </p:cNvPr>
            <p:cNvSpPr/>
            <p:nvPr userDrawn="1"/>
          </p:nvSpPr>
          <p:spPr>
            <a:xfrm>
              <a:off x="219558" y="5822714"/>
              <a:ext cx="9395219" cy="830997"/>
            </a:xfrm>
            <a:prstGeom prst="rect">
              <a:avLst/>
            </a:prstGeom>
          </p:spPr>
          <p:txBody>
            <a:bodyPr wrap="square">
              <a:spAutoFit/>
            </a:bodyPr>
            <a:lstStyle/>
            <a:p>
              <a:r>
                <a:rPr lang="en-US" sz="1200" dirty="0">
                  <a:solidFill>
                    <a:srgbClr val="00234B"/>
                  </a:solidFill>
                  <a:latin typeface="Arial" panose="020B0604020202020204" pitchFamily="34" charset="0"/>
                </a:rPr>
                <a:t>© STMicroelectronics - All rights reserved.</a:t>
              </a:r>
              <a:br>
                <a:rPr lang="en-US" sz="1200" dirty="0">
                  <a:solidFill>
                    <a:srgbClr val="00234B"/>
                  </a:solidFill>
                  <a:latin typeface="Arial" panose="020B0604020202020204" pitchFamily="34" charset="0"/>
                </a:rPr>
              </a:br>
              <a:r>
                <a:rPr lang="en-US" sz="1200" kern="1200" dirty="0">
                  <a:solidFill>
                    <a:srgbClr val="00234B"/>
                  </a:solidFill>
                  <a:latin typeface="Arial" panose="020B0604020202020204" pitchFamily="34" charset="0"/>
                  <a:ea typeface="+mn-ea"/>
                  <a:cs typeface="+mn-cs"/>
                </a:rPr>
                <a:t>ST logo is a trademark or a registered trademark of STMicroelectronics International NV or its affiliates in the EU and/or other countries. For additional information about ST trademarks, please refer to </a:t>
              </a:r>
              <a:r>
                <a:rPr lang="en-US" sz="1200" kern="1200" dirty="0">
                  <a:solidFill>
                    <a:srgbClr val="00234B"/>
                  </a:solidFill>
                  <a:latin typeface="Arial" panose="020B0604020202020204" pitchFamily="34" charset="0"/>
                  <a:ea typeface="+mn-ea"/>
                  <a:cs typeface="+mn-cs"/>
                  <a:hlinkClick r:id="rId3">
                    <a:extLst>
                      <a:ext uri="{A12FA001-AC4F-418D-AE19-62706E023703}">
                        <ahyp:hlinkClr xmlns:ahyp="http://schemas.microsoft.com/office/drawing/2018/hyperlinkcolor" val="tx"/>
                      </a:ext>
                    </a:extLst>
                  </a:hlinkClick>
                </a:rPr>
                <a:t>www.st.com/trademarks</a:t>
              </a:r>
              <a:r>
                <a:rPr lang="en-US" sz="1200" kern="1200" dirty="0">
                  <a:solidFill>
                    <a:srgbClr val="00234B"/>
                  </a:solidFill>
                  <a:latin typeface="Arial" panose="020B0604020202020204" pitchFamily="34" charset="0"/>
                  <a:ea typeface="+mn-ea"/>
                  <a:cs typeface="+mn-cs"/>
                </a:rPr>
                <a:t>. </a:t>
              </a:r>
              <a:br>
                <a:rPr lang="en-US" sz="1200" kern="1200" dirty="0">
                  <a:solidFill>
                    <a:srgbClr val="00234B"/>
                  </a:solidFill>
                  <a:latin typeface="Arial" panose="020B0604020202020204" pitchFamily="34" charset="0"/>
                  <a:ea typeface="+mn-ea"/>
                  <a:cs typeface="+mn-cs"/>
                </a:rPr>
              </a:br>
              <a:r>
                <a:rPr lang="en-US" sz="1200" kern="1200" dirty="0">
                  <a:solidFill>
                    <a:srgbClr val="00234B"/>
                  </a:solidFill>
                  <a:latin typeface="Arial" panose="020B0604020202020204" pitchFamily="34" charset="0"/>
                  <a:ea typeface="+mn-ea"/>
                  <a:cs typeface="+mn-cs"/>
                </a:rPr>
                <a:t>All other product or service names are the property of their respective owners.</a:t>
              </a:r>
            </a:p>
          </p:txBody>
        </p:sp>
        <p:pic>
          <p:nvPicPr>
            <p:cNvPr id="7" name="Graphic 6">
              <a:extLst>
                <a:ext uri="{FF2B5EF4-FFF2-40B4-BE49-F238E27FC236}">
                  <a16:creationId xmlns:a16="http://schemas.microsoft.com/office/drawing/2014/main" id="{DF6297DC-F8E9-1EA8-8CF6-587BC0B48C59}"/>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66753" y="5668010"/>
              <a:ext cx="1591910" cy="1097280"/>
            </a:xfrm>
            <a:prstGeom prst="rect">
              <a:avLst/>
            </a:prstGeom>
          </p:spPr>
        </p:pic>
      </p:grpSp>
    </p:spTree>
    <p:extLst>
      <p:ext uri="{BB962C8B-B14F-4D97-AF65-F5344CB8AC3E}">
        <p14:creationId xmlns:p14="http://schemas.microsoft.com/office/powerpoint/2010/main" val="6300013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23719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sv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0037" y="-1"/>
            <a:ext cx="11609159" cy="1304925"/>
          </a:xfrm>
          <a:prstGeom prst="rect">
            <a:avLst/>
          </a:prstGeom>
        </p:spPr>
        <p:txBody>
          <a:bodyPr vert="horz" lIns="91440" tIns="45720" rIns="90000" bIns="45720" rtlCol="0" anchor="ctr">
            <a:noAutofit/>
          </a:bodyPr>
          <a:lstStyle/>
          <a:p>
            <a:pPr lvl="0" algn="r"/>
            <a:r>
              <a:rPr lang="en-US" dirty="0"/>
              <a:t>Slide title</a:t>
            </a:r>
          </a:p>
        </p:txBody>
      </p:sp>
      <p:sp>
        <p:nvSpPr>
          <p:cNvPr id="3" name="Text Placeholder 2"/>
          <p:cNvSpPr>
            <a:spLocks noGrp="1"/>
          </p:cNvSpPr>
          <p:nvPr>
            <p:ph type="body" idx="1"/>
          </p:nvPr>
        </p:nvSpPr>
        <p:spPr>
          <a:xfrm>
            <a:off x="300038" y="1484313"/>
            <a:ext cx="11591925" cy="4608512"/>
          </a:xfrm>
          <a:prstGeom prst="rect">
            <a:avLst/>
          </a:prstGeom>
        </p:spPr>
        <p:txBody>
          <a:bodyPr vert="horz" lIns="91440" tIns="45720" rIns="90000" bIns="45720" rtlCol="0">
            <a:noAutofit/>
          </a:bodyPr>
          <a:lstStyle/>
          <a:p>
            <a:pPr lvl="0"/>
            <a:r>
              <a:rPr lang="en-US" dirty="0"/>
              <a:t>First level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6070600" y="6330968"/>
            <a:ext cx="5483314" cy="292554"/>
          </a:xfrm>
          <a:prstGeom prst="rect">
            <a:avLst/>
          </a:prstGeom>
        </p:spPr>
        <p:txBody>
          <a:bodyPr vert="horz" lIns="90000" tIns="45720" rIns="90000" bIns="45720" rtlCol="0" anchor="b"/>
          <a:lstStyle>
            <a:lvl1pPr algn="r">
              <a:defRPr lang="en-US" sz="1100" b="0">
                <a:solidFill>
                  <a:schemeClr val="tx2"/>
                </a:solidFill>
              </a:defRPr>
            </a:lvl1pPr>
          </a:lstStyle>
          <a:p>
            <a:endParaRPr lang="en-US"/>
          </a:p>
        </p:txBody>
      </p:sp>
      <p:sp>
        <p:nvSpPr>
          <p:cNvPr id="6" name="Slide Number Placeholder 5"/>
          <p:cNvSpPr>
            <a:spLocks noGrp="1"/>
          </p:cNvSpPr>
          <p:nvPr>
            <p:ph type="sldNum" sz="quarter" idx="4"/>
          </p:nvPr>
        </p:nvSpPr>
        <p:spPr>
          <a:xfrm>
            <a:off x="11610261" y="6330968"/>
            <a:ext cx="411004" cy="292554"/>
          </a:xfrm>
          <a:prstGeom prst="rect">
            <a:avLst/>
          </a:prstGeom>
        </p:spPr>
        <p:txBody>
          <a:bodyPr vert="horz" lIns="0" tIns="46800" rIns="0" bIns="46800" rtlCol="0" anchor="b"/>
          <a:lstStyle>
            <a:lvl1pPr algn="r">
              <a:defRPr lang="en-US" sz="1100" b="0" smtClean="0">
                <a:solidFill>
                  <a:schemeClr val="tx2"/>
                </a:solidFill>
              </a:defRPr>
            </a:lvl1pPr>
          </a:lstStyle>
          <a:p>
            <a:fld id="{40A7B169-58CE-4E65-B1F9-ACF9E46440C2}" type="slidenum">
              <a:rPr lang="en-US" smtClean="0"/>
              <a:t>‹#›</a:t>
            </a:fld>
            <a:endParaRPr lang="en-US"/>
          </a:p>
        </p:txBody>
      </p:sp>
      <p:sp>
        <p:nvSpPr>
          <p:cNvPr id="4" name="Date Placeholder 3"/>
          <p:cNvSpPr>
            <a:spLocks noGrp="1"/>
          </p:cNvSpPr>
          <p:nvPr>
            <p:ph type="dt" sz="half" idx="2"/>
          </p:nvPr>
        </p:nvSpPr>
        <p:spPr>
          <a:xfrm>
            <a:off x="4857517" y="6330968"/>
            <a:ext cx="1184909" cy="292554"/>
          </a:xfrm>
          <a:prstGeom prst="rect">
            <a:avLst/>
          </a:prstGeom>
        </p:spPr>
        <p:txBody>
          <a:bodyPr vert="horz" lIns="91440" tIns="45720" rIns="91440" bIns="45720" rtlCol="0" anchor="b"/>
          <a:lstStyle>
            <a:lvl1pPr algn="r">
              <a:defRPr sz="1100" b="0">
                <a:solidFill>
                  <a:schemeClr val="tx2"/>
                </a:solidFill>
              </a:defRPr>
            </a:lvl1pPr>
          </a:lstStyle>
          <a:p>
            <a:fld id="{797107F4-97C6-4F3A-BF20-3F985D21AFA0}" type="datetime1">
              <a:rPr lang="en-US" smtClean="0"/>
              <a:t>6/29/2026</a:t>
            </a:fld>
            <a:endParaRPr lang="en-US"/>
          </a:p>
        </p:txBody>
      </p:sp>
      <p:sp>
        <p:nvSpPr>
          <p:cNvPr id="9" name="Rectangle 8">
            <a:extLst>
              <a:ext uri="{FF2B5EF4-FFF2-40B4-BE49-F238E27FC236}">
                <a16:creationId xmlns:a16="http://schemas.microsoft.com/office/drawing/2014/main" id="{57CD4E90-0AD7-41F7-BEF4-B339EC998E49}"/>
              </a:ext>
            </a:extLst>
          </p:cNvPr>
          <p:cNvSpPr/>
          <p:nvPr/>
        </p:nvSpPr>
        <p:spPr>
          <a:xfrm>
            <a:off x="12004894" y="0"/>
            <a:ext cx="187105" cy="1143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2" name="Group 41">
            <a:extLst>
              <a:ext uri="{FF2B5EF4-FFF2-40B4-BE49-F238E27FC236}">
                <a16:creationId xmlns:a16="http://schemas.microsoft.com/office/drawing/2014/main" id="{DC1749DD-5CB4-BAFF-5C24-97F0F00F15F6}"/>
              </a:ext>
            </a:extLst>
          </p:cNvPr>
          <p:cNvGrpSpPr/>
          <p:nvPr userDrawn="1"/>
        </p:nvGrpSpPr>
        <p:grpSpPr>
          <a:xfrm>
            <a:off x="-350520" y="4319928"/>
            <a:ext cx="317500" cy="952500"/>
            <a:chOff x="-342900" y="4319928"/>
            <a:chExt cx="317500" cy="952500"/>
          </a:xfrm>
        </p:grpSpPr>
        <p:sp>
          <p:nvSpPr>
            <p:cNvPr id="43" name="ColorPatch">
              <a:extLst>
                <a:ext uri="{FF2B5EF4-FFF2-40B4-BE49-F238E27FC236}">
                  <a16:creationId xmlns:a16="http://schemas.microsoft.com/office/drawing/2014/main" id="{A2E2F886-C330-51CE-B5C9-AB46F1404BB1}"/>
                </a:ext>
              </a:extLst>
            </p:cNvPr>
            <p:cNvSpPr/>
            <p:nvPr userDrawn="1"/>
          </p:nvSpPr>
          <p:spPr>
            <a:xfrm>
              <a:off x="-342900" y="4954928"/>
              <a:ext cx="317500" cy="317500"/>
            </a:xfrm>
            <a:prstGeom prst="rect">
              <a:avLst/>
            </a:prstGeom>
            <a:solidFill>
              <a:srgbClr val="EEEFF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44" name="ColorPatch">
              <a:extLst>
                <a:ext uri="{FF2B5EF4-FFF2-40B4-BE49-F238E27FC236}">
                  <a16:creationId xmlns:a16="http://schemas.microsoft.com/office/drawing/2014/main" id="{FDB36328-023C-D8C1-7E6B-A648091D0ED0}"/>
                </a:ext>
              </a:extLst>
            </p:cNvPr>
            <p:cNvSpPr/>
            <p:nvPr userDrawn="1"/>
          </p:nvSpPr>
          <p:spPr>
            <a:xfrm>
              <a:off x="-342900" y="4637428"/>
              <a:ext cx="317500" cy="317500"/>
            </a:xfrm>
            <a:prstGeom prst="rect">
              <a:avLst/>
            </a:prstGeom>
            <a:solidFill>
              <a:srgbClr val="A6ADB5"/>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45" name="ColorPatch">
              <a:extLst>
                <a:ext uri="{FF2B5EF4-FFF2-40B4-BE49-F238E27FC236}">
                  <a16:creationId xmlns:a16="http://schemas.microsoft.com/office/drawing/2014/main" id="{9F8E65A1-0412-05F6-3F82-8EB79873A102}"/>
                </a:ext>
              </a:extLst>
            </p:cNvPr>
            <p:cNvSpPr/>
            <p:nvPr userDrawn="1"/>
          </p:nvSpPr>
          <p:spPr>
            <a:xfrm>
              <a:off x="-342900" y="4319928"/>
              <a:ext cx="317500" cy="317500"/>
            </a:xfrm>
            <a:prstGeom prst="rect">
              <a:avLst/>
            </a:prstGeom>
            <a:solidFill>
              <a:srgbClr val="525A63"/>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grpSp>
      <p:grpSp>
        <p:nvGrpSpPr>
          <p:cNvPr id="49" name="Group 48">
            <a:extLst>
              <a:ext uri="{FF2B5EF4-FFF2-40B4-BE49-F238E27FC236}">
                <a16:creationId xmlns:a16="http://schemas.microsoft.com/office/drawing/2014/main" id="{7732C244-0C14-30D0-0478-36AA2A9F0B44}"/>
              </a:ext>
            </a:extLst>
          </p:cNvPr>
          <p:cNvGrpSpPr/>
          <p:nvPr userDrawn="1"/>
        </p:nvGrpSpPr>
        <p:grpSpPr>
          <a:xfrm>
            <a:off x="-350520" y="2879952"/>
            <a:ext cx="317500" cy="1270000"/>
            <a:chOff x="-342900" y="2879952"/>
            <a:chExt cx="317500" cy="1270000"/>
          </a:xfrm>
        </p:grpSpPr>
        <p:sp>
          <p:nvSpPr>
            <p:cNvPr id="50" name="ColorPatch">
              <a:extLst>
                <a:ext uri="{FF2B5EF4-FFF2-40B4-BE49-F238E27FC236}">
                  <a16:creationId xmlns:a16="http://schemas.microsoft.com/office/drawing/2014/main" id="{31E1361B-325C-EE46-1B21-F5A3ABF1D2F3}"/>
                </a:ext>
              </a:extLst>
            </p:cNvPr>
            <p:cNvSpPr/>
            <p:nvPr userDrawn="1"/>
          </p:nvSpPr>
          <p:spPr>
            <a:xfrm>
              <a:off x="-342900" y="3832452"/>
              <a:ext cx="317500" cy="317500"/>
            </a:xfrm>
            <a:prstGeom prst="rect">
              <a:avLst/>
            </a:prstGeom>
            <a:solidFill>
              <a:srgbClr val="FFF4BF"/>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51" name="ColorPatch">
              <a:extLst>
                <a:ext uri="{FF2B5EF4-FFF2-40B4-BE49-F238E27FC236}">
                  <a16:creationId xmlns:a16="http://schemas.microsoft.com/office/drawing/2014/main" id="{721D0BC2-53DB-3884-688A-247574811D85}"/>
                </a:ext>
              </a:extLst>
            </p:cNvPr>
            <p:cNvSpPr/>
            <p:nvPr userDrawn="1"/>
          </p:nvSpPr>
          <p:spPr>
            <a:xfrm>
              <a:off x="-342900" y="3515520"/>
              <a:ext cx="317500" cy="317500"/>
            </a:xfrm>
            <a:prstGeom prst="rect">
              <a:avLst/>
            </a:prstGeom>
            <a:solidFill>
              <a:srgbClr val="FFE87F"/>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52" name="ColorPatch">
              <a:extLst>
                <a:ext uri="{FF2B5EF4-FFF2-40B4-BE49-F238E27FC236}">
                  <a16:creationId xmlns:a16="http://schemas.microsoft.com/office/drawing/2014/main" id="{3D10437D-D613-EB33-523B-3A294D6295FE}"/>
                </a:ext>
              </a:extLst>
            </p:cNvPr>
            <p:cNvSpPr/>
            <p:nvPr userDrawn="1"/>
          </p:nvSpPr>
          <p:spPr>
            <a:xfrm>
              <a:off x="-342900" y="3197452"/>
              <a:ext cx="317500" cy="317500"/>
            </a:xfrm>
            <a:prstGeom prst="rect">
              <a:avLst/>
            </a:prstGeom>
            <a:solidFill>
              <a:srgbClr val="FFDD40"/>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53" name="ColorPatch">
              <a:extLst>
                <a:ext uri="{FF2B5EF4-FFF2-40B4-BE49-F238E27FC236}">
                  <a16:creationId xmlns:a16="http://schemas.microsoft.com/office/drawing/2014/main" id="{7605F83F-A2B9-B477-973E-B28376961D98}"/>
                </a:ext>
              </a:extLst>
            </p:cNvPr>
            <p:cNvSpPr/>
            <p:nvPr userDrawn="1"/>
          </p:nvSpPr>
          <p:spPr>
            <a:xfrm>
              <a:off x="-342900" y="2879952"/>
              <a:ext cx="317500" cy="317500"/>
            </a:xfrm>
            <a:prstGeom prst="rect">
              <a:avLst/>
            </a:prstGeom>
            <a:solidFill>
              <a:srgbClr val="FFD200"/>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grpSp>
      <p:grpSp>
        <p:nvGrpSpPr>
          <p:cNvPr id="54" name="Group 53">
            <a:extLst>
              <a:ext uri="{FF2B5EF4-FFF2-40B4-BE49-F238E27FC236}">
                <a16:creationId xmlns:a16="http://schemas.microsoft.com/office/drawing/2014/main" id="{F75168C8-3C72-052F-C7C0-7CD4B023E7F9}"/>
              </a:ext>
            </a:extLst>
          </p:cNvPr>
          <p:cNvGrpSpPr/>
          <p:nvPr userDrawn="1"/>
        </p:nvGrpSpPr>
        <p:grpSpPr>
          <a:xfrm>
            <a:off x="-350520" y="1439976"/>
            <a:ext cx="317500" cy="1270000"/>
            <a:chOff x="-342900" y="1439976"/>
            <a:chExt cx="317500" cy="1270000"/>
          </a:xfrm>
        </p:grpSpPr>
        <p:sp>
          <p:nvSpPr>
            <p:cNvPr id="55" name="ColorPatch">
              <a:extLst>
                <a:ext uri="{FF2B5EF4-FFF2-40B4-BE49-F238E27FC236}">
                  <a16:creationId xmlns:a16="http://schemas.microsoft.com/office/drawing/2014/main" id="{4A6E12F2-EF64-A2CC-1E25-B6F6B23289F8}"/>
                </a:ext>
              </a:extLst>
            </p:cNvPr>
            <p:cNvSpPr/>
            <p:nvPr userDrawn="1"/>
          </p:nvSpPr>
          <p:spPr>
            <a:xfrm>
              <a:off x="-342900" y="2392476"/>
              <a:ext cx="317500" cy="317500"/>
            </a:xfrm>
            <a:prstGeom prst="rect">
              <a:avLst/>
            </a:prstGeom>
            <a:solidFill>
              <a:srgbClr val="CEECF9"/>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56" name="ColorPatch">
              <a:extLst>
                <a:ext uri="{FF2B5EF4-FFF2-40B4-BE49-F238E27FC236}">
                  <a16:creationId xmlns:a16="http://schemas.microsoft.com/office/drawing/2014/main" id="{DF4090A9-80E3-4F93-64FD-1A4F5C9704A1}"/>
                </a:ext>
              </a:extLst>
            </p:cNvPr>
            <p:cNvSpPr/>
            <p:nvPr userDrawn="1"/>
          </p:nvSpPr>
          <p:spPr>
            <a:xfrm>
              <a:off x="-342900" y="2074976"/>
              <a:ext cx="317500" cy="317500"/>
            </a:xfrm>
            <a:prstGeom prst="rect">
              <a:avLst/>
            </a:prstGeom>
            <a:solidFill>
              <a:srgbClr val="9DD9F2"/>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57" name="ColorPatch">
              <a:extLst>
                <a:ext uri="{FF2B5EF4-FFF2-40B4-BE49-F238E27FC236}">
                  <a16:creationId xmlns:a16="http://schemas.microsoft.com/office/drawing/2014/main" id="{383C7A3C-7DEE-3289-0A64-6DC893E895F6}"/>
                </a:ext>
              </a:extLst>
            </p:cNvPr>
            <p:cNvSpPr/>
            <p:nvPr userDrawn="1"/>
          </p:nvSpPr>
          <p:spPr>
            <a:xfrm>
              <a:off x="-342900" y="1757476"/>
              <a:ext cx="317500" cy="317500"/>
            </a:xfrm>
            <a:prstGeom prst="rect">
              <a:avLst/>
            </a:prstGeom>
            <a:solidFill>
              <a:srgbClr val="6DC7EC"/>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58" name="ColorPatch">
              <a:extLst>
                <a:ext uri="{FF2B5EF4-FFF2-40B4-BE49-F238E27FC236}">
                  <a16:creationId xmlns:a16="http://schemas.microsoft.com/office/drawing/2014/main" id="{199B6E69-48B5-574D-A56E-8532B8036346}"/>
                </a:ext>
              </a:extLst>
            </p:cNvPr>
            <p:cNvSpPr/>
            <p:nvPr userDrawn="1"/>
          </p:nvSpPr>
          <p:spPr>
            <a:xfrm>
              <a:off x="-342900" y="1439976"/>
              <a:ext cx="317500" cy="317500"/>
            </a:xfrm>
            <a:prstGeom prst="rect">
              <a:avLst/>
            </a:prstGeom>
            <a:solidFill>
              <a:srgbClr val="3CB4E6"/>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grpSp>
      <p:grpSp>
        <p:nvGrpSpPr>
          <p:cNvPr id="59" name="Group 58">
            <a:extLst>
              <a:ext uri="{FF2B5EF4-FFF2-40B4-BE49-F238E27FC236}">
                <a16:creationId xmlns:a16="http://schemas.microsoft.com/office/drawing/2014/main" id="{776E4B5F-4E90-DA3A-7C84-81947655F1ED}"/>
              </a:ext>
            </a:extLst>
          </p:cNvPr>
          <p:cNvGrpSpPr/>
          <p:nvPr userDrawn="1"/>
        </p:nvGrpSpPr>
        <p:grpSpPr>
          <a:xfrm>
            <a:off x="-350520" y="0"/>
            <a:ext cx="317500" cy="1271047"/>
            <a:chOff x="-342900" y="0"/>
            <a:chExt cx="317500" cy="1271047"/>
          </a:xfrm>
        </p:grpSpPr>
        <p:sp>
          <p:nvSpPr>
            <p:cNvPr id="60" name="ColorPatch">
              <a:extLst>
                <a:ext uri="{FF2B5EF4-FFF2-40B4-BE49-F238E27FC236}">
                  <a16:creationId xmlns:a16="http://schemas.microsoft.com/office/drawing/2014/main" id="{E8CC3E9E-61E4-65A9-2FB7-B210351E32AB}"/>
                </a:ext>
              </a:extLst>
            </p:cNvPr>
            <p:cNvSpPr/>
            <p:nvPr userDrawn="1"/>
          </p:nvSpPr>
          <p:spPr>
            <a:xfrm>
              <a:off x="-342900" y="953547"/>
              <a:ext cx="317500" cy="317500"/>
            </a:xfrm>
            <a:prstGeom prst="rect">
              <a:avLst/>
            </a:prstGeom>
            <a:solidFill>
              <a:srgbClr val="C0C8D2"/>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61" name="ColorPatch">
              <a:extLst>
                <a:ext uri="{FF2B5EF4-FFF2-40B4-BE49-F238E27FC236}">
                  <a16:creationId xmlns:a16="http://schemas.microsoft.com/office/drawing/2014/main" id="{52979BF7-37B7-C9E0-012F-AF2421299EA0}"/>
                </a:ext>
              </a:extLst>
            </p:cNvPr>
            <p:cNvSpPr/>
            <p:nvPr userDrawn="1"/>
          </p:nvSpPr>
          <p:spPr>
            <a:xfrm>
              <a:off x="-342900" y="635000"/>
              <a:ext cx="317500" cy="317500"/>
            </a:xfrm>
            <a:prstGeom prst="rect">
              <a:avLst/>
            </a:prstGeom>
            <a:solidFill>
              <a:srgbClr val="8191A5"/>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62" name="ColorPatch">
              <a:extLst>
                <a:ext uri="{FF2B5EF4-FFF2-40B4-BE49-F238E27FC236}">
                  <a16:creationId xmlns:a16="http://schemas.microsoft.com/office/drawing/2014/main" id="{4F93A17E-06C6-9F0F-291B-C51A93E99B57}"/>
                </a:ext>
              </a:extLst>
            </p:cNvPr>
            <p:cNvSpPr/>
            <p:nvPr userDrawn="1"/>
          </p:nvSpPr>
          <p:spPr>
            <a:xfrm>
              <a:off x="-342900" y="317500"/>
              <a:ext cx="317500" cy="317500"/>
            </a:xfrm>
            <a:prstGeom prst="rect">
              <a:avLst/>
            </a:prstGeom>
            <a:solidFill>
              <a:srgbClr val="425A78"/>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63" name="ColorPatch">
              <a:extLst>
                <a:ext uri="{FF2B5EF4-FFF2-40B4-BE49-F238E27FC236}">
                  <a16:creationId xmlns:a16="http://schemas.microsoft.com/office/drawing/2014/main" id="{435540DC-615B-FEFF-859B-65830CAC8FD4}"/>
                </a:ext>
              </a:extLst>
            </p:cNvPr>
            <p:cNvSpPr/>
            <p:nvPr userDrawn="1"/>
          </p:nvSpPr>
          <p:spPr>
            <a:xfrm>
              <a:off x="-342900" y="0"/>
              <a:ext cx="317500" cy="317500"/>
            </a:xfrm>
            <a:prstGeom prst="rect">
              <a:avLst/>
            </a:prstGeom>
            <a:solidFill>
              <a:srgbClr val="03234B"/>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grpSp>
      <p:pic>
        <p:nvPicPr>
          <p:cNvPr id="7" name="Graphic 6">
            <a:extLst>
              <a:ext uri="{FF2B5EF4-FFF2-40B4-BE49-F238E27FC236}">
                <a16:creationId xmlns:a16="http://schemas.microsoft.com/office/drawing/2014/main" id="{1B25AE6E-5128-CFAA-FFCC-CE0BB6C8092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61974" y="6155372"/>
            <a:ext cx="928614" cy="640080"/>
          </a:xfrm>
          <a:prstGeom prst="rect">
            <a:avLst/>
          </a:prstGeom>
        </p:spPr>
      </p:pic>
    </p:spTree>
    <p:extLst>
      <p:ext uri="{BB962C8B-B14F-4D97-AF65-F5344CB8AC3E}">
        <p14:creationId xmlns:p14="http://schemas.microsoft.com/office/powerpoint/2010/main" val="1712531357"/>
      </p:ext>
    </p:extLst>
  </p:cSld>
  <p:clrMap bg1="lt1" tx1="dk1" bg2="lt2" tx2="dk2" accent1="accent1" accent2="accent2" accent3="accent3" accent4="accent4" accent5="accent5" accent6="accent6" hlink="hlink" folHlink="folHlink"/>
  <p:sldLayoutIdLst>
    <p:sldLayoutId id="2147483670" r:id="rId1"/>
    <p:sldLayoutId id="2147483662" r:id="rId2"/>
    <p:sldLayoutId id="2147483663" r:id="rId3"/>
    <p:sldLayoutId id="2147483664" r:id="rId4"/>
    <p:sldLayoutId id="2147483665" r:id="rId5"/>
    <p:sldLayoutId id="2147483666" r:id="rId6"/>
    <p:sldLayoutId id="2147483667" r:id="rId7"/>
    <p:sldLayoutId id="2147483669" r:id="rId8"/>
    <p:sldLayoutId id="2147483671" r:id="rId9"/>
    <p:sldLayoutId id="2147483672" r:id="rId10"/>
  </p:sldLayoutIdLst>
  <p:hf hdr="0" ftr="0" dt="0"/>
  <p:txStyles>
    <p:titleStyle>
      <a:lvl1pPr algn="r" defTabSz="914400" rtl="0" eaLnBrk="1" latinLnBrk="0" hangingPunct="1">
        <a:lnSpc>
          <a:spcPct val="90000"/>
        </a:lnSpc>
        <a:spcBef>
          <a:spcPct val="0"/>
        </a:spcBef>
        <a:buNone/>
        <a:defRPr lang="en-US" sz="3600" b="0" kern="1200" baseline="0">
          <a:solidFill>
            <a:schemeClr val="tx1"/>
          </a:solidFill>
          <a:latin typeface="+mj-lt"/>
          <a:ea typeface="+mj-ea"/>
          <a:cs typeface="+mj-cs"/>
        </a:defRPr>
      </a:lvl1pPr>
    </p:titleStyle>
    <p:bodyStyle>
      <a:lvl1pPr marL="261938" indent="-261938" algn="l" defTabSz="914400" rtl="0" eaLnBrk="1" latinLnBrk="0" hangingPunct="1">
        <a:lnSpc>
          <a:spcPct val="100000"/>
        </a:lnSpc>
        <a:spcBef>
          <a:spcPts val="1000"/>
        </a:spcBef>
        <a:buClr>
          <a:schemeClr val="tx1"/>
        </a:buClr>
        <a:buFont typeface="Arial" panose="020B0604020202020204" pitchFamily="34" charset="0"/>
        <a:buChar char="•"/>
        <a:defRPr lang="en-US" sz="2400" kern="1200" smtClean="0">
          <a:solidFill>
            <a:schemeClr val="tx1"/>
          </a:solidFill>
          <a:latin typeface="+mn-lt"/>
          <a:ea typeface="+mn-ea"/>
          <a:cs typeface="+mn-cs"/>
        </a:defRPr>
      </a:lvl1pPr>
      <a:lvl2pPr marL="536575" indent="-266700" algn="l" defTabSz="914400" rtl="0" eaLnBrk="1" latinLnBrk="0" hangingPunct="1">
        <a:lnSpc>
          <a:spcPct val="100000"/>
        </a:lnSpc>
        <a:spcBef>
          <a:spcPts val="600"/>
        </a:spcBef>
        <a:buClr>
          <a:schemeClr val="tx1"/>
        </a:buClr>
        <a:buFont typeface="Arial" panose="020B0604020202020204" pitchFamily="34" charset="0"/>
        <a:buChar char="•"/>
        <a:defRPr lang="en-US" sz="2000" kern="1200" smtClean="0">
          <a:solidFill>
            <a:schemeClr val="tx1"/>
          </a:solidFill>
          <a:latin typeface="+mn-lt"/>
          <a:ea typeface="+mn-ea"/>
          <a:cs typeface="+mn-cs"/>
        </a:defRPr>
      </a:lvl2pPr>
      <a:lvl3pPr marL="812800" indent="-273050" algn="l" defTabSz="914400" rtl="0" eaLnBrk="1" latinLnBrk="0" hangingPunct="1">
        <a:lnSpc>
          <a:spcPct val="100000"/>
        </a:lnSpc>
        <a:spcBef>
          <a:spcPts val="600"/>
        </a:spcBef>
        <a:buClr>
          <a:schemeClr val="tx1"/>
        </a:buClr>
        <a:buFont typeface="Arial" panose="020B0604020202020204" pitchFamily="34" charset="0"/>
        <a:buChar char="•"/>
        <a:defRPr lang="en-US" sz="1800" kern="1200" smtClean="0">
          <a:solidFill>
            <a:schemeClr val="tx1"/>
          </a:solidFill>
          <a:latin typeface="+mn-lt"/>
          <a:ea typeface="+mn-ea"/>
          <a:cs typeface="+mn-cs"/>
        </a:defRPr>
      </a:lvl3pPr>
      <a:lvl4pPr marL="987425" indent="-268288" algn="l" defTabSz="914400" rtl="0" eaLnBrk="1" latinLnBrk="0" hangingPunct="1">
        <a:lnSpc>
          <a:spcPct val="100000"/>
        </a:lnSpc>
        <a:spcBef>
          <a:spcPts val="400"/>
        </a:spcBef>
        <a:buClr>
          <a:schemeClr val="tx2"/>
        </a:buClr>
        <a:buFont typeface="Arial" panose="020B0604020202020204" pitchFamily="34" charset="0"/>
        <a:buChar char="•"/>
        <a:defRPr lang="en-US" sz="1600" kern="1200" smtClean="0">
          <a:solidFill>
            <a:schemeClr val="tx2"/>
          </a:solidFill>
          <a:latin typeface="+mn-lt"/>
          <a:ea typeface="+mn-ea"/>
          <a:cs typeface="+mn-cs"/>
        </a:defRPr>
      </a:lvl4pPr>
      <a:lvl5pPr marL="1160463" indent="-261938" algn="l" defTabSz="914400" rtl="0" eaLnBrk="1" latinLnBrk="0" hangingPunct="1">
        <a:lnSpc>
          <a:spcPct val="100000"/>
        </a:lnSpc>
        <a:spcBef>
          <a:spcPts val="400"/>
        </a:spcBef>
        <a:buClr>
          <a:schemeClr val="tx2"/>
        </a:buClr>
        <a:buFont typeface="Arial" panose="020B0604020202020204" pitchFamily="34" charset="0"/>
        <a:buChar char="•"/>
        <a:defRPr lang="en-US"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89">
          <p15:clr>
            <a:srgbClr val="F26B43"/>
          </p15:clr>
        </p15:guide>
        <p15:guide id="2" pos="7491">
          <p15:clr>
            <a:srgbClr val="F26B43"/>
          </p15:clr>
        </p15:guide>
        <p15:guide id="3" orient="horz" pos="2160">
          <p15:clr>
            <a:srgbClr val="F26B43"/>
          </p15:clr>
        </p15:guide>
        <p15:guide id="4" orient="horz" pos="935">
          <p15:clr>
            <a:srgbClr val="F26B43"/>
          </p15:clr>
        </p15:guide>
        <p15:guide id="5" orient="horz" pos="3838">
          <p15:clr>
            <a:srgbClr val="F26B43"/>
          </p15:clr>
        </p15:guide>
        <p15:guide id="6" orient="horz" pos="822">
          <p15:clr>
            <a:srgbClr val="F26B43"/>
          </p15:clr>
        </p15:guide>
        <p15:guide id="7" pos="3840">
          <p15:clr>
            <a:srgbClr val="F26B43"/>
          </p15:clr>
        </p15:guide>
        <p15:guide id="8" orient="horz" pos="131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8.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15.sv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hyperlink" Target="https://st.service-now.com/hub?id=support_details&amp;topic=d0a6002b1b53d2d0aaf48553604bcb1b" TargetMode="External"/><Relationship Id="rId5" Type="http://schemas.openxmlformats.org/officeDocument/2006/relationships/hyperlink" Target="https://st.service-now.com/hub?id=sc_cat_item&amp;sys_id=b7e4acc9fb1d66103949f4bbaeefdc7b" TargetMode="External"/><Relationship Id="rId4" Type="http://schemas.openxmlformats.org/officeDocument/2006/relationships/image" Target="../media/image17.sv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18.svg"/><Relationship Id="rId4" Type="http://schemas.openxmlformats.org/officeDocument/2006/relationships/image" Target="../media/image17.svg"/></Relationships>
</file>

<file path=ppt/slides/_rels/slide11.xml.rels><?xml version="1.0" encoding="UTF-8" standalone="yes"?>
<Relationships xmlns="http://schemas.openxmlformats.org/package/2006/relationships"><Relationship Id="rId3" Type="http://schemas.openxmlformats.org/officeDocument/2006/relationships/hyperlink" Target="https://st.service-now.com/hub" TargetMode="External"/><Relationship Id="rId7"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7.png"/><Relationship Id="rId7"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16.png"/><Relationship Id="rId9" Type="http://schemas.openxmlformats.org/officeDocument/2006/relationships/image" Target="../media/image17.svg"/></Relationships>
</file>

<file path=ppt/slides/_rels/slide15.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7.png"/><Relationship Id="rId7"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16.png"/><Relationship Id="rId9" Type="http://schemas.openxmlformats.org/officeDocument/2006/relationships/image" Target="../media/image17.svg"/></Relationships>
</file>

<file path=ppt/slides/_rels/slide16.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7.png"/><Relationship Id="rId7"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16.png"/><Relationship Id="rId9" Type="http://schemas.openxmlformats.org/officeDocument/2006/relationships/image" Target="../media/image17.svg"/></Relationships>
</file>

<file path=ppt/slides/_rels/slide17.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7.png"/><Relationship Id="rId7"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16.png"/><Relationship Id="rId9" Type="http://schemas.openxmlformats.org/officeDocument/2006/relationships/image" Target="../media/image17.svg"/></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32.svg"/><Relationship Id="rId4" Type="http://schemas.openxmlformats.org/officeDocument/2006/relationships/image" Target="../media/image18.svg"/></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32.svg"/><Relationship Id="rId4" Type="http://schemas.openxmlformats.org/officeDocument/2006/relationships/image" Target="../media/image18.svg"/></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32.svg"/><Relationship Id="rId4" Type="http://schemas.openxmlformats.org/officeDocument/2006/relationships/image" Target="../media/image18.svg"/></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32.svg"/><Relationship Id="rId5" Type="http://schemas.openxmlformats.org/officeDocument/2006/relationships/image" Target="../media/image18.svg"/><Relationship Id="rId4" Type="http://schemas.openxmlformats.org/officeDocument/2006/relationships/image" Target="../media/image33.svg"/></Relationships>
</file>

<file path=ppt/slides/_rels/slide22.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 Id="rId9" Type="http://schemas.openxmlformats.org/officeDocument/2006/relationships/image" Target="../media/image18.svg"/></Relationships>
</file>

<file path=ppt/slides/_rels/slide23.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 Id="rId9" Type="http://schemas.openxmlformats.org/officeDocument/2006/relationships/image" Target="../media/image18.sv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37.png"/></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39.png"/></Relationships>
</file>

<file path=ppt/slides/_rels/slide2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9.png"/><Relationship Id="rId7" Type="http://schemas.openxmlformats.org/officeDocument/2006/relationships/image" Target="../media/image42.png"/><Relationship Id="rId2" Type="http://schemas.openxmlformats.org/officeDocument/2006/relationships/notesSlide" Target="../notesSlides/notesSlide26.xml"/><Relationship Id="rId1" Type="http://schemas.openxmlformats.org/officeDocument/2006/relationships/slideLayout" Target="../slideLayouts/slideLayout3.xml"/><Relationship Id="rId6" Type="http://schemas.openxmlformats.org/officeDocument/2006/relationships/image" Target="../media/image41.png"/><Relationship Id="rId11" Type="http://schemas.openxmlformats.org/officeDocument/2006/relationships/image" Target="../media/image45.svg"/><Relationship Id="rId5" Type="http://schemas.openxmlformats.org/officeDocument/2006/relationships/image" Target="../media/image40.png"/><Relationship Id="rId10" Type="http://schemas.openxmlformats.org/officeDocument/2006/relationships/image" Target="../media/image44.svg"/><Relationship Id="rId4" Type="http://schemas.openxmlformats.org/officeDocument/2006/relationships/image" Target="../media/image16.png"/><Relationship Id="rId9" Type="http://schemas.openxmlformats.org/officeDocument/2006/relationships/image" Target="../media/image43.svg"/></Relationships>
</file>

<file path=ppt/slides/_rels/slide33.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9.png"/><Relationship Id="rId7" Type="http://schemas.openxmlformats.org/officeDocument/2006/relationships/image" Target="../media/image42.png"/><Relationship Id="rId12" Type="http://schemas.openxmlformats.org/officeDocument/2006/relationships/image" Target="../media/image46.svg"/><Relationship Id="rId2" Type="http://schemas.openxmlformats.org/officeDocument/2006/relationships/notesSlide" Target="../notesSlides/notesSlide27.xml"/><Relationship Id="rId1" Type="http://schemas.openxmlformats.org/officeDocument/2006/relationships/slideLayout" Target="../slideLayouts/slideLayout3.xml"/><Relationship Id="rId6" Type="http://schemas.openxmlformats.org/officeDocument/2006/relationships/image" Target="../media/image41.png"/><Relationship Id="rId11" Type="http://schemas.openxmlformats.org/officeDocument/2006/relationships/image" Target="../media/image44.svg"/><Relationship Id="rId5" Type="http://schemas.openxmlformats.org/officeDocument/2006/relationships/image" Target="../media/image40.png"/><Relationship Id="rId10" Type="http://schemas.openxmlformats.org/officeDocument/2006/relationships/image" Target="../media/image45.svg"/><Relationship Id="rId4" Type="http://schemas.openxmlformats.org/officeDocument/2006/relationships/image" Target="../media/image16.png"/><Relationship Id="rId9" Type="http://schemas.openxmlformats.org/officeDocument/2006/relationships/image" Target="../media/image43.svg"/></Relationships>
</file>

<file path=ppt/slides/_rels/slide3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8.xml"/><Relationship Id="rId1" Type="http://schemas.openxmlformats.org/officeDocument/2006/relationships/slideLayout" Target="../slideLayouts/slideLayout3.xml"/><Relationship Id="rId5" Type="http://schemas.openxmlformats.org/officeDocument/2006/relationships/image" Target="../media/image17.svg"/><Relationship Id="rId4" Type="http://schemas.openxmlformats.org/officeDocument/2006/relationships/image" Target="../media/image31.png"/></Relationships>
</file>

<file path=ppt/slides/_rels/slide35.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6.svg"/><Relationship Id="rId7" Type="http://schemas.openxmlformats.org/officeDocument/2006/relationships/image" Target="../media/image41.png"/><Relationship Id="rId12" Type="http://schemas.openxmlformats.org/officeDocument/2006/relationships/image" Target="../media/image44.svg"/><Relationship Id="rId2" Type="http://schemas.openxmlformats.org/officeDocument/2006/relationships/notesSlide" Target="../notesSlides/notesSlide29.xml"/><Relationship Id="rId1" Type="http://schemas.openxmlformats.org/officeDocument/2006/relationships/slideLayout" Target="../slideLayouts/slideLayout3.xml"/><Relationship Id="rId6" Type="http://schemas.openxmlformats.org/officeDocument/2006/relationships/image" Target="../media/image40.png"/><Relationship Id="rId11" Type="http://schemas.openxmlformats.org/officeDocument/2006/relationships/image" Target="../media/image45.svg"/><Relationship Id="rId5" Type="http://schemas.openxmlformats.org/officeDocument/2006/relationships/image" Target="../media/image16.png"/><Relationship Id="rId10" Type="http://schemas.openxmlformats.org/officeDocument/2006/relationships/image" Target="../media/image43.svg"/><Relationship Id="rId4" Type="http://schemas.openxmlformats.org/officeDocument/2006/relationships/image" Target="../media/image29.png"/><Relationship Id="rId9" Type="http://schemas.openxmlformats.org/officeDocument/2006/relationships/image" Target="../media/image23.png"/></Relationships>
</file>

<file path=ppt/slides/_rels/slide3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30.xml"/><Relationship Id="rId1" Type="http://schemas.openxmlformats.org/officeDocument/2006/relationships/slideLayout" Target="../slideLayouts/slideLayout3.xml"/><Relationship Id="rId5" Type="http://schemas.openxmlformats.org/officeDocument/2006/relationships/image" Target="../media/image49.png"/><Relationship Id="rId4" Type="http://schemas.openxmlformats.org/officeDocument/2006/relationships/image" Target="../media/image48.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6.svg"/><Relationship Id="rId7" Type="http://schemas.openxmlformats.org/officeDocument/2006/relationships/image" Target="../media/image41.png"/><Relationship Id="rId12" Type="http://schemas.openxmlformats.org/officeDocument/2006/relationships/image" Target="../media/image44.svg"/><Relationship Id="rId2" Type="http://schemas.openxmlformats.org/officeDocument/2006/relationships/notesSlide" Target="../notesSlides/notesSlide33.xml"/><Relationship Id="rId1" Type="http://schemas.openxmlformats.org/officeDocument/2006/relationships/slideLayout" Target="../slideLayouts/slideLayout3.xml"/><Relationship Id="rId6" Type="http://schemas.openxmlformats.org/officeDocument/2006/relationships/image" Target="../media/image40.png"/><Relationship Id="rId11" Type="http://schemas.openxmlformats.org/officeDocument/2006/relationships/image" Target="../media/image45.svg"/><Relationship Id="rId5" Type="http://schemas.openxmlformats.org/officeDocument/2006/relationships/image" Target="../media/image16.png"/><Relationship Id="rId10" Type="http://schemas.openxmlformats.org/officeDocument/2006/relationships/image" Target="../media/image43.svg"/><Relationship Id="rId4" Type="http://schemas.openxmlformats.org/officeDocument/2006/relationships/image" Target="../media/image29.png"/><Relationship Id="rId9" Type="http://schemas.openxmlformats.org/officeDocument/2006/relationships/image" Target="../media/image23.png"/></Relationships>
</file>

<file path=ppt/slides/_rels/slide4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34.xml"/><Relationship Id="rId1" Type="http://schemas.openxmlformats.org/officeDocument/2006/relationships/slideLayout" Target="../slideLayouts/slideLayout3.xml"/><Relationship Id="rId4" Type="http://schemas.openxmlformats.org/officeDocument/2006/relationships/image" Target="../media/image50.sv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6.svg"/><Relationship Id="rId7" Type="http://schemas.openxmlformats.org/officeDocument/2006/relationships/image" Target="../media/image41.png"/><Relationship Id="rId12" Type="http://schemas.openxmlformats.org/officeDocument/2006/relationships/image" Target="../media/image44.svg"/><Relationship Id="rId2" Type="http://schemas.openxmlformats.org/officeDocument/2006/relationships/notesSlide" Target="../notesSlides/notesSlide36.xml"/><Relationship Id="rId1" Type="http://schemas.openxmlformats.org/officeDocument/2006/relationships/slideLayout" Target="../slideLayouts/slideLayout3.xml"/><Relationship Id="rId6" Type="http://schemas.openxmlformats.org/officeDocument/2006/relationships/image" Target="../media/image40.png"/><Relationship Id="rId11" Type="http://schemas.openxmlformats.org/officeDocument/2006/relationships/image" Target="../media/image45.svg"/><Relationship Id="rId5" Type="http://schemas.openxmlformats.org/officeDocument/2006/relationships/image" Target="../media/image16.png"/><Relationship Id="rId10" Type="http://schemas.openxmlformats.org/officeDocument/2006/relationships/image" Target="../media/image43.svg"/><Relationship Id="rId4" Type="http://schemas.openxmlformats.org/officeDocument/2006/relationships/image" Target="../media/image29.png"/><Relationship Id="rId9" Type="http://schemas.openxmlformats.org/officeDocument/2006/relationships/image" Target="../media/image23.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6.svg"/><Relationship Id="rId7" Type="http://schemas.openxmlformats.org/officeDocument/2006/relationships/image" Target="../media/image41.png"/><Relationship Id="rId12" Type="http://schemas.openxmlformats.org/officeDocument/2006/relationships/image" Target="../media/image44.svg"/><Relationship Id="rId2" Type="http://schemas.openxmlformats.org/officeDocument/2006/relationships/notesSlide" Target="../notesSlides/notesSlide44.xml"/><Relationship Id="rId1" Type="http://schemas.openxmlformats.org/officeDocument/2006/relationships/slideLayout" Target="../slideLayouts/slideLayout3.xml"/><Relationship Id="rId6" Type="http://schemas.openxmlformats.org/officeDocument/2006/relationships/image" Target="../media/image40.png"/><Relationship Id="rId11" Type="http://schemas.openxmlformats.org/officeDocument/2006/relationships/image" Target="../media/image45.svg"/><Relationship Id="rId5" Type="http://schemas.openxmlformats.org/officeDocument/2006/relationships/image" Target="../media/image16.png"/><Relationship Id="rId10" Type="http://schemas.openxmlformats.org/officeDocument/2006/relationships/image" Target="../media/image43.svg"/><Relationship Id="rId4" Type="http://schemas.openxmlformats.org/officeDocument/2006/relationships/image" Target="../media/image29.png"/><Relationship Id="rId9" Type="http://schemas.openxmlformats.org/officeDocument/2006/relationships/image" Target="../media/image23.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6.xml"/><Relationship Id="rId1" Type="http://schemas.openxmlformats.org/officeDocument/2006/relationships/slideLayout" Target="../slideLayouts/slideLayout3.xml"/><Relationship Id="rId6" Type="http://schemas.openxmlformats.org/officeDocument/2006/relationships/image" Target="../media/image28.png"/><Relationship Id="rId5" Type="http://schemas.openxmlformats.org/officeDocument/2006/relationships/image" Target="../media/image31.png"/><Relationship Id="rId4" Type="http://schemas.openxmlformats.org/officeDocument/2006/relationships/image" Target="../media/image55.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9.png"/><Relationship Id="rId7" Type="http://schemas.openxmlformats.org/officeDocument/2006/relationships/image" Target="../media/image42.png"/><Relationship Id="rId12" Type="http://schemas.openxmlformats.org/officeDocument/2006/relationships/image" Target="../media/image46.svg"/><Relationship Id="rId2" Type="http://schemas.openxmlformats.org/officeDocument/2006/relationships/notesSlide" Target="../notesSlides/notesSlide48.xml"/><Relationship Id="rId1" Type="http://schemas.openxmlformats.org/officeDocument/2006/relationships/slideLayout" Target="../slideLayouts/slideLayout3.xml"/><Relationship Id="rId6" Type="http://schemas.openxmlformats.org/officeDocument/2006/relationships/image" Target="../media/image41.png"/><Relationship Id="rId11" Type="http://schemas.openxmlformats.org/officeDocument/2006/relationships/image" Target="../media/image44.svg"/><Relationship Id="rId5" Type="http://schemas.openxmlformats.org/officeDocument/2006/relationships/image" Target="../media/image40.png"/><Relationship Id="rId10" Type="http://schemas.openxmlformats.org/officeDocument/2006/relationships/image" Target="../media/image45.svg"/><Relationship Id="rId4" Type="http://schemas.openxmlformats.org/officeDocument/2006/relationships/image" Target="../media/image16.png"/><Relationship Id="rId9" Type="http://schemas.openxmlformats.org/officeDocument/2006/relationships/image" Target="../media/image43.svg"/></Relationships>
</file>

<file path=ppt/slides/_rels/slide55.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6.svg"/><Relationship Id="rId7" Type="http://schemas.openxmlformats.org/officeDocument/2006/relationships/image" Target="../media/image41.png"/><Relationship Id="rId12" Type="http://schemas.openxmlformats.org/officeDocument/2006/relationships/image" Target="../media/image44.svg"/><Relationship Id="rId2" Type="http://schemas.openxmlformats.org/officeDocument/2006/relationships/notesSlide" Target="../notesSlides/notesSlide49.xml"/><Relationship Id="rId1" Type="http://schemas.openxmlformats.org/officeDocument/2006/relationships/slideLayout" Target="../slideLayouts/slideLayout3.xml"/><Relationship Id="rId6" Type="http://schemas.openxmlformats.org/officeDocument/2006/relationships/image" Target="../media/image40.png"/><Relationship Id="rId11" Type="http://schemas.openxmlformats.org/officeDocument/2006/relationships/image" Target="../media/image45.svg"/><Relationship Id="rId5" Type="http://schemas.openxmlformats.org/officeDocument/2006/relationships/image" Target="../media/image16.png"/><Relationship Id="rId10" Type="http://schemas.openxmlformats.org/officeDocument/2006/relationships/image" Target="../media/image43.svg"/><Relationship Id="rId4" Type="http://schemas.openxmlformats.org/officeDocument/2006/relationships/image" Target="../media/image29.png"/><Relationship Id="rId9" Type="http://schemas.openxmlformats.org/officeDocument/2006/relationships/image" Target="../media/image23.png"/></Relationships>
</file>

<file path=ppt/slides/_rels/slide5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8" Type="http://schemas.openxmlformats.org/officeDocument/2006/relationships/image" Target="../media/image43.svg"/><Relationship Id="rId13" Type="http://schemas.openxmlformats.org/officeDocument/2006/relationships/image" Target="../media/image60.svg"/><Relationship Id="rId3" Type="http://schemas.openxmlformats.org/officeDocument/2006/relationships/image" Target="../media/image29.png"/><Relationship Id="rId7" Type="http://schemas.openxmlformats.org/officeDocument/2006/relationships/image" Target="../media/image23.png"/><Relationship Id="rId12" Type="http://schemas.openxmlformats.org/officeDocument/2006/relationships/image" Target="../media/image59.svg"/><Relationship Id="rId2" Type="http://schemas.openxmlformats.org/officeDocument/2006/relationships/notesSlide" Target="../notesSlides/notesSlide53.xml"/><Relationship Id="rId1" Type="http://schemas.openxmlformats.org/officeDocument/2006/relationships/slideLayout" Target="../slideLayouts/slideLayout3.xml"/><Relationship Id="rId6" Type="http://schemas.openxmlformats.org/officeDocument/2006/relationships/image" Target="../media/image42.png"/><Relationship Id="rId11" Type="http://schemas.openxmlformats.org/officeDocument/2006/relationships/image" Target="../media/image41.png"/><Relationship Id="rId5" Type="http://schemas.openxmlformats.org/officeDocument/2006/relationships/image" Target="../media/image40.png"/><Relationship Id="rId10" Type="http://schemas.openxmlformats.org/officeDocument/2006/relationships/image" Target="../media/image44.svg"/><Relationship Id="rId4" Type="http://schemas.openxmlformats.org/officeDocument/2006/relationships/image" Target="../media/image16.png"/><Relationship Id="rId9" Type="http://schemas.openxmlformats.org/officeDocument/2006/relationships/image" Target="../media/image45.sv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56.xml"/><Relationship Id="rId1" Type="http://schemas.openxmlformats.org/officeDocument/2006/relationships/slideLayout" Target="../slideLayouts/slideLayout3.xml"/><Relationship Id="rId4" Type="http://schemas.openxmlformats.org/officeDocument/2006/relationships/image" Target="../media/image6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7.xml.rels><?xml version="1.0" encoding="UTF-8" standalone="yes"?>
<Relationships xmlns="http://schemas.openxmlformats.org/package/2006/relationships"><Relationship Id="rId3" Type="http://schemas.openxmlformats.org/officeDocument/2006/relationships/image" Target="../media/image64.svg"/><Relationship Id="rId2" Type="http://schemas.openxmlformats.org/officeDocument/2006/relationships/notesSlide" Target="../notesSlides/notesSlide58.xml"/><Relationship Id="rId1" Type="http://schemas.openxmlformats.org/officeDocument/2006/relationships/slideLayout" Target="../slideLayouts/slideLayout7.xml"/><Relationship Id="rId6" Type="http://schemas.openxmlformats.org/officeDocument/2006/relationships/image" Target="../media/image66.svg"/><Relationship Id="rId5" Type="http://schemas.openxmlformats.org/officeDocument/2006/relationships/image" Target="../media/image8.png"/><Relationship Id="rId4" Type="http://schemas.openxmlformats.org/officeDocument/2006/relationships/image" Target="../media/image65.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8.xml"/></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hyperlink" Target="https://stmicroelectronics.sharepoint.com/sites/AIAcademy" TargetMode="External"/><Relationship Id="rId5" Type="http://schemas.openxmlformats.org/officeDocument/2006/relationships/image" Target="../media/image67.png"/><Relationship Id="rId4" Type="http://schemas.openxmlformats.org/officeDocument/2006/relationships/notesSlide" Target="../notesSlides/notesSlide60.xml"/></Relationships>
</file>

<file path=ppt/slides/_rels/slide7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3" Type="http://schemas.openxmlformats.org/officeDocument/2006/relationships/image" Target="../media/image69.png"/><Relationship Id="rId7" Type="http://schemas.openxmlformats.org/officeDocument/2006/relationships/image" Target="../media/image72.png"/><Relationship Id="rId2" Type="http://schemas.openxmlformats.org/officeDocument/2006/relationships/notesSlide" Target="../notesSlides/notesSlide66.xml"/><Relationship Id="rId1" Type="http://schemas.openxmlformats.org/officeDocument/2006/relationships/slideLayout" Target="../slideLayouts/slideLayout3.xml"/><Relationship Id="rId6" Type="http://schemas.openxmlformats.org/officeDocument/2006/relationships/image" Target="../media/image17.svg"/><Relationship Id="rId5" Type="http://schemas.openxmlformats.org/officeDocument/2006/relationships/image" Target="../media/image71.svg"/><Relationship Id="rId4" Type="http://schemas.openxmlformats.org/officeDocument/2006/relationships/image" Target="../media/image70.png"/></Relationships>
</file>

<file path=ppt/slides/_rels/slide76.xml.rels><?xml version="1.0" encoding="UTF-8" standalone="yes"?>
<Relationships xmlns="http://schemas.openxmlformats.org/package/2006/relationships"><Relationship Id="rId3" Type="http://schemas.openxmlformats.org/officeDocument/2006/relationships/image" Target="../media/image69.png"/><Relationship Id="rId7" Type="http://schemas.openxmlformats.org/officeDocument/2006/relationships/image" Target="../media/image72.png"/><Relationship Id="rId2" Type="http://schemas.openxmlformats.org/officeDocument/2006/relationships/notesSlide" Target="../notesSlides/notesSlide67.xml"/><Relationship Id="rId1" Type="http://schemas.openxmlformats.org/officeDocument/2006/relationships/slideLayout" Target="../slideLayouts/slideLayout3.xml"/><Relationship Id="rId6" Type="http://schemas.openxmlformats.org/officeDocument/2006/relationships/image" Target="../media/image17.svg"/><Relationship Id="rId5" Type="http://schemas.openxmlformats.org/officeDocument/2006/relationships/image" Target="../media/image71.svg"/><Relationship Id="rId4" Type="http://schemas.openxmlformats.org/officeDocument/2006/relationships/image" Target="../media/image73.png"/></Relationships>
</file>

<file path=ppt/slides/_rels/slide77.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FB49D3ED-12A5-44AC-B654-9458A5FBEC88}"/>
              </a:ext>
            </a:extLst>
          </p:cNvPr>
          <p:cNvSpPr>
            <a:spLocks noGrp="1"/>
          </p:cNvSpPr>
          <p:nvPr>
            <p:ph type="ctrTitle"/>
          </p:nvPr>
        </p:nvSpPr>
        <p:spPr>
          <a:xfrm>
            <a:off x="6017793" y="1741491"/>
            <a:ext cx="5795963" cy="2702071"/>
          </a:xfrm>
        </p:spPr>
        <p:txBody>
          <a:bodyPr/>
          <a:lstStyle/>
          <a:p>
            <a:r>
              <a:rPr lang="en-US" sz="3200" noProof="0" dirty="0"/>
              <a:t>An AI Tool for STM32Cube</a:t>
            </a:r>
            <a:br>
              <a:rPr lang="en-US" sz="3200" noProof="0" dirty="0"/>
            </a:br>
            <a:r>
              <a:rPr lang="en-US" sz="3200" noProof="0" dirty="0"/>
              <a:t>Technical Support</a:t>
            </a:r>
            <a:br>
              <a:rPr lang="en-US" sz="3200" noProof="0" dirty="0"/>
            </a:br>
            <a:br>
              <a:rPr lang="en-US" noProof="0" dirty="0"/>
            </a:br>
            <a:r>
              <a:rPr lang="en-US" sz="1400" b="0" noProof="0" dirty="0">
                <a:solidFill>
                  <a:srgbClr val="FFD200"/>
                </a:solidFill>
              </a:rPr>
              <a:t>From raw GitHub data to precise technical answers:</a:t>
            </a:r>
            <a:br>
              <a:rPr lang="en-US" sz="1400" b="0" noProof="0" dirty="0">
                <a:solidFill>
                  <a:srgbClr val="FFD200"/>
                </a:solidFill>
              </a:rPr>
            </a:br>
            <a:r>
              <a:rPr lang="en-US" sz="1400" b="0" noProof="0" dirty="0">
                <a:solidFill>
                  <a:srgbClr val="FFD200"/>
                </a:solidFill>
              </a:rPr>
              <a:t>Understanding how it works , step by step.</a:t>
            </a:r>
            <a:br>
              <a:rPr lang="en-US" sz="1400" b="0" noProof="0" dirty="0">
                <a:solidFill>
                  <a:srgbClr val="FFD200"/>
                </a:solidFill>
              </a:rPr>
            </a:br>
            <a:br>
              <a:rPr lang="en-US" b="0" noProof="0" dirty="0"/>
            </a:br>
            <a:endParaRPr lang="en-US" noProof="0" dirty="0"/>
          </a:p>
        </p:txBody>
      </p:sp>
      <p:sp>
        <p:nvSpPr>
          <p:cNvPr id="16" name="Subtitle 15">
            <a:extLst>
              <a:ext uri="{FF2B5EF4-FFF2-40B4-BE49-F238E27FC236}">
                <a16:creationId xmlns:a16="http://schemas.microsoft.com/office/drawing/2014/main" id="{12613E07-DCF2-4461-AFF5-7A705127F66B}"/>
              </a:ext>
            </a:extLst>
          </p:cNvPr>
          <p:cNvSpPr>
            <a:spLocks noGrp="1"/>
          </p:cNvSpPr>
          <p:nvPr>
            <p:ph type="subTitle" idx="1"/>
          </p:nvPr>
        </p:nvSpPr>
        <p:spPr>
          <a:xfrm>
            <a:off x="6096000" y="4443562"/>
            <a:ext cx="6614858" cy="1077764"/>
          </a:xfrm>
        </p:spPr>
        <p:txBody>
          <a:bodyPr/>
          <a:lstStyle/>
          <a:p>
            <a:r>
              <a:rPr lang="en-US" sz="1400" noProof="0" dirty="0"/>
              <a:t>Presented by: Abir GHARBI</a:t>
            </a:r>
          </a:p>
          <a:p>
            <a:r>
              <a:rPr lang="en-US" sz="1400" noProof="0" dirty="0"/>
              <a:t>Supervised by: Ali LABBENE &amp; Omar SAKET</a:t>
            </a:r>
          </a:p>
          <a:p>
            <a:r>
              <a:rPr lang="en-US" sz="1400" noProof="0" dirty="0"/>
              <a:t>PFE - 2026 | STMicroelectronics Tunis </a:t>
            </a:r>
          </a:p>
          <a:p>
            <a:r>
              <a:rPr lang="en-US" sz="1400" noProof="0" dirty="0">
                <a:solidFill>
                  <a:srgbClr val="3CB4E6"/>
                </a:solidFill>
              </a:rPr>
              <a:t>STM32 MCU Embedded Software Support &amp; Maintenance Team</a:t>
            </a:r>
          </a:p>
          <a:p>
            <a:endParaRPr lang="en-US" sz="1600" noProof="0" dirty="0"/>
          </a:p>
        </p:txBody>
      </p:sp>
      <p:pic>
        <p:nvPicPr>
          <p:cNvPr id="6" name="Picture Placeholder 5">
            <a:extLst>
              <a:ext uri="{FF2B5EF4-FFF2-40B4-BE49-F238E27FC236}">
                <a16:creationId xmlns:a16="http://schemas.microsoft.com/office/drawing/2014/main" id="{8CB9452C-A8F1-3392-EFC2-16469AF87DEE}"/>
              </a:ext>
            </a:extLst>
          </p:cNvPr>
          <p:cNvPicPr>
            <a:picLocks noGrp="1" noChangeAspect="1"/>
          </p:cNvPicPr>
          <p:nvPr>
            <p:ph type="pic" sz="quarter" idx="12"/>
          </p:nvPr>
        </p:nvPicPr>
        <p:blipFill>
          <a:blip r:embed="rId3">
            <a:extLst>
              <a:ext uri="{28A0092B-C50C-407E-A947-70E740481C1C}">
                <a14:useLocalDpi xmlns:a14="http://schemas.microsoft.com/office/drawing/2010/main" val="0"/>
              </a:ext>
            </a:extLst>
          </a:blip>
          <a:srcRect l="9931" r="9931"/>
          <a:stretch>
            <a:fillRect/>
          </a:stretch>
        </p:blipFill>
        <p:spPr>
          <a:xfrm>
            <a:off x="1509964" y="945499"/>
            <a:ext cx="4163410" cy="5195603"/>
          </a:xfrm>
          <a:custGeom>
            <a:avLst/>
            <a:gdLst>
              <a:gd name="connsiteX0" fmla="*/ 0 w 5495544"/>
              <a:gd name="connsiteY0" fmla="*/ 0 h 6858000"/>
              <a:gd name="connsiteX1" fmla="*/ 5495544 w 5495544"/>
              <a:gd name="connsiteY1" fmla="*/ 0 h 6858000"/>
              <a:gd name="connsiteX2" fmla="*/ 5495544 w 5495544"/>
              <a:gd name="connsiteY2" fmla="*/ 6858000 h 6858000"/>
              <a:gd name="connsiteX3" fmla="*/ 0 w 549554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95544" h="6858000">
                <a:moveTo>
                  <a:pt x="0" y="0"/>
                </a:moveTo>
                <a:lnTo>
                  <a:pt x="5495544" y="0"/>
                </a:lnTo>
                <a:lnTo>
                  <a:pt x="5495544" y="6858000"/>
                </a:lnTo>
                <a:lnTo>
                  <a:pt x="0" y="6858000"/>
                </a:lnTo>
                <a:close/>
              </a:path>
            </a:pathLst>
          </a:custGeom>
          <a:solidFill>
            <a:srgbClr val="EEEFF1"/>
          </a:solidFill>
        </p:spPr>
      </p:pic>
    </p:spTree>
    <p:extLst>
      <p:ext uri="{BB962C8B-B14F-4D97-AF65-F5344CB8AC3E}">
        <p14:creationId xmlns:p14="http://schemas.microsoft.com/office/powerpoint/2010/main" val="1939822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Shape 8">
            <a:extLst>
              <a:ext uri="{FF2B5EF4-FFF2-40B4-BE49-F238E27FC236}">
                <a16:creationId xmlns:a16="http://schemas.microsoft.com/office/drawing/2014/main" id="{3CB200B6-E899-4954-2A0F-ED520DD6A6F6}"/>
              </a:ext>
            </a:extLst>
          </p:cNvPr>
          <p:cNvSpPr/>
          <p:nvPr/>
        </p:nvSpPr>
        <p:spPr>
          <a:xfrm>
            <a:off x="1201051" y="2820161"/>
            <a:ext cx="4206240" cy="749808"/>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01" name="Shape 13">
            <a:extLst>
              <a:ext uri="{FF2B5EF4-FFF2-40B4-BE49-F238E27FC236}">
                <a16:creationId xmlns:a16="http://schemas.microsoft.com/office/drawing/2014/main" id="{CB7097AA-F97E-84E6-C9A4-878757911C7D}"/>
              </a:ext>
            </a:extLst>
          </p:cNvPr>
          <p:cNvSpPr/>
          <p:nvPr/>
        </p:nvSpPr>
        <p:spPr>
          <a:xfrm>
            <a:off x="1201051" y="3716273"/>
            <a:ext cx="4206240" cy="749808"/>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88" name="Text 0">
            <a:extLst>
              <a:ext uri="{FF2B5EF4-FFF2-40B4-BE49-F238E27FC236}">
                <a16:creationId xmlns:a16="http://schemas.microsoft.com/office/drawing/2014/main" id="{C0053C2B-298B-93D9-97F2-9203DCE5CF0F}"/>
              </a:ext>
            </a:extLst>
          </p:cNvPr>
          <p:cNvSpPr/>
          <p:nvPr/>
        </p:nvSpPr>
        <p:spPr>
          <a:xfrm>
            <a:off x="8651216" y="220342"/>
            <a:ext cx="8229600" cy="502920"/>
          </a:xfrm>
          <a:prstGeom prst="rect">
            <a:avLst/>
          </a:prstGeom>
          <a:noFill/>
          <a:ln/>
        </p:spPr>
        <p:txBody>
          <a:bodyPr wrap="square" lIns="0" tIns="0" rIns="0" bIns="0" rtlCol="0" anchor="ctr"/>
          <a:lstStyle/>
          <a:p>
            <a:pPr marL="0" indent="0" algn="l">
              <a:buNone/>
            </a:pPr>
            <a:r>
              <a:rPr lang="en-US" sz="2600" b="1" noProof="0" dirty="0">
                <a:solidFill>
                  <a:srgbClr val="1B2A3B"/>
                </a:solidFill>
              </a:rPr>
              <a:t>Today’s Program</a:t>
            </a:r>
            <a:endParaRPr lang="en-US" sz="2600" noProof="0" dirty="0"/>
          </a:p>
        </p:txBody>
      </p:sp>
      <p:sp>
        <p:nvSpPr>
          <p:cNvPr id="89" name="Text 1">
            <a:extLst>
              <a:ext uri="{FF2B5EF4-FFF2-40B4-BE49-F238E27FC236}">
                <a16:creationId xmlns:a16="http://schemas.microsoft.com/office/drawing/2014/main" id="{FA5C86C0-D4E8-DF25-8871-83A58B5D3F54}"/>
              </a:ext>
            </a:extLst>
          </p:cNvPr>
          <p:cNvSpPr/>
          <p:nvPr/>
        </p:nvSpPr>
        <p:spPr>
          <a:xfrm>
            <a:off x="8715011" y="784404"/>
            <a:ext cx="8229600" cy="256032"/>
          </a:xfrm>
          <a:prstGeom prst="rect">
            <a:avLst/>
          </a:prstGeom>
          <a:noFill/>
          <a:ln/>
        </p:spPr>
        <p:txBody>
          <a:bodyPr wrap="square" lIns="0" tIns="0" rIns="0" bIns="0" rtlCol="0" anchor="ctr"/>
          <a:lstStyle/>
          <a:p>
            <a:pPr marL="0" indent="0" algn="l">
              <a:buNone/>
            </a:pPr>
            <a:r>
              <a:rPr lang="en-US" sz="1200" i="1" noProof="0" dirty="0">
                <a:solidFill>
                  <a:srgbClr val="64748B"/>
                </a:solidFill>
              </a:rPr>
              <a:t>8 steps to understand the project</a:t>
            </a:r>
            <a:endParaRPr lang="en-US" sz="1200" noProof="0" dirty="0"/>
          </a:p>
        </p:txBody>
      </p:sp>
      <p:sp>
        <p:nvSpPr>
          <p:cNvPr id="90" name="Shape 2">
            <a:extLst>
              <a:ext uri="{FF2B5EF4-FFF2-40B4-BE49-F238E27FC236}">
                <a16:creationId xmlns:a16="http://schemas.microsoft.com/office/drawing/2014/main" id="{5308CD81-8CD9-4091-B6EB-D8BEBF0F41EF}"/>
              </a:ext>
            </a:extLst>
          </p:cNvPr>
          <p:cNvSpPr/>
          <p:nvPr/>
        </p:nvSpPr>
        <p:spPr>
          <a:xfrm>
            <a:off x="3660007" y="1286892"/>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91" name="Shape 3">
            <a:extLst>
              <a:ext uri="{FF2B5EF4-FFF2-40B4-BE49-F238E27FC236}">
                <a16:creationId xmlns:a16="http://schemas.microsoft.com/office/drawing/2014/main" id="{53934799-B40F-4D42-B2C0-7094A4754C29}"/>
              </a:ext>
            </a:extLst>
          </p:cNvPr>
          <p:cNvSpPr/>
          <p:nvPr/>
        </p:nvSpPr>
        <p:spPr>
          <a:xfrm>
            <a:off x="1201051" y="1924049"/>
            <a:ext cx="4206240" cy="749808"/>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93" name="Text 5">
            <a:extLst>
              <a:ext uri="{FF2B5EF4-FFF2-40B4-BE49-F238E27FC236}">
                <a16:creationId xmlns:a16="http://schemas.microsoft.com/office/drawing/2014/main" id="{6CA5BEBA-A1A5-0B7A-D552-E2C13E044A80}"/>
              </a:ext>
            </a:extLst>
          </p:cNvPr>
          <p:cNvSpPr/>
          <p:nvPr/>
        </p:nvSpPr>
        <p:spPr>
          <a:xfrm>
            <a:off x="1201051" y="1924049"/>
            <a:ext cx="388440" cy="749808"/>
          </a:xfrm>
          <a:prstGeom prst="rect">
            <a:avLst/>
          </a:prstGeom>
          <a:solidFill>
            <a:srgbClr val="3CB4E6"/>
          </a:solidFill>
          <a:ln>
            <a:solidFill>
              <a:srgbClr val="3CB4E6"/>
            </a:solidFill>
          </a:ln>
        </p:spPr>
        <p:txBody>
          <a:bodyPr wrap="square" lIns="0" tIns="0" rIns="0" bIns="0" rtlCol="0" anchor="ctr"/>
          <a:lstStyle/>
          <a:p>
            <a:pPr marL="0" indent="0" algn="ctr">
              <a:buNone/>
            </a:pPr>
            <a:r>
              <a:rPr lang="en-US" sz="1300" b="1" noProof="0" dirty="0">
                <a:solidFill>
                  <a:srgbClr val="FFFFFF"/>
                </a:solidFill>
              </a:rPr>
              <a:t>01</a:t>
            </a:r>
            <a:endParaRPr lang="en-US" sz="1300" noProof="0" dirty="0"/>
          </a:p>
        </p:txBody>
      </p:sp>
      <p:sp>
        <p:nvSpPr>
          <p:cNvPr id="97" name="Shape 9">
            <a:extLst>
              <a:ext uri="{FF2B5EF4-FFF2-40B4-BE49-F238E27FC236}">
                <a16:creationId xmlns:a16="http://schemas.microsoft.com/office/drawing/2014/main" id="{B0771FB9-284C-8FE1-243A-D16FE18B32CD}"/>
              </a:ext>
            </a:extLst>
          </p:cNvPr>
          <p:cNvSpPr/>
          <p:nvPr/>
        </p:nvSpPr>
        <p:spPr>
          <a:xfrm>
            <a:off x="1201051" y="2820161"/>
            <a:ext cx="384048" cy="749808"/>
          </a:xfrm>
          <a:prstGeom prst="rect">
            <a:avLst/>
          </a:prstGeom>
          <a:solidFill>
            <a:srgbClr val="3CB4E6"/>
          </a:solidFill>
          <a:ln w="12700">
            <a:solidFill>
              <a:srgbClr val="3CB4E6"/>
            </a:solidFill>
            <a:prstDash val="solid"/>
          </a:ln>
        </p:spPr>
        <p:txBody>
          <a:bodyPr/>
          <a:lstStyle/>
          <a:p>
            <a:endParaRPr lang="en-US" noProof="0" dirty="0"/>
          </a:p>
        </p:txBody>
      </p:sp>
      <p:sp>
        <p:nvSpPr>
          <p:cNvPr id="98" name="Text 10">
            <a:extLst>
              <a:ext uri="{FF2B5EF4-FFF2-40B4-BE49-F238E27FC236}">
                <a16:creationId xmlns:a16="http://schemas.microsoft.com/office/drawing/2014/main" id="{AA98F3B6-0863-41FB-62FE-9582C2B7A465}"/>
              </a:ext>
            </a:extLst>
          </p:cNvPr>
          <p:cNvSpPr/>
          <p:nvPr/>
        </p:nvSpPr>
        <p:spPr>
          <a:xfrm>
            <a:off x="1201051" y="2820161"/>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02</a:t>
            </a:r>
            <a:endParaRPr lang="en-US" sz="1300" noProof="0" dirty="0"/>
          </a:p>
        </p:txBody>
      </p:sp>
      <p:sp>
        <p:nvSpPr>
          <p:cNvPr id="99" name="Text 11">
            <a:extLst>
              <a:ext uri="{FF2B5EF4-FFF2-40B4-BE49-F238E27FC236}">
                <a16:creationId xmlns:a16="http://schemas.microsoft.com/office/drawing/2014/main" id="{6389ED17-84E7-C63D-FACE-53F8696A9581}"/>
              </a:ext>
            </a:extLst>
          </p:cNvPr>
          <p:cNvSpPr/>
          <p:nvPr/>
        </p:nvSpPr>
        <p:spPr>
          <a:xfrm>
            <a:off x="1676539" y="3813095"/>
            <a:ext cx="3611880" cy="310896"/>
          </a:xfrm>
          <a:prstGeom prst="rect">
            <a:avLst/>
          </a:prstGeom>
          <a:noFill/>
          <a:ln/>
        </p:spPr>
        <p:txBody>
          <a:bodyPr wrap="square" lIns="0" tIns="0" rIns="0" bIns="0" rtlCol="0" anchor="ctr"/>
          <a:lstStyle/>
          <a:p>
            <a:pPr marL="0" indent="0" algn="l">
              <a:buNone/>
            </a:pPr>
            <a:r>
              <a:rPr lang="en-US" sz="1200" b="1" noProof="0" dirty="0">
                <a:solidFill>
                  <a:srgbClr val="1B2A3B"/>
                </a:solidFill>
              </a:rPr>
              <a:t>How ST ChatGPT answers : RAG workflow, data sources &amp; demo</a:t>
            </a:r>
            <a:endParaRPr lang="en-US" sz="1200" noProof="0" dirty="0"/>
          </a:p>
        </p:txBody>
      </p:sp>
      <p:sp>
        <p:nvSpPr>
          <p:cNvPr id="100" name="Text 12">
            <a:extLst>
              <a:ext uri="{FF2B5EF4-FFF2-40B4-BE49-F238E27FC236}">
                <a16:creationId xmlns:a16="http://schemas.microsoft.com/office/drawing/2014/main" id="{07A81C4F-635A-7B98-3835-6B9DD17D7C7F}"/>
              </a:ext>
            </a:extLst>
          </p:cNvPr>
          <p:cNvSpPr/>
          <p:nvPr/>
        </p:nvSpPr>
        <p:spPr>
          <a:xfrm>
            <a:off x="1676539" y="4163855"/>
            <a:ext cx="3611880" cy="256032"/>
          </a:xfrm>
          <a:prstGeom prst="rect">
            <a:avLst/>
          </a:prstGeom>
          <a:noFill/>
          <a:ln/>
        </p:spPr>
        <p:txBody>
          <a:bodyPr wrap="square" lIns="0" tIns="0" rIns="0" bIns="0" rtlCol="0" anchor="ctr"/>
          <a:lstStyle/>
          <a:p>
            <a:pPr marL="0" indent="0" algn="l">
              <a:buNone/>
            </a:pPr>
            <a:r>
              <a:rPr lang="en-US" sz="900" noProof="0" dirty="0">
                <a:solidFill>
                  <a:srgbClr val="64748B"/>
                </a:solidFill>
              </a:rPr>
              <a:t>Persona, Knowledge Base, Data Sources</a:t>
            </a:r>
            <a:endParaRPr lang="en-US" sz="900" noProof="0" dirty="0"/>
          </a:p>
        </p:txBody>
      </p:sp>
      <p:sp>
        <p:nvSpPr>
          <p:cNvPr id="102" name="Shape 14">
            <a:extLst>
              <a:ext uri="{FF2B5EF4-FFF2-40B4-BE49-F238E27FC236}">
                <a16:creationId xmlns:a16="http://schemas.microsoft.com/office/drawing/2014/main" id="{92FEC86C-BB5A-1D91-6A7E-49118EA970C4}"/>
              </a:ext>
            </a:extLst>
          </p:cNvPr>
          <p:cNvSpPr/>
          <p:nvPr/>
        </p:nvSpPr>
        <p:spPr>
          <a:xfrm>
            <a:off x="1201051" y="3716273"/>
            <a:ext cx="384048" cy="749808"/>
          </a:xfrm>
          <a:prstGeom prst="rect">
            <a:avLst/>
          </a:prstGeom>
          <a:solidFill>
            <a:srgbClr val="3CB4E6"/>
          </a:solidFill>
          <a:ln w="12700">
            <a:solidFill>
              <a:srgbClr val="3CB4E6"/>
            </a:solidFill>
            <a:prstDash val="solid"/>
          </a:ln>
        </p:spPr>
        <p:txBody>
          <a:bodyPr/>
          <a:lstStyle/>
          <a:p>
            <a:endParaRPr lang="en-US" noProof="0" dirty="0"/>
          </a:p>
        </p:txBody>
      </p:sp>
      <p:sp>
        <p:nvSpPr>
          <p:cNvPr id="103" name="Text 15">
            <a:extLst>
              <a:ext uri="{FF2B5EF4-FFF2-40B4-BE49-F238E27FC236}">
                <a16:creationId xmlns:a16="http://schemas.microsoft.com/office/drawing/2014/main" id="{D86D891C-C1F5-A692-9DC9-D94D77D39BB6}"/>
              </a:ext>
            </a:extLst>
          </p:cNvPr>
          <p:cNvSpPr/>
          <p:nvPr/>
        </p:nvSpPr>
        <p:spPr>
          <a:xfrm>
            <a:off x="1201051" y="3716273"/>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03</a:t>
            </a:r>
            <a:endParaRPr lang="en-US" sz="1300" noProof="0" dirty="0"/>
          </a:p>
        </p:txBody>
      </p:sp>
      <p:sp>
        <p:nvSpPr>
          <p:cNvPr id="104" name="Text 16">
            <a:extLst>
              <a:ext uri="{FF2B5EF4-FFF2-40B4-BE49-F238E27FC236}">
                <a16:creationId xmlns:a16="http://schemas.microsoft.com/office/drawing/2014/main" id="{BCA273A2-EEA0-311D-5453-77990BADD877}"/>
              </a:ext>
            </a:extLst>
          </p:cNvPr>
          <p:cNvSpPr/>
          <p:nvPr/>
        </p:nvSpPr>
        <p:spPr>
          <a:xfrm>
            <a:off x="1692451" y="2950093"/>
            <a:ext cx="3703320" cy="310896"/>
          </a:xfrm>
          <a:prstGeom prst="rect">
            <a:avLst/>
          </a:prstGeom>
          <a:noFill/>
          <a:ln/>
        </p:spPr>
        <p:txBody>
          <a:bodyPr wrap="square" lIns="0" tIns="0" rIns="0" bIns="0" rtlCol="0" anchor="ctr"/>
          <a:lstStyle/>
          <a:p>
            <a:pPr marL="0" indent="0" algn="l">
              <a:buNone/>
            </a:pPr>
            <a:r>
              <a:rPr lang="en-US" sz="1200" b="1" noProof="0" dirty="0">
                <a:solidFill>
                  <a:srgbClr val="1B2A3B"/>
                </a:solidFill>
              </a:rPr>
              <a:t>ST ChatGPT : platform overview &amp; access request</a:t>
            </a:r>
            <a:endParaRPr lang="en-US" sz="1200" noProof="0" dirty="0"/>
          </a:p>
        </p:txBody>
      </p:sp>
      <p:sp>
        <p:nvSpPr>
          <p:cNvPr id="105" name="Text 17">
            <a:extLst>
              <a:ext uri="{FF2B5EF4-FFF2-40B4-BE49-F238E27FC236}">
                <a16:creationId xmlns:a16="http://schemas.microsoft.com/office/drawing/2014/main" id="{F12DB912-11D5-2F77-C6B4-5F4842A2A505}"/>
              </a:ext>
            </a:extLst>
          </p:cNvPr>
          <p:cNvSpPr/>
          <p:nvPr/>
        </p:nvSpPr>
        <p:spPr>
          <a:xfrm>
            <a:off x="1676539" y="3260989"/>
            <a:ext cx="3611880" cy="256032"/>
          </a:xfrm>
          <a:prstGeom prst="rect">
            <a:avLst/>
          </a:prstGeom>
          <a:noFill/>
          <a:ln/>
        </p:spPr>
        <p:txBody>
          <a:bodyPr wrap="square" lIns="0" tIns="0" rIns="0" bIns="0" rtlCol="0" anchor="ctr"/>
          <a:lstStyle/>
          <a:p>
            <a:pPr marL="0" indent="0" algn="l">
              <a:buNone/>
            </a:pPr>
            <a:r>
              <a:rPr lang="en-US" sz="900" noProof="0" dirty="0">
                <a:solidFill>
                  <a:srgbClr val="64748B"/>
                </a:solidFill>
              </a:rPr>
              <a:t>What our project is building</a:t>
            </a:r>
            <a:endParaRPr lang="en-US" sz="900" noProof="0" dirty="0"/>
          </a:p>
        </p:txBody>
      </p:sp>
      <p:sp>
        <p:nvSpPr>
          <p:cNvPr id="106" name="Shape 18">
            <a:extLst>
              <a:ext uri="{FF2B5EF4-FFF2-40B4-BE49-F238E27FC236}">
                <a16:creationId xmlns:a16="http://schemas.microsoft.com/office/drawing/2014/main" id="{4BF11FD2-AB41-C7D0-421D-73076609D7CE}"/>
              </a:ext>
            </a:extLst>
          </p:cNvPr>
          <p:cNvSpPr/>
          <p:nvPr/>
        </p:nvSpPr>
        <p:spPr>
          <a:xfrm>
            <a:off x="1201051" y="4612385"/>
            <a:ext cx="4206240" cy="749808"/>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07" name="Shape 19">
            <a:extLst>
              <a:ext uri="{FF2B5EF4-FFF2-40B4-BE49-F238E27FC236}">
                <a16:creationId xmlns:a16="http://schemas.microsoft.com/office/drawing/2014/main" id="{BEC9AEC7-C1BF-07CE-B9C8-93043C5AA7BD}"/>
              </a:ext>
            </a:extLst>
          </p:cNvPr>
          <p:cNvSpPr/>
          <p:nvPr/>
        </p:nvSpPr>
        <p:spPr>
          <a:xfrm>
            <a:off x="1201051" y="4612385"/>
            <a:ext cx="384048" cy="749808"/>
          </a:xfrm>
          <a:prstGeom prst="rect">
            <a:avLst/>
          </a:prstGeom>
          <a:solidFill>
            <a:srgbClr val="FFD200"/>
          </a:solidFill>
          <a:ln w="12700">
            <a:solidFill>
              <a:srgbClr val="FFDD40"/>
            </a:solidFill>
            <a:prstDash val="solid"/>
          </a:ln>
        </p:spPr>
        <p:txBody>
          <a:bodyPr/>
          <a:lstStyle/>
          <a:p>
            <a:endParaRPr lang="en-US" noProof="0" dirty="0"/>
          </a:p>
        </p:txBody>
      </p:sp>
      <p:sp>
        <p:nvSpPr>
          <p:cNvPr id="108" name="Text 20">
            <a:extLst>
              <a:ext uri="{FF2B5EF4-FFF2-40B4-BE49-F238E27FC236}">
                <a16:creationId xmlns:a16="http://schemas.microsoft.com/office/drawing/2014/main" id="{412D407E-3894-F323-668C-AAFE8362F062}"/>
              </a:ext>
            </a:extLst>
          </p:cNvPr>
          <p:cNvSpPr/>
          <p:nvPr/>
        </p:nvSpPr>
        <p:spPr>
          <a:xfrm>
            <a:off x="1201051" y="4612385"/>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04</a:t>
            </a:r>
            <a:endParaRPr lang="en-US" sz="1300" noProof="0" dirty="0"/>
          </a:p>
        </p:txBody>
      </p:sp>
      <p:sp>
        <p:nvSpPr>
          <p:cNvPr id="109" name="Text 21">
            <a:extLst>
              <a:ext uri="{FF2B5EF4-FFF2-40B4-BE49-F238E27FC236}">
                <a16:creationId xmlns:a16="http://schemas.microsoft.com/office/drawing/2014/main" id="{6CD3CD78-7441-6A5A-F2C1-7A0EE7E38B72}"/>
              </a:ext>
            </a:extLst>
          </p:cNvPr>
          <p:cNvSpPr/>
          <p:nvPr/>
        </p:nvSpPr>
        <p:spPr>
          <a:xfrm>
            <a:off x="1676539" y="4685537"/>
            <a:ext cx="3611880" cy="310896"/>
          </a:xfrm>
          <a:prstGeom prst="rect">
            <a:avLst/>
          </a:prstGeom>
          <a:noFill/>
          <a:ln/>
        </p:spPr>
        <p:txBody>
          <a:bodyPr wrap="square" lIns="0" tIns="0" rIns="0" bIns="0" rtlCol="0" anchor="ctr"/>
          <a:lstStyle/>
          <a:p>
            <a:pPr marL="0" indent="0" algn="l">
              <a:buNone/>
            </a:pPr>
            <a:r>
              <a:rPr lang="en-US" sz="1200" b="1" noProof="0" dirty="0">
                <a:solidFill>
                  <a:srgbClr val="1B2A3B"/>
                </a:solidFill>
              </a:rPr>
              <a:t>The Data preprocessing pipeline</a:t>
            </a:r>
            <a:endParaRPr lang="en-US" sz="1200" noProof="0" dirty="0"/>
          </a:p>
        </p:txBody>
      </p:sp>
      <p:sp>
        <p:nvSpPr>
          <p:cNvPr id="110" name="Text 22">
            <a:extLst>
              <a:ext uri="{FF2B5EF4-FFF2-40B4-BE49-F238E27FC236}">
                <a16:creationId xmlns:a16="http://schemas.microsoft.com/office/drawing/2014/main" id="{C59B4263-7F56-055A-76C2-71CECE0214D9}"/>
              </a:ext>
            </a:extLst>
          </p:cNvPr>
          <p:cNvSpPr/>
          <p:nvPr/>
        </p:nvSpPr>
        <p:spPr>
          <a:xfrm>
            <a:off x="1676539" y="5014721"/>
            <a:ext cx="3611880" cy="256032"/>
          </a:xfrm>
          <a:prstGeom prst="rect">
            <a:avLst/>
          </a:prstGeom>
          <a:noFill/>
          <a:ln/>
        </p:spPr>
        <p:txBody>
          <a:bodyPr wrap="square" lIns="0" tIns="0" rIns="0" bIns="0" rtlCol="0" anchor="ctr"/>
          <a:lstStyle/>
          <a:p>
            <a:pPr marL="0" indent="0" algn="l">
              <a:buNone/>
            </a:pPr>
            <a:r>
              <a:rPr lang="en-US" sz="900" noProof="0" dirty="0">
                <a:solidFill>
                  <a:srgbClr val="64748B"/>
                </a:solidFill>
              </a:rPr>
              <a:t>Ingest → Clean → Enrich → Deliver</a:t>
            </a:r>
            <a:endParaRPr lang="en-US" sz="900" noProof="0" dirty="0"/>
          </a:p>
        </p:txBody>
      </p:sp>
      <p:sp>
        <p:nvSpPr>
          <p:cNvPr id="111" name="Shape 23">
            <a:extLst>
              <a:ext uri="{FF2B5EF4-FFF2-40B4-BE49-F238E27FC236}">
                <a16:creationId xmlns:a16="http://schemas.microsoft.com/office/drawing/2014/main" id="{6DEED9C1-E6EF-67F3-2799-203EBC915CEA}"/>
              </a:ext>
            </a:extLst>
          </p:cNvPr>
          <p:cNvSpPr/>
          <p:nvPr/>
        </p:nvSpPr>
        <p:spPr>
          <a:xfrm>
            <a:off x="6840914" y="1924049"/>
            <a:ext cx="4206240" cy="749808"/>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12" name="Shape 24">
            <a:extLst>
              <a:ext uri="{FF2B5EF4-FFF2-40B4-BE49-F238E27FC236}">
                <a16:creationId xmlns:a16="http://schemas.microsoft.com/office/drawing/2014/main" id="{A4ECB424-14EF-5603-1CAB-D6AEFB60BF98}"/>
              </a:ext>
            </a:extLst>
          </p:cNvPr>
          <p:cNvSpPr/>
          <p:nvPr/>
        </p:nvSpPr>
        <p:spPr>
          <a:xfrm>
            <a:off x="6840914" y="1924049"/>
            <a:ext cx="384048" cy="749808"/>
          </a:xfrm>
          <a:prstGeom prst="rect">
            <a:avLst/>
          </a:prstGeom>
          <a:solidFill>
            <a:srgbClr val="FFD200"/>
          </a:solidFill>
          <a:ln w="12700">
            <a:solidFill>
              <a:srgbClr val="FFDD40"/>
            </a:solidFill>
            <a:prstDash val="solid"/>
          </a:ln>
        </p:spPr>
        <p:txBody>
          <a:bodyPr/>
          <a:lstStyle/>
          <a:p>
            <a:endParaRPr lang="en-US" noProof="0" dirty="0"/>
          </a:p>
        </p:txBody>
      </p:sp>
      <p:sp>
        <p:nvSpPr>
          <p:cNvPr id="113" name="Text 25">
            <a:extLst>
              <a:ext uri="{FF2B5EF4-FFF2-40B4-BE49-F238E27FC236}">
                <a16:creationId xmlns:a16="http://schemas.microsoft.com/office/drawing/2014/main" id="{457AD473-4FF8-7C87-441F-BF313FC30029}"/>
              </a:ext>
            </a:extLst>
          </p:cNvPr>
          <p:cNvSpPr/>
          <p:nvPr/>
        </p:nvSpPr>
        <p:spPr>
          <a:xfrm>
            <a:off x="6840914" y="1924049"/>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05</a:t>
            </a:r>
            <a:endParaRPr lang="en-US" sz="1300" noProof="0" dirty="0"/>
          </a:p>
        </p:txBody>
      </p:sp>
      <p:sp>
        <p:nvSpPr>
          <p:cNvPr id="114" name="Text 26">
            <a:extLst>
              <a:ext uri="{FF2B5EF4-FFF2-40B4-BE49-F238E27FC236}">
                <a16:creationId xmlns:a16="http://schemas.microsoft.com/office/drawing/2014/main" id="{CA0625CB-51A9-BDD7-3454-C87247F5FC06}"/>
              </a:ext>
            </a:extLst>
          </p:cNvPr>
          <p:cNvSpPr/>
          <p:nvPr/>
        </p:nvSpPr>
        <p:spPr>
          <a:xfrm>
            <a:off x="7316402" y="1997201"/>
            <a:ext cx="3611880" cy="310896"/>
          </a:xfrm>
          <a:prstGeom prst="rect">
            <a:avLst/>
          </a:prstGeom>
          <a:noFill/>
          <a:ln/>
        </p:spPr>
        <p:txBody>
          <a:bodyPr wrap="square" lIns="0" tIns="0" rIns="0" bIns="0" rtlCol="0" anchor="ctr"/>
          <a:lstStyle/>
          <a:p>
            <a:pPr marL="0" indent="0" algn="l">
              <a:buNone/>
            </a:pPr>
            <a:r>
              <a:rPr lang="en-US" sz="1200" b="1" noProof="0" dirty="0">
                <a:solidFill>
                  <a:srgbClr val="1B2A3B"/>
                </a:solidFill>
              </a:rPr>
              <a:t>Tests , Results &amp; evaluation</a:t>
            </a:r>
            <a:endParaRPr lang="en-US" sz="1200" noProof="0" dirty="0"/>
          </a:p>
        </p:txBody>
      </p:sp>
      <p:sp>
        <p:nvSpPr>
          <p:cNvPr id="115" name="Text 27">
            <a:extLst>
              <a:ext uri="{FF2B5EF4-FFF2-40B4-BE49-F238E27FC236}">
                <a16:creationId xmlns:a16="http://schemas.microsoft.com/office/drawing/2014/main" id="{0F05D51A-E891-4135-9FF9-4FC027ED26C2}"/>
              </a:ext>
            </a:extLst>
          </p:cNvPr>
          <p:cNvSpPr/>
          <p:nvPr/>
        </p:nvSpPr>
        <p:spPr>
          <a:xfrm>
            <a:off x="7316402" y="2326385"/>
            <a:ext cx="3611880" cy="256032"/>
          </a:xfrm>
          <a:prstGeom prst="rect">
            <a:avLst/>
          </a:prstGeom>
          <a:noFill/>
          <a:ln/>
        </p:spPr>
        <p:txBody>
          <a:bodyPr wrap="square" lIns="0" tIns="0" rIns="0" bIns="0" rtlCol="0" anchor="ctr"/>
          <a:lstStyle/>
          <a:p>
            <a:pPr marL="0" indent="0" algn="l">
              <a:buNone/>
            </a:pPr>
            <a:r>
              <a:rPr lang="en-US" sz="900" noProof="0" dirty="0">
                <a:solidFill>
                  <a:srgbClr val="64748B"/>
                </a:solidFill>
              </a:rPr>
              <a:t>benchmark , concrete numbers</a:t>
            </a:r>
            <a:endParaRPr lang="en-US" sz="900" noProof="0" dirty="0"/>
          </a:p>
        </p:txBody>
      </p:sp>
      <p:sp>
        <p:nvSpPr>
          <p:cNvPr id="116" name="Shape 28">
            <a:extLst>
              <a:ext uri="{FF2B5EF4-FFF2-40B4-BE49-F238E27FC236}">
                <a16:creationId xmlns:a16="http://schemas.microsoft.com/office/drawing/2014/main" id="{DBED9F42-2E84-D4B5-0E07-B7B918E9ED73}"/>
              </a:ext>
            </a:extLst>
          </p:cNvPr>
          <p:cNvSpPr/>
          <p:nvPr/>
        </p:nvSpPr>
        <p:spPr>
          <a:xfrm>
            <a:off x="6840914" y="2820161"/>
            <a:ext cx="4206240" cy="749808"/>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17" name="Shape 29">
            <a:extLst>
              <a:ext uri="{FF2B5EF4-FFF2-40B4-BE49-F238E27FC236}">
                <a16:creationId xmlns:a16="http://schemas.microsoft.com/office/drawing/2014/main" id="{1B45B85D-5445-6805-E625-C804E78658F2}"/>
              </a:ext>
            </a:extLst>
          </p:cNvPr>
          <p:cNvSpPr/>
          <p:nvPr/>
        </p:nvSpPr>
        <p:spPr>
          <a:xfrm>
            <a:off x="6840914" y="2820161"/>
            <a:ext cx="384048" cy="749808"/>
          </a:xfrm>
          <a:prstGeom prst="rect">
            <a:avLst/>
          </a:prstGeom>
          <a:solidFill>
            <a:srgbClr val="FFD200"/>
          </a:solidFill>
          <a:ln w="12700">
            <a:solidFill>
              <a:srgbClr val="FFDD40"/>
            </a:solidFill>
            <a:prstDash val="solid"/>
          </a:ln>
        </p:spPr>
        <p:txBody>
          <a:bodyPr/>
          <a:lstStyle/>
          <a:p>
            <a:endParaRPr lang="en-US" noProof="0" dirty="0"/>
          </a:p>
        </p:txBody>
      </p:sp>
      <p:sp>
        <p:nvSpPr>
          <p:cNvPr id="118" name="Text 30">
            <a:extLst>
              <a:ext uri="{FF2B5EF4-FFF2-40B4-BE49-F238E27FC236}">
                <a16:creationId xmlns:a16="http://schemas.microsoft.com/office/drawing/2014/main" id="{12857F2F-D73B-1325-5B12-DD9F761B7F97}"/>
              </a:ext>
            </a:extLst>
          </p:cNvPr>
          <p:cNvSpPr/>
          <p:nvPr/>
        </p:nvSpPr>
        <p:spPr>
          <a:xfrm>
            <a:off x="6840914" y="2820161"/>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06</a:t>
            </a:r>
            <a:endParaRPr lang="en-US" sz="1300" noProof="0" dirty="0"/>
          </a:p>
        </p:txBody>
      </p:sp>
      <p:sp>
        <p:nvSpPr>
          <p:cNvPr id="119" name="Text 31">
            <a:extLst>
              <a:ext uri="{FF2B5EF4-FFF2-40B4-BE49-F238E27FC236}">
                <a16:creationId xmlns:a16="http://schemas.microsoft.com/office/drawing/2014/main" id="{5BFD3B2A-D775-5FAD-3140-FA567962A59B}"/>
              </a:ext>
            </a:extLst>
          </p:cNvPr>
          <p:cNvSpPr/>
          <p:nvPr/>
        </p:nvSpPr>
        <p:spPr>
          <a:xfrm>
            <a:off x="7316402" y="2893313"/>
            <a:ext cx="3611880" cy="310896"/>
          </a:xfrm>
          <a:prstGeom prst="rect">
            <a:avLst/>
          </a:prstGeom>
          <a:noFill/>
          <a:ln/>
        </p:spPr>
        <p:txBody>
          <a:bodyPr wrap="square" lIns="0" tIns="0" rIns="0" bIns="0" rtlCol="0" anchor="ctr"/>
          <a:lstStyle/>
          <a:p>
            <a:pPr marL="0" indent="0" algn="l">
              <a:buNone/>
            </a:pPr>
            <a:r>
              <a:rPr lang="en-US" sz="1200" b="1" noProof="0" dirty="0">
                <a:solidFill>
                  <a:srgbClr val="1B2A3B"/>
                </a:solidFill>
              </a:rPr>
              <a:t>Challenges encountered</a:t>
            </a:r>
            <a:endParaRPr lang="en-US" sz="1200" noProof="0" dirty="0"/>
          </a:p>
        </p:txBody>
      </p:sp>
      <p:sp>
        <p:nvSpPr>
          <p:cNvPr id="120" name="Text 32">
            <a:extLst>
              <a:ext uri="{FF2B5EF4-FFF2-40B4-BE49-F238E27FC236}">
                <a16:creationId xmlns:a16="http://schemas.microsoft.com/office/drawing/2014/main" id="{D3BA0ECD-EF32-7AC6-A8F4-55CC5B328536}"/>
              </a:ext>
            </a:extLst>
          </p:cNvPr>
          <p:cNvSpPr/>
          <p:nvPr/>
        </p:nvSpPr>
        <p:spPr>
          <a:xfrm>
            <a:off x="7316402" y="3222497"/>
            <a:ext cx="3611880" cy="256032"/>
          </a:xfrm>
          <a:prstGeom prst="rect">
            <a:avLst/>
          </a:prstGeom>
          <a:noFill/>
          <a:ln/>
        </p:spPr>
        <p:txBody>
          <a:bodyPr wrap="square" lIns="0" tIns="0" rIns="0" bIns="0" rtlCol="0" anchor="ctr"/>
          <a:lstStyle/>
          <a:p>
            <a:pPr marL="0" indent="0" algn="l">
              <a:buNone/>
            </a:pPr>
            <a:r>
              <a:rPr lang="en-US" sz="900" noProof="0" dirty="0">
                <a:solidFill>
                  <a:srgbClr val="64748B"/>
                </a:solidFill>
              </a:rPr>
              <a:t>Concrete technical challenges</a:t>
            </a:r>
            <a:endParaRPr lang="en-US" sz="900" noProof="0" dirty="0"/>
          </a:p>
        </p:txBody>
      </p:sp>
      <p:sp>
        <p:nvSpPr>
          <p:cNvPr id="121" name="Shape 33">
            <a:extLst>
              <a:ext uri="{FF2B5EF4-FFF2-40B4-BE49-F238E27FC236}">
                <a16:creationId xmlns:a16="http://schemas.microsoft.com/office/drawing/2014/main" id="{ABEA4CCD-294C-5D42-1C7F-C13A3707DF42}"/>
              </a:ext>
            </a:extLst>
          </p:cNvPr>
          <p:cNvSpPr/>
          <p:nvPr/>
        </p:nvSpPr>
        <p:spPr>
          <a:xfrm>
            <a:off x="6840914" y="3716273"/>
            <a:ext cx="4206240" cy="749808"/>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22" name="Shape 34">
            <a:extLst>
              <a:ext uri="{FF2B5EF4-FFF2-40B4-BE49-F238E27FC236}">
                <a16:creationId xmlns:a16="http://schemas.microsoft.com/office/drawing/2014/main" id="{DAF4469C-1D88-46C2-9ABB-CE13F8065E70}"/>
              </a:ext>
            </a:extLst>
          </p:cNvPr>
          <p:cNvSpPr/>
          <p:nvPr/>
        </p:nvSpPr>
        <p:spPr>
          <a:xfrm>
            <a:off x="6840914" y="3716273"/>
            <a:ext cx="384048" cy="749808"/>
          </a:xfrm>
          <a:prstGeom prst="rect">
            <a:avLst/>
          </a:prstGeom>
          <a:solidFill>
            <a:srgbClr val="425A78"/>
          </a:solidFill>
          <a:ln w="12700">
            <a:solidFill>
              <a:srgbClr val="425A78"/>
            </a:solidFill>
            <a:prstDash val="solid"/>
          </a:ln>
        </p:spPr>
        <p:txBody>
          <a:bodyPr/>
          <a:lstStyle/>
          <a:p>
            <a:endParaRPr lang="en-US" noProof="0" dirty="0"/>
          </a:p>
        </p:txBody>
      </p:sp>
      <p:sp>
        <p:nvSpPr>
          <p:cNvPr id="123" name="Text 35">
            <a:extLst>
              <a:ext uri="{FF2B5EF4-FFF2-40B4-BE49-F238E27FC236}">
                <a16:creationId xmlns:a16="http://schemas.microsoft.com/office/drawing/2014/main" id="{A0F470A6-D7E4-61E3-A3D7-21D6A1BB6BC9}"/>
              </a:ext>
            </a:extLst>
          </p:cNvPr>
          <p:cNvSpPr/>
          <p:nvPr/>
        </p:nvSpPr>
        <p:spPr>
          <a:xfrm>
            <a:off x="6840914" y="3716273"/>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07</a:t>
            </a:r>
            <a:endParaRPr lang="en-US" sz="1300" noProof="0" dirty="0"/>
          </a:p>
        </p:txBody>
      </p:sp>
      <p:sp>
        <p:nvSpPr>
          <p:cNvPr id="124" name="Text 36">
            <a:extLst>
              <a:ext uri="{FF2B5EF4-FFF2-40B4-BE49-F238E27FC236}">
                <a16:creationId xmlns:a16="http://schemas.microsoft.com/office/drawing/2014/main" id="{E9A0CB5E-5CE0-5BC3-049A-D87BFB67E2AA}"/>
              </a:ext>
            </a:extLst>
          </p:cNvPr>
          <p:cNvSpPr/>
          <p:nvPr/>
        </p:nvSpPr>
        <p:spPr>
          <a:xfrm>
            <a:off x="7316402" y="3789425"/>
            <a:ext cx="3611880" cy="310896"/>
          </a:xfrm>
          <a:prstGeom prst="rect">
            <a:avLst/>
          </a:prstGeom>
          <a:noFill/>
          <a:ln/>
        </p:spPr>
        <p:txBody>
          <a:bodyPr wrap="square" lIns="0" tIns="0" rIns="0" bIns="0" rtlCol="0" anchor="ctr"/>
          <a:lstStyle/>
          <a:p>
            <a:pPr marL="0" indent="0" algn="l">
              <a:buNone/>
            </a:pPr>
            <a:r>
              <a:rPr lang="en-US" sz="1200" b="1" noProof="0" dirty="0">
                <a:solidFill>
                  <a:srgbClr val="1B2A3B"/>
                </a:solidFill>
              </a:rPr>
              <a:t>Next Steps &amp; Perspectives</a:t>
            </a:r>
            <a:endParaRPr lang="en-US" sz="1200" noProof="0" dirty="0"/>
          </a:p>
        </p:txBody>
      </p:sp>
      <p:sp>
        <p:nvSpPr>
          <p:cNvPr id="125" name="Text 37">
            <a:extLst>
              <a:ext uri="{FF2B5EF4-FFF2-40B4-BE49-F238E27FC236}">
                <a16:creationId xmlns:a16="http://schemas.microsoft.com/office/drawing/2014/main" id="{8B3F7385-CCB0-ACFA-530C-38CE6169DD63}"/>
              </a:ext>
            </a:extLst>
          </p:cNvPr>
          <p:cNvSpPr/>
          <p:nvPr/>
        </p:nvSpPr>
        <p:spPr>
          <a:xfrm>
            <a:off x="7316402" y="4118609"/>
            <a:ext cx="3611880" cy="256032"/>
          </a:xfrm>
          <a:prstGeom prst="rect">
            <a:avLst/>
          </a:prstGeom>
          <a:noFill/>
          <a:ln/>
        </p:spPr>
        <p:txBody>
          <a:bodyPr wrap="square" lIns="0" tIns="0" rIns="0" bIns="0" rtlCol="0" anchor="ctr"/>
          <a:lstStyle/>
          <a:p>
            <a:pPr marL="0" indent="0" algn="l">
              <a:buNone/>
            </a:pPr>
            <a:r>
              <a:rPr lang="en-US" sz="900" noProof="0" dirty="0">
                <a:solidFill>
                  <a:srgbClr val="64748B"/>
                </a:solidFill>
              </a:rPr>
              <a:t>What remains and how to get there</a:t>
            </a:r>
            <a:endParaRPr lang="en-US" sz="900" noProof="0" dirty="0"/>
          </a:p>
        </p:txBody>
      </p:sp>
      <p:sp>
        <p:nvSpPr>
          <p:cNvPr id="126" name="Shape 38">
            <a:extLst>
              <a:ext uri="{FF2B5EF4-FFF2-40B4-BE49-F238E27FC236}">
                <a16:creationId xmlns:a16="http://schemas.microsoft.com/office/drawing/2014/main" id="{68D0FC41-5B41-AAE6-D851-F18DC7C3091D}"/>
              </a:ext>
            </a:extLst>
          </p:cNvPr>
          <p:cNvSpPr/>
          <p:nvPr/>
        </p:nvSpPr>
        <p:spPr>
          <a:xfrm>
            <a:off x="6840914" y="4612385"/>
            <a:ext cx="4206240" cy="749808"/>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27" name="Shape 39">
            <a:extLst>
              <a:ext uri="{FF2B5EF4-FFF2-40B4-BE49-F238E27FC236}">
                <a16:creationId xmlns:a16="http://schemas.microsoft.com/office/drawing/2014/main" id="{7720CA3F-9378-E779-087C-8CFD216E1858}"/>
              </a:ext>
            </a:extLst>
          </p:cNvPr>
          <p:cNvSpPr/>
          <p:nvPr/>
        </p:nvSpPr>
        <p:spPr>
          <a:xfrm>
            <a:off x="6840914" y="4612385"/>
            <a:ext cx="384048" cy="749808"/>
          </a:xfrm>
          <a:prstGeom prst="rect">
            <a:avLst/>
          </a:prstGeom>
          <a:solidFill>
            <a:srgbClr val="425A78"/>
          </a:solidFill>
          <a:ln w="12700">
            <a:solidFill>
              <a:srgbClr val="425A78"/>
            </a:solidFill>
            <a:prstDash val="solid"/>
          </a:ln>
        </p:spPr>
        <p:txBody>
          <a:bodyPr/>
          <a:lstStyle/>
          <a:p>
            <a:endParaRPr lang="en-US" noProof="0" dirty="0"/>
          </a:p>
        </p:txBody>
      </p:sp>
      <p:sp>
        <p:nvSpPr>
          <p:cNvPr id="128" name="Text 40">
            <a:extLst>
              <a:ext uri="{FF2B5EF4-FFF2-40B4-BE49-F238E27FC236}">
                <a16:creationId xmlns:a16="http://schemas.microsoft.com/office/drawing/2014/main" id="{1D6E690E-946F-58E5-581A-AC65A697C4FB}"/>
              </a:ext>
            </a:extLst>
          </p:cNvPr>
          <p:cNvSpPr/>
          <p:nvPr/>
        </p:nvSpPr>
        <p:spPr>
          <a:xfrm>
            <a:off x="6840914" y="4612385"/>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08</a:t>
            </a:r>
            <a:endParaRPr lang="en-US" sz="1300" noProof="0" dirty="0"/>
          </a:p>
        </p:txBody>
      </p:sp>
      <p:sp>
        <p:nvSpPr>
          <p:cNvPr id="129" name="Text 41">
            <a:extLst>
              <a:ext uri="{FF2B5EF4-FFF2-40B4-BE49-F238E27FC236}">
                <a16:creationId xmlns:a16="http://schemas.microsoft.com/office/drawing/2014/main" id="{713CDE8E-119E-4722-6293-44FE3115C20F}"/>
              </a:ext>
            </a:extLst>
          </p:cNvPr>
          <p:cNvSpPr/>
          <p:nvPr/>
        </p:nvSpPr>
        <p:spPr>
          <a:xfrm>
            <a:off x="7316402" y="4685537"/>
            <a:ext cx="3611880" cy="310896"/>
          </a:xfrm>
          <a:prstGeom prst="rect">
            <a:avLst/>
          </a:prstGeom>
          <a:noFill/>
          <a:ln/>
        </p:spPr>
        <p:txBody>
          <a:bodyPr wrap="square" lIns="0" tIns="0" rIns="0" bIns="0" rtlCol="0" anchor="ctr"/>
          <a:lstStyle/>
          <a:p>
            <a:pPr marL="0" indent="0" algn="l">
              <a:buNone/>
            </a:pPr>
            <a:r>
              <a:rPr lang="en-US" sz="1200" b="1" noProof="0" dirty="0">
                <a:solidFill>
                  <a:srgbClr val="1B2A3B"/>
                </a:solidFill>
              </a:rPr>
              <a:t>Q&amp;A</a:t>
            </a:r>
            <a:endParaRPr lang="en-US" sz="1200" noProof="0" dirty="0"/>
          </a:p>
        </p:txBody>
      </p:sp>
      <p:sp>
        <p:nvSpPr>
          <p:cNvPr id="130" name="Text 42">
            <a:extLst>
              <a:ext uri="{FF2B5EF4-FFF2-40B4-BE49-F238E27FC236}">
                <a16:creationId xmlns:a16="http://schemas.microsoft.com/office/drawing/2014/main" id="{E8EE5C7E-2B02-8D36-3BD9-E6AF8DC980B9}"/>
              </a:ext>
            </a:extLst>
          </p:cNvPr>
          <p:cNvSpPr/>
          <p:nvPr/>
        </p:nvSpPr>
        <p:spPr>
          <a:xfrm>
            <a:off x="7316402" y="5014721"/>
            <a:ext cx="3611880" cy="256032"/>
          </a:xfrm>
          <a:prstGeom prst="rect">
            <a:avLst/>
          </a:prstGeom>
          <a:noFill/>
          <a:ln/>
        </p:spPr>
        <p:txBody>
          <a:bodyPr wrap="square" lIns="0" tIns="0" rIns="0" bIns="0" rtlCol="0" anchor="ctr"/>
          <a:lstStyle/>
          <a:p>
            <a:pPr marL="0" indent="0" algn="l">
              <a:buNone/>
            </a:pPr>
            <a:r>
              <a:rPr lang="en-US" sz="900" noProof="0" dirty="0">
                <a:solidFill>
                  <a:srgbClr val="64748B"/>
                </a:solidFill>
              </a:rPr>
              <a:t>Open discussion</a:t>
            </a:r>
            <a:endParaRPr lang="en-US" sz="900" noProof="0" dirty="0"/>
          </a:p>
        </p:txBody>
      </p:sp>
      <p:sp>
        <p:nvSpPr>
          <p:cNvPr id="2" name="Slide Number Placeholder 1">
            <a:extLst>
              <a:ext uri="{FF2B5EF4-FFF2-40B4-BE49-F238E27FC236}">
                <a16:creationId xmlns:a16="http://schemas.microsoft.com/office/drawing/2014/main" id="{BA29754C-EDE4-7F3B-B3DA-26B89D65DD43}"/>
              </a:ext>
            </a:extLst>
          </p:cNvPr>
          <p:cNvSpPr>
            <a:spLocks noGrp="1"/>
          </p:cNvSpPr>
          <p:nvPr>
            <p:ph type="sldNum" sz="quarter" idx="11"/>
          </p:nvPr>
        </p:nvSpPr>
        <p:spPr/>
        <p:txBody>
          <a:bodyPr/>
          <a:lstStyle/>
          <a:p>
            <a:fld id="{40A7B169-58CE-4E65-B1F9-ACF9E46440C2}" type="slidenum">
              <a:rPr lang="en-US" noProof="0" smtClean="0"/>
              <a:t>2</a:t>
            </a:fld>
            <a:endParaRPr lang="en-US" noProof="0" dirty="0"/>
          </a:p>
        </p:txBody>
      </p:sp>
      <p:sp>
        <p:nvSpPr>
          <p:cNvPr id="5" name="Text 6">
            <a:extLst>
              <a:ext uri="{FF2B5EF4-FFF2-40B4-BE49-F238E27FC236}">
                <a16:creationId xmlns:a16="http://schemas.microsoft.com/office/drawing/2014/main" id="{30924A1A-7560-AA40-3D09-15658A9F5156}"/>
              </a:ext>
            </a:extLst>
          </p:cNvPr>
          <p:cNvSpPr/>
          <p:nvPr/>
        </p:nvSpPr>
        <p:spPr>
          <a:xfrm>
            <a:off x="1692451" y="1997265"/>
            <a:ext cx="3611880" cy="310896"/>
          </a:xfrm>
          <a:prstGeom prst="rect">
            <a:avLst/>
          </a:prstGeom>
          <a:noFill/>
          <a:ln/>
        </p:spPr>
        <p:txBody>
          <a:bodyPr wrap="square" lIns="0" tIns="0" rIns="0" bIns="0" rtlCol="0" anchor="ctr"/>
          <a:lstStyle/>
          <a:p>
            <a:pPr marL="0" indent="0" algn="l">
              <a:buNone/>
            </a:pPr>
            <a:r>
              <a:rPr lang="en-US" sz="1200" b="1" noProof="0" dirty="0">
                <a:solidFill>
                  <a:srgbClr val="1B2A3B"/>
                </a:solidFill>
              </a:rPr>
              <a:t>Project context </a:t>
            </a:r>
            <a:endParaRPr lang="en-US" sz="1200" noProof="0" dirty="0"/>
          </a:p>
        </p:txBody>
      </p:sp>
      <p:sp>
        <p:nvSpPr>
          <p:cNvPr id="6" name="Text 7">
            <a:extLst>
              <a:ext uri="{FF2B5EF4-FFF2-40B4-BE49-F238E27FC236}">
                <a16:creationId xmlns:a16="http://schemas.microsoft.com/office/drawing/2014/main" id="{18E80990-CA75-1843-212E-AB9262C2DEDF}"/>
              </a:ext>
            </a:extLst>
          </p:cNvPr>
          <p:cNvSpPr/>
          <p:nvPr/>
        </p:nvSpPr>
        <p:spPr>
          <a:xfrm>
            <a:off x="1692451" y="2308161"/>
            <a:ext cx="3611880" cy="256032"/>
          </a:xfrm>
          <a:prstGeom prst="rect">
            <a:avLst/>
          </a:prstGeom>
          <a:noFill/>
          <a:ln/>
        </p:spPr>
        <p:txBody>
          <a:bodyPr wrap="square" lIns="0" tIns="0" rIns="0" bIns="0" rtlCol="0" anchor="ctr"/>
          <a:lstStyle/>
          <a:p>
            <a:pPr marL="0" indent="0" algn="l">
              <a:buNone/>
            </a:pPr>
            <a:r>
              <a:rPr lang="en-US" sz="900" noProof="0" dirty="0">
                <a:solidFill>
                  <a:srgbClr val="64748B"/>
                </a:solidFill>
              </a:rPr>
              <a:t>The daily problem it solves</a:t>
            </a:r>
            <a:endParaRPr lang="en-US" sz="900" noProof="0" dirty="0"/>
          </a:p>
        </p:txBody>
      </p:sp>
    </p:spTree>
    <p:extLst>
      <p:ext uri="{BB962C8B-B14F-4D97-AF65-F5344CB8AC3E}">
        <p14:creationId xmlns:p14="http://schemas.microsoft.com/office/powerpoint/2010/main" val="15500645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7DC5EF-8433-5D9C-D736-E9EE7B27ED12}"/>
            </a:ext>
          </a:extLst>
        </p:cNvPr>
        <p:cNvGrpSpPr/>
        <p:nvPr/>
      </p:nvGrpSpPr>
      <p:grpSpPr>
        <a:xfrm>
          <a:off x="0" y="0"/>
          <a:ext cx="0" cy="0"/>
          <a:chOff x="0" y="0"/>
          <a:chExt cx="0" cy="0"/>
        </a:xfrm>
      </p:grpSpPr>
      <p:sp>
        <p:nvSpPr>
          <p:cNvPr id="96" name="Shape 8">
            <a:extLst>
              <a:ext uri="{FF2B5EF4-FFF2-40B4-BE49-F238E27FC236}">
                <a16:creationId xmlns:a16="http://schemas.microsoft.com/office/drawing/2014/main" id="{1D6CBA58-679A-3C19-D14B-746DCCC77DEA}"/>
              </a:ext>
            </a:extLst>
          </p:cNvPr>
          <p:cNvSpPr/>
          <p:nvPr/>
        </p:nvSpPr>
        <p:spPr>
          <a:xfrm>
            <a:off x="1201051" y="2820161"/>
            <a:ext cx="4206240" cy="749808"/>
          </a:xfrm>
          <a:prstGeom prst="rect">
            <a:avLst/>
          </a:prstGeom>
          <a:solidFill>
            <a:schemeClr val="bg2"/>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01" name="Shape 13">
            <a:extLst>
              <a:ext uri="{FF2B5EF4-FFF2-40B4-BE49-F238E27FC236}">
                <a16:creationId xmlns:a16="http://schemas.microsoft.com/office/drawing/2014/main" id="{DFCD306A-B9D3-2963-136E-1BC97C8B385C}"/>
              </a:ext>
            </a:extLst>
          </p:cNvPr>
          <p:cNvSpPr/>
          <p:nvPr/>
        </p:nvSpPr>
        <p:spPr>
          <a:xfrm>
            <a:off x="1201051" y="3716273"/>
            <a:ext cx="4206240" cy="749808"/>
          </a:xfrm>
          <a:prstGeom prst="rect">
            <a:avLst/>
          </a:prstGeom>
          <a:solidFill>
            <a:schemeClr val="bg2"/>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88" name="Text 0">
            <a:extLst>
              <a:ext uri="{FF2B5EF4-FFF2-40B4-BE49-F238E27FC236}">
                <a16:creationId xmlns:a16="http://schemas.microsoft.com/office/drawing/2014/main" id="{1ED19C9B-B757-E4E1-D3D5-8F9D9E3CA441}"/>
              </a:ext>
            </a:extLst>
          </p:cNvPr>
          <p:cNvSpPr/>
          <p:nvPr/>
        </p:nvSpPr>
        <p:spPr>
          <a:xfrm>
            <a:off x="8651216" y="220342"/>
            <a:ext cx="8229600" cy="502920"/>
          </a:xfrm>
          <a:prstGeom prst="rect">
            <a:avLst/>
          </a:prstGeom>
          <a:noFill/>
          <a:ln/>
        </p:spPr>
        <p:txBody>
          <a:bodyPr wrap="square" lIns="0" tIns="0" rIns="0" bIns="0" rtlCol="0" anchor="ctr"/>
          <a:lstStyle/>
          <a:p>
            <a:pPr marL="0" indent="0" algn="l">
              <a:buNone/>
            </a:pPr>
            <a:r>
              <a:rPr lang="en-US" sz="2600" b="1" noProof="0" dirty="0">
                <a:solidFill>
                  <a:srgbClr val="1B2A3B"/>
                </a:solidFill>
              </a:rPr>
              <a:t>Today’s Program</a:t>
            </a:r>
            <a:endParaRPr lang="en-US" sz="2600" noProof="0" dirty="0"/>
          </a:p>
        </p:txBody>
      </p:sp>
      <p:sp>
        <p:nvSpPr>
          <p:cNvPr id="89" name="Text 1">
            <a:extLst>
              <a:ext uri="{FF2B5EF4-FFF2-40B4-BE49-F238E27FC236}">
                <a16:creationId xmlns:a16="http://schemas.microsoft.com/office/drawing/2014/main" id="{EE664B71-2B55-F6AC-39DB-915FF34F4781}"/>
              </a:ext>
            </a:extLst>
          </p:cNvPr>
          <p:cNvSpPr/>
          <p:nvPr/>
        </p:nvSpPr>
        <p:spPr>
          <a:xfrm>
            <a:off x="8715011" y="784404"/>
            <a:ext cx="8229600" cy="256032"/>
          </a:xfrm>
          <a:prstGeom prst="rect">
            <a:avLst/>
          </a:prstGeom>
          <a:noFill/>
          <a:ln/>
        </p:spPr>
        <p:txBody>
          <a:bodyPr wrap="square" lIns="0" tIns="0" rIns="0" bIns="0" rtlCol="0" anchor="ctr"/>
          <a:lstStyle/>
          <a:p>
            <a:pPr marL="0" indent="0" algn="l">
              <a:buNone/>
            </a:pPr>
            <a:r>
              <a:rPr lang="en-US" sz="1200" i="1" noProof="0" dirty="0">
                <a:solidFill>
                  <a:srgbClr val="64748B"/>
                </a:solidFill>
              </a:rPr>
              <a:t>8 steps to understand the project</a:t>
            </a:r>
            <a:endParaRPr lang="en-US" sz="1200" noProof="0" dirty="0"/>
          </a:p>
        </p:txBody>
      </p:sp>
      <p:sp>
        <p:nvSpPr>
          <p:cNvPr id="90" name="Shape 2">
            <a:extLst>
              <a:ext uri="{FF2B5EF4-FFF2-40B4-BE49-F238E27FC236}">
                <a16:creationId xmlns:a16="http://schemas.microsoft.com/office/drawing/2014/main" id="{1E75E2CA-7A39-346F-62A0-F2D5799F3B1C}"/>
              </a:ext>
            </a:extLst>
          </p:cNvPr>
          <p:cNvSpPr/>
          <p:nvPr/>
        </p:nvSpPr>
        <p:spPr>
          <a:xfrm>
            <a:off x="3660007" y="1286892"/>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91" name="Shape 3">
            <a:extLst>
              <a:ext uri="{FF2B5EF4-FFF2-40B4-BE49-F238E27FC236}">
                <a16:creationId xmlns:a16="http://schemas.microsoft.com/office/drawing/2014/main" id="{0B7430CD-E14F-B74F-60CE-0871CA59B1DA}"/>
              </a:ext>
            </a:extLst>
          </p:cNvPr>
          <p:cNvSpPr/>
          <p:nvPr/>
        </p:nvSpPr>
        <p:spPr>
          <a:xfrm>
            <a:off x="1201051" y="1924049"/>
            <a:ext cx="4206240" cy="749808"/>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93" name="Text 5">
            <a:extLst>
              <a:ext uri="{FF2B5EF4-FFF2-40B4-BE49-F238E27FC236}">
                <a16:creationId xmlns:a16="http://schemas.microsoft.com/office/drawing/2014/main" id="{B8B622CA-760C-828B-0814-F6757ED5BC9D}"/>
              </a:ext>
            </a:extLst>
          </p:cNvPr>
          <p:cNvSpPr/>
          <p:nvPr/>
        </p:nvSpPr>
        <p:spPr>
          <a:xfrm>
            <a:off x="1201051" y="1924049"/>
            <a:ext cx="388440" cy="749808"/>
          </a:xfrm>
          <a:prstGeom prst="rect">
            <a:avLst/>
          </a:prstGeom>
          <a:solidFill>
            <a:srgbClr val="3CB4E6"/>
          </a:solidFill>
          <a:ln>
            <a:solidFill>
              <a:srgbClr val="3CB4E6"/>
            </a:solidFill>
          </a:ln>
        </p:spPr>
        <p:txBody>
          <a:bodyPr wrap="square" lIns="0" tIns="0" rIns="0" bIns="0" rtlCol="0" anchor="ctr"/>
          <a:lstStyle/>
          <a:p>
            <a:pPr marL="0" indent="0" algn="ctr">
              <a:buNone/>
            </a:pPr>
            <a:r>
              <a:rPr lang="en-US" sz="1300" b="1" noProof="0" dirty="0">
                <a:solidFill>
                  <a:srgbClr val="FFFFFF"/>
                </a:solidFill>
              </a:rPr>
              <a:t>01</a:t>
            </a:r>
            <a:endParaRPr lang="en-US" sz="1300" noProof="0" dirty="0"/>
          </a:p>
        </p:txBody>
      </p:sp>
      <p:sp>
        <p:nvSpPr>
          <p:cNvPr id="98" name="Text 10">
            <a:extLst>
              <a:ext uri="{FF2B5EF4-FFF2-40B4-BE49-F238E27FC236}">
                <a16:creationId xmlns:a16="http://schemas.microsoft.com/office/drawing/2014/main" id="{5CEEBE7E-98CB-A619-D348-8B2EC0E17091}"/>
              </a:ext>
            </a:extLst>
          </p:cNvPr>
          <p:cNvSpPr/>
          <p:nvPr/>
        </p:nvSpPr>
        <p:spPr>
          <a:xfrm>
            <a:off x="1203247" y="2820161"/>
            <a:ext cx="384048" cy="749808"/>
          </a:xfrm>
          <a:prstGeom prst="rect">
            <a:avLst/>
          </a:prstGeom>
          <a:solidFill>
            <a:schemeClr val="bg2"/>
          </a:solidFill>
          <a:ln w="12700">
            <a:solidFill>
              <a:schemeClr val="bg1">
                <a:lumMod val="75000"/>
              </a:schemeClr>
            </a:solidFill>
          </a:ln>
        </p:spPr>
        <p:txBody>
          <a:bodyPr wrap="square" lIns="0" tIns="0" rIns="0" bIns="0" rtlCol="0" anchor="ctr"/>
          <a:lstStyle/>
          <a:p>
            <a:pPr marL="0" indent="0" algn="ctr">
              <a:buNone/>
            </a:pPr>
            <a:r>
              <a:rPr lang="en-US" sz="1300" b="1" noProof="0" dirty="0">
                <a:solidFill>
                  <a:srgbClr val="FFFFFF"/>
                </a:solidFill>
              </a:rPr>
              <a:t>02</a:t>
            </a:r>
            <a:endParaRPr lang="en-US" sz="1300" noProof="0" dirty="0"/>
          </a:p>
        </p:txBody>
      </p:sp>
      <p:sp>
        <p:nvSpPr>
          <p:cNvPr id="99" name="Text 11">
            <a:extLst>
              <a:ext uri="{FF2B5EF4-FFF2-40B4-BE49-F238E27FC236}">
                <a16:creationId xmlns:a16="http://schemas.microsoft.com/office/drawing/2014/main" id="{F79243DF-16C3-9716-AF84-0477F4578D82}"/>
              </a:ext>
            </a:extLst>
          </p:cNvPr>
          <p:cNvSpPr/>
          <p:nvPr/>
        </p:nvSpPr>
        <p:spPr>
          <a:xfrm>
            <a:off x="1676539" y="3813095"/>
            <a:ext cx="3611880" cy="310896"/>
          </a:xfrm>
          <a:prstGeom prst="rect">
            <a:avLst/>
          </a:prstGeom>
          <a:solidFill>
            <a:schemeClr val="bg2"/>
          </a:solidFill>
          <a:ln/>
        </p:spPr>
        <p:txBody>
          <a:bodyPr wrap="square" lIns="0" tIns="0" rIns="0" bIns="0" rtlCol="0" anchor="ctr"/>
          <a:lstStyle/>
          <a:p>
            <a:pPr marL="0" indent="0" algn="l">
              <a:buNone/>
            </a:pPr>
            <a:r>
              <a:rPr lang="en-US" sz="1200" b="1" noProof="0" dirty="0">
                <a:solidFill>
                  <a:schemeClr val="tx2">
                    <a:lumMod val="40000"/>
                    <a:lumOff val="60000"/>
                  </a:schemeClr>
                </a:solidFill>
              </a:rPr>
              <a:t>How ST ChatGPT answers : RAG workflow, data sources &amp; demo</a:t>
            </a:r>
            <a:endParaRPr lang="en-US" sz="1200" noProof="0" dirty="0">
              <a:solidFill>
                <a:schemeClr val="tx2">
                  <a:lumMod val="40000"/>
                  <a:lumOff val="60000"/>
                </a:schemeClr>
              </a:solidFill>
            </a:endParaRPr>
          </a:p>
        </p:txBody>
      </p:sp>
      <p:sp>
        <p:nvSpPr>
          <p:cNvPr id="100" name="Text 12">
            <a:extLst>
              <a:ext uri="{FF2B5EF4-FFF2-40B4-BE49-F238E27FC236}">
                <a16:creationId xmlns:a16="http://schemas.microsoft.com/office/drawing/2014/main" id="{9D8EEA7E-61DB-B6FB-B0CF-FD5AC859FA09}"/>
              </a:ext>
            </a:extLst>
          </p:cNvPr>
          <p:cNvSpPr/>
          <p:nvPr/>
        </p:nvSpPr>
        <p:spPr>
          <a:xfrm>
            <a:off x="1676539" y="4163855"/>
            <a:ext cx="3611880" cy="256032"/>
          </a:xfrm>
          <a:prstGeom prst="rect">
            <a:avLst/>
          </a:prstGeom>
          <a:solidFill>
            <a:schemeClr val="bg2"/>
          </a:solidFill>
          <a:ln/>
        </p:spPr>
        <p:txBody>
          <a:bodyPr wrap="square" lIns="0" tIns="0" rIns="0" bIns="0" rtlCol="0" anchor="ctr"/>
          <a:lstStyle/>
          <a:p>
            <a:pPr marL="0" indent="0" algn="l">
              <a:buNone/>
            </a:pPr>
            <a:r>
              <a:rPr lang="en-US" sz="900" noProof="0" dirty="0">
                <a:solidFill>
                  <a:schemeClr val="tx2">
                    <a:lumMod val="40000"/>
                    <a:lumOff val="60000"/>
                  </a:schemeClr>
                </a:solidFill>
              </a:rPr>
              <a:t>Persona, Knowledge Base, Data Sources</a:t>
            </a:r>
          </a:p>
        </p:txBody>
      </p:sp>
      <p:sp>
        <p:nvSpPr>
          <p:cNvPr id="103" name="Text 15">
            <a:extLst>
              <a:ext uri="{FF2B5EF4-FFF2-40B4-BE49-F238E27FC236}">
                <a16:creationId xmlns:a16="http://schemas.microsoft.com/office/drawing/2014/main" id="{0BD925F7-BC72-72D3-7D28-9DE383357EBA}"/>
              </a:ext>
            </a:extLst>
          </p:cNvPr>
          <p:cNvSpPr/>
          <p:nvPr/>
        </p:nvSpPr>
        <p:spPr>
          <a:xfrm>
            <a:off x="1188105" y="3714788"/>
            <a:ext cx="384048" cy="749808"/>
          </a:xfrm>
          <a:prstGeom prst="rect">
            <a:avLst/>
          </a:prstGeom>
          <a:solidFill>
            <a:schemeClr val="bg2"/>
          </a:solidFill>
          <a:ln w="12700">
            <a:solidFill>
              <a:schemeClr val="bg1">
                <a:lumMod val="75000"/>
              </a:schemeClr>
            </a:solidFill>
          </a:ln>
        </p:spPr>
        <p:txBody>
          <a:bodyPr wrap="square" lIns="0" tIns="0" rIns="0" bIns="0" rtlCol="0" anchor="ctr"/>
          <a:lstStyle/>
          <a:p>
            <a:pPr marL="0" indent="0" algn="ctr">
              <a:buNone/>
            </a:pPr>
            <a:r>
              <a:rPr lang="en-US" sz="1300" b="1" noProof="0" dirty="0">
                <a:solidFill>
                  <a:srgbClr val="FFFFFF"/>
                </a:solidFill>
              </a:rPr>
              <a:t>03</a:t>
            </a:r>
            <a:endParaRPr lang="en-US" sz="1300" noProof="0" dirty="0"/>
          </a:p>
        </p:txBody>
      </p:sp>
      <p:sp>
        <p:nvSpPr>
          <p:cNvPr id="104" name="Text 16">
            <a:extLst>
              <a:ext uri="{FF2B5EF4-FFF2-40B4-BE49-F238E27FC236}">
                <a16:creationId xmlns:a16="http://schemas.microsoft.com/office/drawing/2014/main" id="{BC910028-D167-5218-FEC9-CBE168A770BA}"/>
              </a:ext>
            </a:extLst>
          </p:cNvPr>
          <p:cNvSpPr/>
          <p:nvPr/>
        </p:nvSpPr>
        <p:spPr>
          <a:xfrm>
            <a:off x="1692451" y="2950093"/>
            <a:ext cx="3703320" cy="310896"/>
          </a:xfrm>
          <a:prstGeom prst="rect">
            <a:avLst/>
          </a:prstGeom>
          <a:solidFill>
            <a:schemeClr val="bg2"/>
          </a:solidFill>
          <a:ln/>
        </p:spPr>
        <p:txBody>
          <a:bodyPr wrap="square" lIns="0" tIns="0" rIns="0" bIns="0" rtlCol="0" anchor="ctr"/>
          <a:lstStyle/>
          <a:p>
            <a:pPr marL="0" indent="0" algn="l">
              <a:buNone/>
            </a:pPr>
            <a:r>
              <a:rPr lang="en-US" sz="1200" b="1" noProof="0" dirty="0">
                <a:solidFill>
                  <a:schemeClr val="tx2">
                    <a:lumMod val="40000"/>
                    <a:lumOff val="60000"/>
                  </a:schemeClr>
                </a:solidFill>
              </a:rPr>
              <a:t>ST ChatGPT : platform overview &amp; access request</a:t>
            </a:r>
            <a:endParaRPr lang="en-US" sz="1200" noProof="0" dirty="0">
              <a:solidFill>
                <a:schemeClr val="tx2">
                  <a:lumMod val="40000"/>
                  <a:lumOff val="60000"/>
                </a:schemeClr>
              </a:solidFill>
            </a:endParaRPr>
          </a:p>
        </p:txBody>
      </p:sp>
      <p:sp>
        <p:nvSpPr>
          <p:cNvPr id="105" name="Text 17">
            <a:extLst>
              <a:ext uri="{FF2B5EF4-FFF2-40B4-BE49-F238E27FC236}">
                <a16:creationId xmlns:a16="http://schemas.microsoft.com/office/drawing/2014/main" id="{C9EBC05A-42E6-ABDE-70F7-0DD78CB40A76}"/>
              </a:ext>
            </a:extLst>
          </p:cNvPr>
          <p:cNvSpPr/>
          <p:nvPr/>
        </p:nvSpPr>
        <p:spPr>
          <a:xfrm>
            <a:off x="1676539" y="3287463"/>
            <a:ext cx="3611880" cy="256032"/>
          </a:xfrm>
          <a:prstGeom prst="rect">
            <a:avLst/>
          </a:prstGeom>
          <a:solidFill>
            <a:schemeClr val="bg2"/>
          </a:solidFill>
          <a:ln/>
        </p:spPr>
        <p:txBody>
          <a:bodyPr wrap="square" lIns="0" tIns="0" rIns="0" bIns="0" rtlCol="0" anchor="ctr"/>
          <a:lstStyle/>
          <a:p>
            <a:pPr marL="0" indent="0" algn="l">
              <a:buNone/>
            </a:pPr>
            <a:r>
              <a:rPr lang="en-US" sz="900" noProof="0" dirty="0">
                <a:solidFill>
                  <a:schemeClr val="tx2">
                    <a:lumMod val="40000"/>
                    <a:lumOff val="60000"/>
                  </a:schemeClr>
                </a:solidFill>
              </a:rPr>
              <a:t>What our project is building</a:t>
            </a:r>
          </a:p>
        </p:txBody>
      </p:sp>
      <p:sp>
        <p:nvSpPr>
          <p:cNvPr id="106" name="Shape 18">
            <a:extLst>
              <a:ext uri="{FF2B5EF4-FFF2-40B4-BE49-F238E27FC236}">
                <a16:creationId xmlns:a16="http://schemas.microsoft.com/office/drawing/2014/main" id="{55521321-D57D-3C7A-EEC8-18B9035402FE}"/>
              </a:ext>
            </a:extLst>
          </p:cNvPr>
          <p:cNvSpPr/>
          <p:nvPr/>
        </p:nvSpPr>
        <p:spPr>
          <a:xfrm>
            <a:off x="1201051" y="4612385"/>
            <a:ext cx="4206240" cy="749808"/>
          </a:xfrm>
          <a:prstGeom prst="rect">
            <a:avLst/>
          </a:prstGeom>
          <a:solidFill>
            <a:schemeClr val="bg2"/>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08" name="Text 20">
            <a:extLst>
              <a:ext uri="{FF2B5EF4-FFF2-40B4-BE49-F238E27FC236}">
                <a16:creationId xmlns:a16="http://schemas.microsoft.com/office/drawing/2014/main" id="{10C83AFC-F2FA-4D45-C2A1-E07191ED8267}"/>
              </a:ext>
            </a:extLst>
          </p:cNvPr>
          <p:cNvSpPr/>
          <p:nvPr/>
        </p:nvSpPr>
        <p:spPr>
          <a:xfrm>
            <a:off x="1215544" y="4612385"/>
            <a:ext cx="384048" cy="749808"/>
          </a:xfrm>
          <a:prstGeom prst="rect">
            <a:avLst/>
          </a:prstGeom>
          <a:solidFill>
            <a:schemeClr val="bg2"/>
          </a:solidFill>
          <a:ln w="12700">
            <a:solidFill>
              <a:schemeClr val="bg1">
                <a:lumMod val="75000"/>
              </a:schemeClr>
            </a:solidFill>
          </a:ln>
        </p:spPr>
        <p:txBody>
          <a:bodyPr wrap="square" lIns="0" tIns="0" rIns="0" bIns="0" rtlCol="0" anchor="ctr"/>
          <a:lstStyle/>
          <a:p>
            <a:pPr marL="0" indent="0" algn="ctr">
              <a:buNone/>
            </a:pPr>
            <a:r>
              <a:rPr lang="en-US" sz="1300" b="1" noProof="0" dirty="0">
                <a:solidFill>
                  <a:srgbClr val="FFFFFF"/>
                </a:solidFill>
              </a:rPr>
              <a:t>04</a:t>
            </a:r>
            <a:endParaRPr lang="en-US" sz="1300" noProof="0" dirty="0"/>
          </a:p>
        </p:txBody>
      </p:sp>
      <p:sp>
        <p:nvSpPr>
          <p:cNvPr id="109" name="Text 21">
            <a:extLst>
              <a:ext uri="{FF2B5EF4-FFF2-40B4-BE49-F238E27FC236}">
                <a16:creationId xmlns:a16="http://schemas.microsoft.com/office/drawing/2014/main" id="{74D388D1-342A-A2EF-F3B0-160856B3363A}"/>
              </a:ext>
            </a:extLst>
          </p:cNvPr>
          <p:cNvSpPr/>
          <p:nvPr/>
        </p:nvSpPr>
        <p:spPr>
          <a:xfrm>
            <a:off x="1676539" y="4685537"/>
            <a:ext cx="3611880" cy="310896"/>
          </a:xfrm>
          <a:prstGeom prst="rect">
            <a:avLst/>
          </a:prstGeom>
          <a:solidFill>
            <a:schemeClr val="bg2"/>
          </a:solidFill>
          <a:ln/>
        </p:spPr>
        <p:txBody>
          <a:bodyPr wrap="square" lIns="0" tIns="0" rIns="0" bIns="0" rtlCol="0" anchor="ctr"/>
          <a:lstStyle/>
          <a:p>
            <a:pPr marL="0" indent="0" algn="l">
              <a:buNone/>
            </a:pPr>
            <a:r>
              <a:rPr lang="en-US" sz="1200" b="1" noProof="0" dirty="0">
                <a:solidFill>
                  <a:schemeClr val="tx2">
                    <a:lumMod val="40000"/>
                    <a:lumOff val="60000"/>
                  </a:schemeClr>
                </a:solidFill>
              </a:rPr>
              <a:t>The Data preprocessing pipeline</a:t>
            </a:r>
            <a:endParaRPr lang="en-US" sz="1200" noProof="0" dirty="0">
              <a:solidFill>
                <a:schemeClr val="tx2">
                  <a:lumMod val="40000"/>
                  <a:lumOff val="60000"/>
                </a:schemeClr>
              </a:solidFill>
            </a:endParaRPr>
          </a:p>
        </p:txBody>
      </p:sp>
      <p:sp>
        <p:nvSpPr>
          <p:cNvPr id="110" name="Text 22">
            <a:extLst>
              <a:ext uri="{FF2B5EF4-FFF2-40B4-BE49-F238E27FC236}">
                <a16:creationId xmlns:a16="http://schemas.microsoft.com/office/drawing/2014/main" id="{65F0DBFA-2235-9ABC-30C9-D9B0FC47B491}"/>
              </a:ext>
            </a:extLst>
          </p:cNvPr>
          <p:cNvSpPr/>
          <p:nvPr/>
        </p:nvSpPr>
        <p:spPr>
          <a:xfrm>
            <a:off x="1676539" y="5014721"/>
            <a:ext cx="3611880" cy="256032"/>
          </a:xfrm>
          <a:prstGeom prst="rect">
            <a:avLst/>
          </a:prstGeom>
          <a:solidFill>
            <a:schemeClr val="bg2"/>
          </a:solidFill>
          <a:ln/>
        </p:spPr>
        <p:txBody>
          <a:bodyPr wrap="square" lIns="0" tIns="0" rIns="0" bIns="0" rtlCol="0" anchor="ctr"/>
          <a:lstStyle/>
          <a:p>
            <a:pPr marL="0" indent="0" algn="l">
              <a:buNone/>
            </a:pPr>
            <a:r>
              <a:rPr lang="en-US" sz="900" noProof="0" dirty="0">
                <a:solidFill>
                  <a:schemeClr val="tx2">
                    <a:lumMod val="40000"/>
                    <a:lumOff val="60000"/>
                  </a:schemeClr>
                </a:solidFill>
              </a:rPr>
              <a:t>Ingest → Clean → Enrich → Deliver</a:t>
            </a:r>
          </a:p>
        </p:txBody>
      </p:sp>
      <p:sp>
        <p:nvSpPr>
          <p:cNvPr id="111" name="Shape 23">
            <a:extLst>
              <a:ext uri="{FF2B5EF4-FFF2-40B4-BE49-F238E27FC236}">
                <a16:creationId xmlns:a16="http://schemas.microsoft.com/office/drawing/2014/main" id="{F24AB817-8E5D-F76A-C50E-E19927D3DB8A}"/>
              </a:ext>
            </a:extLst>
          </p:cNvPr>
          <p:cNvSpPr/>
          <p:nvPr/>
        </p:nvSpPr>
        <p:spPr>
          <a:xfrm>
            <a:off x="6840914" y="1924049"/>
            <a:ext cx="4206240" cy="749808"/>
          </a:xfrm>
          <a:prstGeom prst="rect">
            <a:avLst/>
          </a:prstGeom>
          <a:solidFill>
            <a:schemeClr val="bg2"/>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12" name="Shape 24">
            <a:extLst>
              <a:ext uri="{FF2B5EF4-FFF2-40B4-BE49-F238E27FC236}">
                <a16:creationId xmlns:a16="http://schemas.microsoft.com/office/drawing/2014/main" id="{24784A41-5E6D-73C4-629F-491EBE93DEB8}"/>
              </a:ext>
            </a:extLst>
          </p:cNvPr>
          <p:cNvSpPr/>
          <p:nvPr/>
        </p:nvSpPr>
        <p:spPr>
          <a:xfrm>
            <a:off x="6840914" y="1924049"/>
            <a:ext cx="384048" cy="749808"/>
          </a:xfrm>
          <a:prstGeom prst="rect">
            <a:avLst/>
          </a:prstGeom>
          <a:solidFill>
            <a:schemeClr val="bg2"/>
          </a:solidFill>
          <a:ln w="12700">
            <a:solidFill>
              <a:schemeClr val="bg1">
                <a:lumMod val="75000"/>
              </a:schemeClr>
            </a:solidFill>
            <a:prstDash val="solid"/>
          </a:ln>
        </p:spPr>
        <p:txBody>
          <a:bodyPr/>
          <a:lstStyle/>
          <a:p>
            <a:endParaRPr lang="en-US" noProof="0" dirty="0"/>
          </a:p>
        </p:txBody>
      </p:sp>
      <p:sp>
        <p:nvSpPr>
          <p:cNvPr id="113" name="Text 25">
            <a:extLst>
              <a:ext uri="{FF2B5EF4-FFF2-40B4-BE49-F238E27FC236}">
                <a16:creationId xmlns:a16="http://schemas.microsoft.com/office/drawing/2014/main" id="{59FF2C34-D1AF-CF45-E25D-9AF1F3AE24F1}"/>
              </a:ext>
            </a:extLst>
          </p:cNvPr>
          <p:cNvSpPr/>
          <p:nvPr/>
        </p:nvSpPr>
        <p:spPr>
          <a:xfrm>
            <a:off x="6840914" y="1924049"/>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05</a:t>
            </a:r>
            <a:endParaRPr lang="en-US" sz="1300" noProof="0" dirty="0"/>
          </a:p>
        </p:txBody>
      </p:sp>
      <p:sp>
        <p:nvSpPr>
          <p:cNvPr id="114" name="Text 26">
            <a:extLst>
              <a:ext uri="{FF2B5EF4-FFF2-40B4-BE49-F238E27FC236}">
                <a16:creationId xmlns:a16="http://schemas.microsoft.com/office/drawing/2014/main" id="{252143C2-E0D1-10F5-81CF-491DED761840}"/>
              </a:ext>
            </a:extLst>
          </p:cNvPr>
          <p:cNvSpPr/>
          <p:nvPr/>
        </p:nvSpPr>
        <p:spPr>
          <a:xfrm>
            <a:off x="7316402" y="1997201"/>
            <a:ext cx="361188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Tests , Results &amp; evaluation</a:t>
            </a:r>
            <a:endParaRPr lang="en-US" sz="1200" noProof="0" dirty="0">
              <a:solidFill>
                <a:schemeClr val="tx2">
                  <a:lumMod val="40000"/>
                  <a:lumOff val="60000"/>
                </a:schemeClr>
              </a:solidFill>
            </a:endParaRPr>
          </a:p>
        </p:txBody>
      </p:sp>
      <p:sp>
        <p:nvSpPr>
          <p:cNvPr id="115" name="Text 27">
            <a:extLst>
              <a:ext uri="{FF2B5EF4-FFF2-40B4-BE49-F238E27FC236}">
                <a16:creationId xmlns:a16="http://schemas.microsoft.com/office/drawing/2014/main" id="{6AB47429-7FC1-B8C1-FF4A-170AAF625A4A}"/>
              </a:ext>
            </a:extLst>
          </p:cNvPr>
          <p:cNvSpPr/>
          <p:nvPr/>
        </p:nvSpPr>
        <p:spPr>
          <a:xfrm>
            <a:off x="7316402" y="2326385"/>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benchmark , concrete numbers</a:t>
            </a:r>
          </a:p>
        </p:txBody>
      </p:sp>
      <p:sp>
        <p:nvSpPr>
          <p:cNvPr id="116" name="Shape 28">
            <a:extLst>
              <a:ext uri="{FF2B5EF4-FFF2-40B4-BE49-F238E27FC236}">
                <a16:creationId xmlns:a16="http://schemas.microsoft.com/office/drawing/2014/main" id="{D49ADA32-30EF-5BB3-487A-AD982B5BFB83}"/>
              </a:ext>
            </a:extLst>
          </p:cNvPr>
          <p:cNvSpPr/>
          <p:nvPr/>
        </p:nvSpPr>
        <p:spPr>
          <a:xfrm>
            <a:off x="6840914" y="2820161"/>
            <a:ext cx="4206240" cy="749808"/>
          </a:xfrm>
          <a:prstGeom prst="rect">
            <a:avLst/>
          </a:prstGeom>
          <a:solidFill>
            <a:schemeClr val="bg2"/>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17" name="Shape 29">
            <a:extLst>
              <a:ext uri="{FF2B5EF4-FFF2-40B4-BE49-F238E27FC236}">
                <a16:creationId xmlns:a16="http://schemas.microsoft.com/office/drawing/2014/main" id="{A3C53737-EEE7-2001-9ADD-26CD193DBBE7}"/>
              </a:ext>
            </a:extLst>
          </p:cNvPr>
          <p:cNvSpPr/>
          <p:nvPr/>
        </p:nvSpPr>
        <p:spPr>
          <a:xfrm>
            <a:off x="6840914" y="2820161"/>
            <a:ext cx="384048" cy="749808"/>
          </a:xfrm>
          <a:prstGeom prst="rect">
            <a:avLst/>
          </a:prstGeom>
          <a:solidFill>
            <a:schemeClr val="bg2"/>
          </a:solidFill>
          <a:ln w="12700">
            <a:solidFill>
              <a:schemeClr val="bg1">
                <a:lumMod val="75000"/>
              </a:schemeClr>
            </a:solidFill>
            <a:prstDash val="solid"/>
          </a:ln>
        </p:spPr>
        <p:txBody>
          <a:bodyPr/>
          <a:lstStyle/>
          <a:p>
            <a:endParaRPr lang="en-US" noProof="0" dirty="0"/>
          </a:p>
        </p:txBody>
      </p:sp>
      <p:sp>
        <p:nvSpPr>
          <p:cNvPr id="118" name="Text 30">
            <a:extLst>
              <a:ext uri="{FF2B5EF4-FFF2-40B4-BE49-F238E27FC236}">
                <a16:creationId xmlns:a16="http://schemas.microsoft.com/office/drawing/2014/main" id="{EBC2E39B-2E9D-264E-869C-B74431B679A5}"/>
              </a:ext>
            </a:extLst>
          </p:cNvPr>
          <p:cNvSpPr/>
          <p:nvPr/>
        </p:nvSpPr>
        <p:spPr>
          <a:xfrm>
            <a:off x="6840914" y="2820161"/>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06</a:t>
            </a:r>
            <a:endParaRPr lang="en-US" sz="1300" noProof="0" dirty="0"/>
          </a:p>
        </p:txBody>
      </p:sp>
      <p:sp>
        <p:nvSpPr>
          <p:cNvPr id="119" name="Text 31">
            <a:extLst>
              <a:ext uri="{FF2B5EF4-FFF2-40B4-BE49-F238E27FC236}">
                <a16:creationId xmlns:a16="http://schemas.microsoft.com/office/drawing/2014/main" id="{9DBD0DD7-BEBD-5A96-3C4F-8D0199EF8C4E}"/>
              </a:ext>
            </a:extLst>
          </p:cNvPr>
          <p:cNvSpPr/>
          <p:nvPr/>
        </p:nvSpPr>
        <p:spPr>
          <a:xfrm>
            <a:off x="7316402" y="2893313"/>
            <a:ext cx="361188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Challenges encountered</a:t>
            </a:r>
            <a:endParaRPr lang="en-US" sz="1200" noProof="0" dirty="0">
              <a:solidFill>
                <a:schemeClr val="tx2">
                  <a:lumMod val="40000"/>
                  <a:lumOff val="60000"/>
                </a:schemeClr>
              </a:solidFill>
            </a:endParaRPr>
          </a:p>
        </p:txBody>
      </p:sp>
      <p:sp>
        <p:nvSpPr>
          <p:cNvPr id="120" name="Text 32">
            <a:extLst>
              <a:ext uri="{FF2B5EF4-FFF2-40B4-BE49-F238E27FC236}">
                <a16:creationId xmlns:a16="http://schemas.microsoft.com/office/drawing/2014/main" id="{FCAE2F5D-0627-E7C9-B3CE-DA7A008B10C7}"/>
              </a:ext>
            </a:extLst>
          </p:cNvPr>
          <p:cNvSpPr/>
          <p:nvPr/>
        </p:nvSpPr>
        <p:spPr>
          <a:xfrm>
            <a:off x="7316402" y="3222497"/>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Concrete technical challenges</a:t>
            </a:r>
          </a:p>
        </p:txBody>
      </p:sp>
      <p:sp>
        <p:nvSpPr>
          <p:cNvPr id="121" name="Shape 33">
            <a:extLst>
              <a:ext uri="{FF2B5EF4-FFF2-40B4-BE49-F238E27FC236}">
                <a16:creationId xmlns:a16="http://schemas.microsoft.com/office/drawing/2014/main" id="{4C0132D2-A513-ABF1-2B3A-C4051FBA1411}"/>
              </a:ext>
            </a:extLst>
          </p:cNvPr>
          <p:cNvSpPr/>
          <p:nvPr/>
        </p:nvSpPr>
        <p:spPr>
          <a:xfrm>
            <a:off x="6840914" y="3716273"/>
            <a:ext cx="4206240" cy="749808"/>
          </a:xfrm>
          <a:prstGeom prst="rect">
            <a:avLst/>
          </a:prstGeom>
          <a:solidFill>
            <a:schemeClr val="bg2"/>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solidFill>
                <a:schemeClr val="tx2">
                  <a:lumMod val="40000"/>
                  <a:lumOff val="60000"/>
                </a:schemeClr>
              </a:solidFill>
            </a:endParaRPr>
          </a:p>
        </p:txBody>
      </p:sp>
      <p:sp>
        <p:nvSpPr>
          <p:cNvPr id="122" name="Shape 34">
            <a:extLst>
              <a:ext uri="{FF2B5EF4-FFF2-40B4-BE49-F238E27FC236}">
                <a16:creationId xmlns:a16="http://schemas.microsoft.com/office/drawing/2014/main" id="{397B09ED-2BD1-C9EB-0714-C42C8C8DBCBA}"/>
              </a:ext>
            </a:extLst>
          </p:cNvPr>
          <p:cNvSpPr/>
          <p:nvPr/>
        </p:nvSpPr>
        <p:spPr>
          <a:xfrm>
            <a:off x="6840914" y="3716273"/>
            <a:ext cx="384048" cy="749808"/>
          </a:xfrm>
          <a:prstGeom prst="rect">
            <a:avLst/>
          </a:prstGeom>
          <a:solidFill>
            <a:schemeClr val="bg2"/>
          </a:solidFill>
          <a:ln w="12700">
            <a:solidFill>
              <a:schemeClr val="bg1">
                <a:lumMod val="75000"/>
              </a:schemeClr>
            </a:solidFill>
            <a:prstDash val="solid"/>
          </a:ln>
        </p:spPr>
        <p:txBody>
          <a:bodyPr/>
          <a:lstStyle/>
          <a:p>
            <a:endParaRPr lang="en-US" noProof="0" dirty="0"/>
          </a:p>
        </p:txBody>
      </p:sp>
      <p:sp>
        <p:nvSpPr>
          <p:cNvPr id="123" name="Text 35">
            <a:extLst>
              <a:ext uri="{FF2B5EF4-FFF2-40B4-BE49-F238E27FC236}">
                <a16:creationId xmlns:a16="http://schemas.microsoft.com/office/drawing/2014/main" id="{6B7303CF-2F9A-3161-A03C-5AF1E5FBC224}"/>
              </a:ext>
            </a:extLst>
          </p:cNvPr>
          <p:cNvSpPr/>
          <p:nvPr/>
        </p:nvSpPr>
        <p:spPr>
          <a:xfrm>
            <a:off x="6840914" y="3716273"/>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07</a:t>
            </a:r>
            <a:endParaRPr lang="en-US" sz="1300" noProof="0" dirty="0"/>
          </a:p>
        </p:txBody>
      </p:sp>
      <p:sp>
        <p:nvSpPr>
          <p:cNvPr id="124" name="Text 36">
            <a:extLst>
              <a:ext uri="{FF2B5EF4-FFF2-40B4-BE49-F238E27FC236}">
                <a16:creationId xmlns:a16="http://schemas.microsoft.com/office/drawing/2014/main" id="{48049885-8EB7-F419-5387-7AD0998D8CEC}"/>
              </a:ext>
            </a:extLst>
          </p:cNvPr>
          <p:cNvSpPr/>
          <p:nvPr/>
        </p:nvSpPr>
        <p:spPr>
          <a:xfrm>
            <a:off x="7316402" y="3789425"/>
            <a:ext cx="361188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Next Steps &amp; Perspectives</a:t>
            </a:r>
            <a:endParaRPr lang="en-US" sz="1200" noProof="0" dirty="0">
              <a:solidFill>
                <a:schemeClr val="tx2">
                  <a:lumMod val="40000"/>
                  <a:lumOff val="60000"/>
                </a:schemeClr>
              </a:solidFill>
            </a:endParaRPr>
          </a:p>
        </p:txBody>
      </p:sp>
      <p:sp>
        <p:nvSpPr>
          <p:cNvPr id="125" name="Text 37">
            <a:extLst>
              <a:ext uri="{FF2B5EF4-FFF2-40B4-BE49-F238E27FC236}">
                <a16:creationId xmlns:a16="http://schemas.microsoft.com/office/drawing/2014/main" id="{5A239AB1-217E-A08F-7343-3D5C4418CBEB}"/>
              </a:ext>
            </a:extLst>
          </p:cNvPr>
          <p:cNvSpPr/>
          <p:nvPr/>
        </p:nvSpPr>
        <p:spPr>
          <a:xfrm>
            <a:off x="7316402" y="4118609"/>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What remains and how to get there</a:t>
            </a:r>
          </a:p>
        </p:txBody>
      </p:sp>
      <p:sp>
        <p:nvSpPr>
          <p:cNvPr id="126" name="Shape 38">
            <a:extLst>
              <a:ext uri="{FF2B5EF4-FFF2-40B4-BE49-F238E27FC236}">
                <a16:creationId xmlns:a16="http://schemas.microsoft.com/office/drawing/2014/main" id="{0A6F8D20-E1B5-EA0B-0D8C-896293CE5507}"/>
              </a:ext>
            </a:extLst>
          </p:cNvPr>
          <p:cNvSpPr/>
          <p:nvPr/>
        </p:nvSpPr>
        <p:spPr>
          <a:xfrm>
            <a:off x="6840914" y="4612385"/>
            <a:ext cx="4206240" cy="749808"/>
          </a:xfrm>
          <a:prstGeom prst="rect">
            <a:avLst/>
          </a:prstGeom>
          <a:solidFill>
            <a:schemeClr val="bg2"/>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27" name="Shape 39">
            <a:extLst>
              <a:ext uri="{FF2B5EF4-FFF2-40B4-BE49-F238E27FC236}">
                <a16:creationId xmlns:a16="http://schemas.microsoft.com/office/drawing/2014/main" id="{40E67AF0-2374-D1A1-CEAD-DBB2E0949BF9}"/>
              </a:ext>
            </a:extLst>
          </p:cNvPr>
          <p:cNvSpPr/>
          <p:nvPr/>
        </p:nvSpPr>
        <p:spPr>
          <a:xfrm>
            <a:off x="6840914" y="4612385"/>
            <a:ext cx="384048" cy="749808"/>
          </a:xfrm>
          <a:prstGeom prst="rect">
            <a:avLst/>
          </a:prstGeom>
          <a:solidFill>
            <a:schemeClr val="bg2"/>
          </a:solidFill>
          <a:ln w="12700">
            <a:solidFill>
              <a:schemeClr val="bg1">
                <a:lumMod val="75000"/>
              </a:schemeClr>
            </a:solidFill>
            <a:prstDash val="solid"/>
          </a:ln>
        </p:spPr>
        <p:txBody>
          <a:bodyPr/>
          <a:lstStyle/>
          <a:p>
            <a:endParaRPr lang="en-US" noProof="0" dirty="0"/>
          </a:p>
        </p:txBody>
      </p:sp>
      <p:sp>
        <p:nvSpPr>
          <p:cNvPr id="128" name="Text 40">
            <a:extLst>
              <a:ext uri="{FF2B5EF4-FFF2-40B4-BE49-F238E27FC236}">
                <a16:creationId xmlns:a16="http://schemas.microsoft.com/office/drawing/2014/main" id="{8CFCA8CB-EB08-F869-AC1B-6279324C2F32}"/>
              </a:ext>
            </a:extLst>
          </p:cNvPr>
          <p:cNvSpPr/>
          <p:nvPr/>
        </p:nvSpPr>
        <p:spPr>
          <a:xfrm>
            <a:off x="6840914" y="4612385"/>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08</a:t>
            </a:r>
            <a:endParaRPr lang="en-US" sz="1300" noProof="0" dirty="0"/>
          </a:p>
        </p:txBody>
      </p:sp>
      <p:sp>
        <p:nvSpPr>
          <p:cNvPr id="129" name="Text 41">
            <a:extLst>
              <a:ext uri="{FF2B5EF4-FFF2-40B4-BE49-F238E27FC236}">
                <a16:creationId xmlns:a16="http://schemas.microsoft.com/office/drawing/2014/main" id="{0078A459-F280-511C-E053-1D89675413C5}"/>
              </a:ext>
            </a:extLst>
          </p:cNvPr>
          <p:cNvSpPr/>
          <p:nvPr/>
        </p:nvSpPr>
        <p:spPr>
          <a:xfrm>
            <a:off x="7316402" y="4685537"/>
            <a:ext cx="361188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Q&amp;A</a:t>
            </a:r>
            <a:endParaRPr lang="en-US" sz="1200" noProof="0" dirty="0">
              <a:solidFill>
                <a:schemeClr val="tx2">
                  <a:lumMod val="40000"/>
                  <a:lumOff val="60000"/>
                </a:schemeClr>
              </a:solidFill>
            </a:endParaRPr>
          </a:p>
        </p:txBody>
      </p:sp>
      <p:sp>
        <p:nvSpPr>
          <p:cNvPr id="130" name="Text 42">
            <a:extLst>
              <a:ext uri="{FF2B5EF4-FFF2-40B4-BE49-F238E27FC236}">
                <a16:creationId xmlns:a16="http://schemas.microsoft.com/office/drawing/2014/main" id="{2EA392C7-3171-23AF-E3EF-8BF1D9119607}"/>
              </a:ext>
            </a:extLst>
          </p:cNvPr>
          <p:cNvSpPr/>
          <p:nvPr/>
        </p:nvSpPr>
        <p:spPr>
          <a:xfrm>
            <a:off x="7316402" y="5014721"/>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Open discussion</a:t>
            </a:r>
          </a:p>
        </p:txBody>
      </p:sp>
      <p:sp>
        <p:nvSpPr>
          <p:cNvPr id="2" name="Slide Number Placeholder 1">
            <a:extLst>
              <a:ext uri="{FF2B5EF4-FFF2-40B4-BE49-F238E27FC236}">
                <a16:creationId xmlns:a16="http://schemas.microsoft.com/office/drawing/2014/main" id="{E75D6739-F79A-8D0A-2A66-6AF4B61FD9E7}"/>
              </a:ext>
            </a:extLst>
          </p:cNvPr>
          <p:cNvSpPr>
            <a:spLocks noGrp="1"/>
          </p:cNvSpPr>
          <p:nvPr>
            <p:ph type="sldNum" sz="quarter" idx="11"/>
          </p:nvPr>
        </p:nvSpPr>
        <p:spPr/>
        <p:txBody>
          <a:bodyPr/>
          <a:lstStyle/>
          <a:p>
            <a:fld id="{40A7B169-58CE-4E65-B1F9-ACF9E46440C2}" type="slidenum">
              <a:rPr lang="en-US" noProof="0" smtClean="0"/>
              <a:t>3</a:t>
            </a:fld>
            <a:endParaRPr lang="en-US" noProof="0" dirty="0"/>
          </a:p>
        </p:txBody>
      </p:sp>
      <p:sp>
        <p:nvSpPr>
          <p:cNvPr id="5" name="Text 6">
            <a:extLst>
              <a:ext uri="{FF2B5EF4-FFF2-40B4-BE49-F238E27FC236}">
                <a16:creationId xmlns:a16="http://schemas.microsoft.com/office/drawing/2014/main" id="{BBE2BD38-81E1-50E2-FECD-024F72AD866A}"/>
              </a:ext>
            </a:extLst>
          </p:cNvPr>
          <p:cNvSpPr/>
          <p:nvPr/>
        </p:nvSpPr>
        <p:spPr>
          <a:xfrm>
            <a:off x="1692451" y="1997265"/>
            <a:ext cx="3611880" cy="310896"/>
          </a:xfrm>
          <a:prstGeom prst="rect">
            <a:avLst/>
          </a:prstGeom>
          <a:noFill/>
          <a:ln/>
        </p:spPr>
        <p:txBody>
          <a:bodyPr wrap="square" lIns="0" tIns="0" rIns="0" bIns="0" rtlCol="0" anchor="ctr"/>
          <a:lstStyle/>
          <a:p>
            <a:pPr marL="0" indent="0" algn="l">
              <a:buNone/>
            </a:pPr>
            <a:r>
              <a:rPr lang="en-US" sz="1200" b="1" noProof="0" dirty="0">
                <a:solidFill>
                  <a:srgbClr val="1B2A3B"/>
                </a:solidFill>
              </a:rPr>
              <a:t>Project context </a:t>
            </a:r>
            <a:endParaRPr lang="en-US" sz="1200" noProof="0" dirty="0"/>
          </a:p>
        </p:txBody>
      </p:sp>
      <p:sp>
        <p:nvSpPr>
          <p:cNvPr id="6" name="Text 7">
            <a:extLst>
              <a:ext uri="{FF2B5EF4-FFF2-40B4-BE49-F238E27FC236}">
                <a16:creationId xmlns:a16="http://schemas.microsoft.com/office/drawing/2014/main" id="{B2011EF4-1F7C-5211-7FEA-DFA080360BEE}"/>
              </a:ext>
            </a:extLst>
          </p:cNvPr>
          <p:cNvSpPr/>
          <p:nvPr/>
        </p:nvSpPr>
        <p:spPr>
          <a:xfrm>
            <a:off x="1692451" y="2308161"/>
            <a:ext cx="3611880" cy="256032"/>
          </a:xfrm>
          <a:prstGeom prst="rect">
            <a:avLst/>
          </a:prstGeom>
          <a:noFill/>
          <a:ln/>
        </p:spPr>
        <p:txBody>
          <a:bodyPr wrap="square" lIns="0" tIns="0" rIns="0" bIns="0" rtlCol="0" anchor="ctr"/>
          <a:lstStyle/>
          <a:p>
            <a:pPr marL="0" indent="0" algn="l">
              <a:buNone/>
            </a:pPr>
            <a:r>
              <a:rPr lang="en-US" sz="900" noProof="0" dirty="0">
                <a:solidFill>
                  <a:srgbClr val="64748B"/>
                </a:solidFill>
              </a:rPr>
              <a:t>The daily problem it solves</a:t>
            </a:r>
            <a:endParaRPr lang="en-US" sz="900" noProof="0" dirty="0"/>
          </a:p>
        </p:txBody>
      </p:sp>
    </p:spTree>
    <p:extLst>
      <p:ext uri="{BB962C8B-B14F-4D97-AF65-F5344CB8AC3E}">
        <p14:creationId xmlns:p14="http://schemas.microsoft.com/office/powerpoint/2010/main" val="25243410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B4379-F99A-44B6-8DCB-74187A64E129}"/>
            </a:ext>
          </a:extLst>
        </p:cNvPr>
        <p:cNvGrpSpPr/>
        <p:nvPr/>
      </p:nvGrpSpPr>
      <p:grpSpPr>
        <a:xfrm>
          <a:off x="0" y="0"/>
          <a:ext cx="0" cy="0"/>
          <a:chOff x="0" y="0"/>
          <a:chExt cx="0" cy="0"/>
        </a:xfrm>
      </p:grpSpPr>
      <p:sp>
        <p:nvSpPr>
          <p:cNvPr id="88" name="Text 0">
            <a:extLst>
              <a:ext uri="{FF2B5EF4-FFF2-40B4-BE49-F238E27FC236}">
                <a16:creationId xmlns:a16="http://schemas.microsoft.com/office/drawing/2014/main" id="{E670D360-DA12-BD4B-814E-972625DF4D1F}"/>
              </a:ext>
            </a:extLst>
          </p:cNvPr>
          <p:cNvSpPr/>
          <p:nvPr/>
        </p:nvSpPr>
        <p:spPr>
          <a:xfrm>
            <a:off x="4251960" y="159280"/>
            <a:ext cx="8229600" cy="502920"/>
          </a:xfrm>
          <a:prstGeom prst="rect">
            <a:avLst/>
          </a:prstGeom>
          <a:noFill/>
          <a:ln/>
        </p:spPr>
        <p:txBody>
          <a:bodyPr wrap="square" lIns="0" tIns="0" rIns="0" bIns="0" rtlCol="0" anchor="ctr"/>
          <a:lstStyle/>
          <a:p>
            <a:pPr marL="0" indent="0" algn="l">
              <a:buNone/>
            </a:pPr>
            <a:r>
              <a:rPr lang="en-US" sz="2600" b="1" noProof="0" dirty="0">
                <a:solidFill>
                  <a:srgbClr val="1B2A3B"/>
                </a:solidFill>
              </a:rPr>
              <a:t>Project context ( </a:t>
            </a:r>
            <a:r>
              <a:rPr lang="en-US" sz="2600" b="1" noProof="0" dirty="0">
                <a:solidFill>
                  <a:srgbClr val="0D9488"/>
                </a:solidFill>
              </a:rPr>
              <a:t>Problem Statement , Solution</a:t>
            </a:r>
            <a:r>
              <a:rPr lang="en-US" sz="2600" b="1" noProof="0" dirty="0">
                <a:solidFill>
                  <a:srgbClr val="1B2A3B"/>
                </a:solidFill>
              </a:rPr>
              <a:t> )  </a:t>
            </a:r>
            <a:endParaRPr lang="en-US" sz="2600" noProof="0" dirty="0"/>
          </a:p>
        </p:txBody>
      </p:sp>
      <p:sp>
        <p:nvSpPr>
          <p:cNvPr id="2" name="Slide Number Placeholder 1">
            <a:extLst>
              <a:ext uri="{FF2B5EF4-FFF2-40B4-BE49-F238E27FC236}">
                <a16:creationId xmlns:a16="http://schemas.microsoft.com/office/drawing/2014/main" id="{4A556359-F6A8-3E7F-948F-21330EDDA28F}"/>
              </a:ext>
            </a:extLst>
          </p:cNvPr>
          <p:cNvSpPr>
            <a:spLocks noGrp="1"/>
          </p:cNvSpPr>
          <p:nvPr>
            <p:ph type="sldNum" sz="quarter" idx="11"/>
          </p:nvPr>
        </p:nvSpPr>
        <p:spPr/>
        <p:txBody>
          <a:bodyPr/>
          <a:lstStyle/>
          <a:p>
            <a:fld id="{40A7B169-58CE-4E65-B1F9-ACF9E46440C2}" type="slidenum">
              <a:rPr lang="en-US" noProof="0" smtClean="0"/>
              <a:t>4</a:t>
            </a:fld>
            <a:endParaRPr lang="en-US" noProof="0" dirty="0"/>
          </a:p>
        </p:txBody>
      </p:sp>
      <p:pic>
        <p:nvPicPr>
          <p:cNvPr id="5" name="Image 4">
            <a:extLst>
              <a:ext uri="{FF2B5EF4-FFF2-40B4-BE49-F238E27FC236}">
                <a16:creationId xmlns:a16="http://schemas.microsoft.com/office/drawing/2014/main" id="{69126A32-A5A4-5491-1EC3-032117E799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6237" y="1000125"/>
            <a:ext cx="11439525" cy="4857750"/>
          </a:xfrm>
          <a:prstGeom prst="rect">
            <a:avLst/>
          </a:prstGeom>
        </p:spPr>
      </p:pic>
    </p:spTree>
    <p:extLst>
      <p:ext uri="{BB962C8B-B14F-4D97-AF65-F5344CB8AC3E}">
        <p14:creationId xmlns:p14="http://schemas.microsoft.com/office/powerpoint/2010/main" val="38342330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1CD0F-FFC4-3C9B-7BD8-97A2A846AE69}"/>
            </a:ext>
          </a:extLst>
        </p:cNvPr>
        <p:cNvGrpSpPr/>
        <p:nvPr/>
      </p:nvGrpSpPr>
      <p:grpSpPr>
        <a:xfrm>
          <a:off x="0" y="0"/>
          <a:ext cx="0" cy="0"/>
          <a:chOff x="0" y="0"/>
          <a:chExt cx="0" cy="0"/>
        </a:xfrm>
      </p:grpSpPr>
      <p:pic>
        <p:nvPicPr>
          <p:cNvPr id="13" name="Image 12">
            <a:extLst>
              <a:ext uri="{FF2B5EF4-FFF2-40B4-BE49-F238E27FC236}">
                <a16:creationId xmlns:a16="http://schemas.microsoft.com/office/drawing/2014/main" id="{A2D624EA-F90E-A1A8-0A9D-E213F2044F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721" y="195737"/>
            <a:ext cx="10160405" cy="6466526"/>
          </a:xfrm>
          <a:prstGeom prst="rect">
            <a:avLst/>
          </a:prstGeom>
        </p:spPr>
      </p:pic>
      <p:sp>
        <p:nvSpPr>
          <p:cNvPr id="88" name="Text 0">
            <a:extLst>
              <a:ext uri="{FF2B5EF4-FFF2-40B4-BE49-F238E27FC236}">
                <a16:creationId xmlns:a16="http://schemas.microsoft.com/office/drawing/2014/main" id="{4A7BD7B0-5860-51BC-0DA1-46D330459604}"/>
              </a:ext>
            </a:extLst>
          </p:cNvPr>
          <p:cNvSpPr/>
          <p:nvPr/>
        </p:nvSpPr>
        <p:spPr>
          <a:xfrm>
            <a:off x="7002992" y="127157"/>
            <a:ext cx="8229600" cy="502920"/>
          </a:xfrm>
          <a:prstGeom prst="rect">
            <a:avLst/>
          </a:prstGeom>
          <a:noFill/>
          <a:ln/>
        </p:spPr>
        <p:txBody>
          <a:bodyPr wrap="square" lIns="0" tIns="0" rIns="0" bIns="0" rtlCol="0" anchor="ctr"/>
          <a:lstStyle/>
          <a:p>
            <a:r>
              <a:rPr lang="en-US" sz="2600" b="1" noProof="0" dirty="0">
                <a:solidFill>
                  <a:srgbClr val="1B2A3B"/>
                </a:solidFill>
              </a:rPr>
              <a:t>Project context (</a:t>
            </a:r>
            <a:r>
              <a:rPr lang="en-US" sz="2600" b="1" noProof="0" dirty="0">
                <a:solidFill>
                  <a:srgbClr val="0D9488"/>
                </a:solidFill>
              </a:rPr>
              <a:t>Ongoing Work</a:t>
            </a:r>
            <a:r>
              <a:rPr lang="en-US" sz="2600" b="1" noProof="0" dirty="0">
                <a:solidFill>
                  <a:srgbClr val="1B2A3B"/>
                </a:solidFill>
              </a:rPr>
              <a:t>) </a:t>
            </a:r>
            <a:endParaRPr lang="en-US" sz="2600" noProof="0" dirty="0"/>
          </a:p>
        </p:txBody>
      </p:sp>
      <p:sp>
        <p:nvSpPr>
          <p:cNvPr id="2" name="Slide Number Placeholder 1">
            <a:extLst>
              <a:ext uri="{FF2B5EF4-FFF2-40B4-BE49-F238E27FC236}">
                <a16:creationId xmlns:a16="http://schemas.microsoft.com/office/drawing/2014/main" id="{0CB59750-60BD-01F5-B78B-D89F824D5356}"/>
              </a:ext>
            </a:extLst>
          </p:cNvPr>
          <p:cNvSpPr>
            <a:spLocks noGrp="1"/>
          </p:cNvSpPr>
          <p:nvPr>
            <p:ph type="sldNum" sz="quarter" idx="11"/>
          </p:nvPr>
        </p:nvSpPr>
        <p:spPr>
          <a:xfrm>
            <a:off x="11419761" y="6369709"/>
            <a:ext cx="411004" cy="292554"/>
          </a:xfrm>
        </p:spPr>
        <p:txBody>
          <a:bodyPr/>
          <a:lstStyle/>
          <a:p>
            <a:fld id="{40A7B169-58CE-4E65-B1F9-ACF9E46440C2}" type="slidenum">
              <a:rPr lang="en-US" noProof="0" smtClean="0"/>
              <a:t>5</a:t>
            </a:fld>
            <a:endParaRPr lang="en-US" noProof="0" dirty="0"/>
          </a:p>
        </p:txBody>
      </p:sp>
      <p:pic>
        <p:nvPicPr>
          <p:cNvPr id="15" name="Picture 2" descr="Github Logo - Free social media icons">
            <a:extLst>
              <a:ext uri="{FF2B5EF4-FFF2-40B4-BE49-F238E27FC236}">
                <a16:creationId xmlns:a16="http://schemas.microsoft.com/office/drawing/2014/main" id="{99EB5BAD-26EA-C7C4-A2DB-D5EDE30156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2527" y="1042121"/>
            <a:ext cx="340243" cy="340243"/>
          </a:xfrm>
          <a:prstGeom prst="rect">
            <a:avLst/>
          </a:prstGeom>
          <a:noFill/>
          <a:extLst>
            <a:ext uri="{909E8E84-426E-40DD-AFC4-6F175D3DCCD1}">
              <a14:hiddenFill xmlns:a14="http://schemas.microsoft.com/office/drawing/2010/main">
                <a:solidFill>
                  <a:srgbClr val="FFFFFF"/>
                </a:solidFill>
              </a14:hiddenFill>
            </a:ext>
          </a:extLst>
        </p:spPr>
      </p:pic>
      <p:pic>
        <p:nvPicPr>
          <p:cNvPr id="17" name="Graphic 13" descr="Users with solid fill">
            <a:extLst>
              <a:ext uri="{FF2B5EF4-FFF2-40B4-BE49-F238E27FC236}">
                <a16:creationId xmlns:a16="http://schemas.microsoft.com/office/drawing/2014/main" id="{0523DAF9-31F6-03AE-CC12-76A9D078C38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544717" y="1977517"/>
            <a:ext cx="379886" cy="379886"/>
          </a:xfrm>
          <a:prstGeom prst="rect">
            <a:avLst/>
          </a:prstGeom>
        </p:spPr>
      </p:pic>
      <p:pic>
        <p:nvPicPr>
          <p:cNvPr id="18" name="Graphic 15" descr="Arrow circle with solid fill">
            <a:extLst>
              <a:ext uri="{FF2B5EF4-FFF2-40B4-BE49-F238E27FC236}">
                <a16:creationId xmlns:a16="http://schemas.microsoft.com/office/drawing/2014/main" id="{51B024FE-8ADF-D4D4-5D6C-43FAA95E1EE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323923" y="3371850"/>
            <a:ext cx="492972" cy="492972"/>
          </a:xfrm>
          <a:prstGeom prst="rect">
            <a:avLst/>
          </a:prstGeom>
        </p:spPr>
      </p:pic>
      <p:pic>
        <p:nvPicPr>
          <p:cNvPr id="19" name="Graphic 9" descr="Computer with solid fill">
            <a:extLst>
              <a:ext uri="{FF2B5EF4-FFF2-40B4-BE49-F238E27FC236}">
                <a16:creationId xmlns:a16="http://schemas.microsoft.com/office/drawing/2014/main" id="{F3C33B49-2400-F075-0095-3C9438B7F71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50840" y="3407127"/>
            <a:ext cx="422417" cy="422417"/>
          </a:xfrm>
          <a:prstGeom prst="rect">
            <a:avLst/>
          </a:prstGeom>
        </p:spPr>
      </p:pic>
      <p:pic>
        <p:nvPicPr>
          <p:cNvPr id="4" name="Picture 3">
            <a:extLst>
              <a:ext uri="{FF2B5EF4-FFF2-40B4-BE49-F238E27FC236}">
                <a16:creationId xmlns:a16="http://schemas.microsoft.com/office/drawing/2014/main" id="{91F421FB-D06D-6649-E2B9-7E0B82D90C06}"/>
              </a:ext>
            </a:extLst>
          </p:cNvPr>
          <p:cNvPicPr>
            <a:picLocks noChangeAspect="1"/>
          </p:cNvPicPr>
          <p:nvPr/>
        </p:nvPicPr>
        <p:blipFill>
          <a:blip r:embed="rId7">
            <a:extLst>
              <a:ext uri="{28A0092B-C50C-407E-A947-70E740481C1C}">
                <a14:useLocalDpi xmlns:a14="http://schemas.microsoft.com/office/drawing/2010/main" val="0"/>
              </a:ext>
            </a:extLst>
          </a:blip>
          <a:srcRect r="25820"/>
          <a:stretch>
            <a:fillRect/>
          </a:stretch>
        </p:blipFill>
        <p:spPr>
          <a:xfrm>
            <a:off x="9637179" y="3154680"/>
            <a:ext cx="1374066" cy="1992286"/>
          </a:xfrm>
          <a:prstGeom prst="rect">
            <a:avLst/>
          </a:prstGeom>
        </p:spPr>
      </p:pic>
    </p:spTree>
    <p:extLst>
      <p:ext uri="{BB962C8B-B14F-4D97-AF65-F5344CB8AC3E}">
        <p14:creationId xmlns:p14="http://schemas.microsoft.com/office/powerpoint/2010/main" val="1725389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41804-3E2C-02A2-9EF7-3D617A334FBD}"/>
            </a:ext>
          </a:extLst>
        </p:cNvPr>
        <p:cNvGrpSpPr/>
        <p:nvPr/>
      </p:nvGrpSpPr>
      <p:grpSpPr>
        <a:xfrm>
          <a:off x="0" y="0"/>
          <a:ext cx="0" cy="0"/>
          <a:chOff x="0" y="0"/>
          <a:chExt cx="0" cy="0"/>
        </a:xfrm>
      </p:grpSpPr>
      <p:sp>
        <p:nvSpPr>
          <p:cNvPr id="96" name="Shape 8">
            <a:extLst>
              <a:ext uri="{FF2B5EF4-FFF2-40B4-BE49-F238E27FC236}">
                <a16:creationId xmlns:a16="http://schemas.microsoft.com/office/drawing/2014/main" id="{71965F5A-926A-9984-3C5E-1E59CCC8F5D2}"/>
              </a:ext>
            </a:extLst>
          </p:cNvPr>
          <p:cNvSpPr/>
          <p:nvPr/>
        </p:nvSpPr>
        <p:spPr>
          <a:xfrm>
            <a:off x="1201051" y="2820161"/>
            <a:ext cx="4206240" cy="749808"/>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01" name="Shape 13">
            <a:extLst>
              <a:ext uri="{FF2B5EF4-FFF2-40B4-BE49-F238E27FC236}">
                <a16:creationId xmlns:a16="http://schemas.microsoft.com/office/drawing/2014/main" id="{7C403C8B-333E-543D-7BE9-5C99452D5F75}"/>
              </a:ext>
            </a:extLst>
          </p:cNvPr>
          <p:cNvSpPr/>
          <p:nvPr/>
        </p:nvSpPr>
        <p:spPr>
          <a:xfrm>
            <a:off x="1201051" y="3716273"/>
            <a:ext cx="4206240" cy="749808"/>
          </a:xfrm>
          <a:prstGeom prst="rect">
            <a:avLst/>
          </a:prstGeom>
          <a:solidFill>
            <a:schemeClr val="bg2"/>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88" name="Text 0">
            <a:extLst>
              <a:ext uri="{FF2B5EF4-FFF2-40B4-BE49-F238E27FC236}">
                <a16:creationId xmlns:a16="http://schemas.microsoft.com/office/drawing/2014/main" id="{D5FCB5C9-C781-C5B1-2FE8-62473B7ACD69}"/>
              </a:ext>
            </a:extLst>
          </p:cNvPr>
          <p:cNvSpPr/>
          <p:nvPr/>
        </p:nvSpPr>
        <p:spPr>
          <a:xfrm>
            <a:off x="8651216" y="220342"/>
            <a:ext cx="8229600" cy="502920"/>
          </a:xfrm>
          <a:prstGeom prst="rect">
            <a:avLst/>
          </a:prstGeom>
          <a:noFill/>
          <a:ln/>
        </p:spPr>
        <p:txBody>
          <a:bodyPr wrap="square" lIns="0" tIns="0" rIns="0" bIns="0" rtlCol="0" anchor="ctr"/>
          <a:lstStyle/>
          <a:p>
            <a:pPr marL="0" indent="0" algn="l">
              <a:buNone/>
            </a:pPr>
            <a:r>
              <a:rPr lang="en-US" sz="2600" b="1" noProof="0" dirty="0">
                <a:solidFill>
                  <a:srgbClr val="1B2A3B"/>
                </a:solidFill>
              </a:rPr>
              <a:t>Today’s Program</a:t>
            </a:r>
            <a:endParaRPr lang="en-US" sz="2600" noProof="0" dirty="0"/>
          </a:p>
        </p:txBody>
      </p:sp>
      <p:sp>
        <p:nvSpPr>
          <p:cNvPr id="89" name="Text 1">
            <a:extLst>
              <a:ext uri="{FF2B5EF4-FFF2-40B4-BE49-F238E27FC236}">
                <a16:creationId xmlns:a16="http://schemas.microsoft.com/office/drawing/2014/main" id="{6C273D19-ADBD-84F5-182B-03B749B72CA3}"/>
              </a:ext>
            </a:extLst>
          </p:cNvPr>
          <p:cNvSpPr/>
          <p:nvPr/>
        </p:nvSpPr>
        <p:spPr>
          <a:xfrm>
            <a:off x="8715011" y="784404"/>
            <a:ext cx="8229600" cy="256032"/>
          </a:xfrm>
          <a:prstGeom prst="rect">
            <a:avLst/>
          </a:prstGeom>
          <a:noFill/>
          <a:ln/>
        </p:spPr>
        <p:txBody>
          <a:bodyPr wrap="square" lIns="0" tIns="0" rIns="0" bIns="0" rtlCol="0" anchor="ctr"/>
          <a:lstStyle/>
          <a:p>
            <a:pPr marL="0" indent="0" algn="l">
              <a:buNone/>
            </a:pPr>
            <a:r>
              <a:rPr lang="en-US" sz="1200" i="1" noProof="0" dirty="0">
                <a:solidFill>
                  <a:srgbClr val="64748B"/>
                </a:solidFill>
              </a:rPr>
              <a:t>8 steps to understand the project</a:t>
            </a:r>
            <a:endParaRPr lang="en-US" sz="1200" noProof="0" dirty="0"/>
          </a:p>
        </p:txBody>
      </p:sp>
      <p:sp>
        <p:nvSpPr>
          <p:cNvPr id="90" name="Shape 2">
            <a:extLst>
              <a:ext uri="{FF2B5EF4-FFF2-40B4-BE49-F238E27FC236}">
                <a16:creationId xmlns:a16="http://schemas.microsoft.com/office/drawing/2014/main" id="{19679BF7-85C8-BC22-F4C4-1726C5F71B63}"/>
              </a:ext>
            </a:extLst>
          </p:cNvPr>
          <p:cNvSpPr/>
          <p:nvPr/>
        </p:nvSpPr>
        <p:spPr>
          <a:xfrm>
            <a:off x="3660007" y="1286892"/>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91" name="Shape 3">
            <a:extLst>
              <a:ext uri="{FF2B5EF4-FFF2-40B4-BE49-F238E27FC236}">
                <a16:creationId xmlns:a16="http://schemas.microsoft.com/office/drawing/2014/main" id="{A19CFAFF-0537-5692-4AAC-38E573614609}"/>
              </a:ext>
            </a:extLst>
          </p:cNvPr>
          <p:cNvSpPr/>
          <p:nvPr/>
        </p:nvSpPr>
        <p:spPr>
          <a:xfrm>
            <a:off x="1201051" y="1924049"/>
            <a:ext cx="4206240" cy="749808"/>
          </a:xfrm>
          <a:prstGeom prst="rect">
            <a:avLst/>
          </a:prstGeom>
          <a:solidFill>
            <a:srgbClr val="EEEFF1"/>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93" name="Text 5">
            <a:extLst>
              <a:ext uri="{FF2B5EF4-FFF2-40B4-BE49-F238E27FC236}">
                <a16:creationId xmlns:a16="http://schemas.microsoft.com/office/drawing/2014/main" id="{15EE506C-6C44-129C-C25D-CFB14621FED9}"/>
              </a:ext>
            </a:extLst>
          </p:cNvPr>
          <p:cNvSpPr/>
          <p:nvPr/>
        </p:nvSpPr>
        <p:spPr>
          <a:xfrm>
            <a:off x="1201051" y="1924049"/>
            <a:ext cx="388440" cy="749808"/>
          </a:xfrm>
          <a:prstGeom prst="rect">
            <a:avLst/>
          </a:prstGeom>
          <a:solidFill>
            <a:srgbClr val="EEEFF1"/>
          </a:solidFill>
          <a:ln>
            <a:solidFill>
              <a:schemeClr val="bg1">
                <a:lumMod val="75000"/>
              </a:schemeClr>
            </a:solidFill>
          </a:ln>
        </p:spPr>
        <p:txBody>
          <a:bodyPr wrap="square" lIns="0" tIns="0" rIns="0" bIns="0" rtlCol="0" anchor="ctr"/>
          <a:lstStyle/>
          <a:p>
            <a:pPr marL="0" indent="0" algn="ctr">
              <a:buNone/>
            </a:pPr>
            <a:r>
              <a:rPr lang="en-US" sz="1300" b="1" noProof="0" dirty="0">
                <a:solidFill>
                  <a:srgbClr val="FFFFFF"/>
                </a:solidFill>
              </a:rPr>
              <a:t>01</a:t>
            </a:r>
            <a:endParaRPr lang="en-US" sz="1300" noProof="0" dirty="0"/>
          </a:p>
        </p:txBody>
      </p:sp>
      <p:sp>
        <p:nvSpPr>
          <p:cNvPr id="97" name="Shape 9">
            <a:extLst>
              <a:ext uri="{FF2B5EF4-FFF2-40B4-BE49-F238E27FC236}">
                <a16:creationId xmlns:a16="http://schemas.microsoft.com/office/drawing/2014/main" id="{493B9ECE-8FEE-BC8A-BA21-2A37D9170569}"/>
              </a:ext>
            </a:extLst>
          </p:cNvPr>
          <p:cNvSpPr/>
          <p:nvPr/>
        </p:nvSpPr>
        <p:spPr>
          <a:xfrm>
            <a:off x="1201051" y="2820161"/>
            <a:ext cx="384048" cy="749808"/>
          </a:xfrm>
          <a:prstGeom prst="rect">
            <a:avLst/>
          </a:prstGeom>
          <a:solidFill>
            <a:srgbClr val="3CB4E6"/>
          </a:solidFill>
          <a:ln w="12700">
            <a:solidFill>
              <a:srgbClr val="3CB4E6"/>
            </a:solidFill>
            <a:prstDash val="solid"/>
          </a:ln>
        </p:spPr>
        <p:txBody>
          <a:bodyPr/>
          <a:lstStyle/>
          <a:p>
            <a:endParaRPr lang="en-US" noProof="0" dirty="0"/>
          </a:p>
        </p:txBody>
      </p:sp>
      <p:sp>
        <p:nvSpPr>
          <p:cNvPr id="98" name="Text 10">
            <a:extLst>
              <a:ext uri="{FF2B5EF4-FFF2-40B4-BE49-F238E27FC236}">
                <a16:creationId xmlns:a16="http://schemas.microsoft.com/office/drawing/2014/main" id="{9BFC43CF-0087-BCF1-7E42-F5865BC361AC}"/>
              </a:ext>
            </a:extLst>
          </p:cNvPr>
          <p:cNvSpPr/>
          <p:nvPr/>
        </p:nvSpPr>
        <p:spPr>
          <a:xfrm>
            <a:off x="1201051" y="2820161"/>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02</a:t>
            </a:r>
            <a:endParaRPr lang="en-US" sz="1300" noProof="0" dirty="0"/>
          </a:p>
        </p:txBody>
      </p:sp>
      <p:sp>
        <p:nvSpPr>
          <p:cNvPr id="99" name="Text 11">
            <a:extLst>
              <a:ext uri="{FF2B5EF4-FFF2-40B4-BE49-F238E27FC236}">
                <a16:creationId xmlns:a16="http://schemas.microsoft.com/office/drawing/2014/main" id="{F0BED936-92B7-0003-B7A7-9F73E5380248}"/>
              </a:ext>
            </a:extLst>
          </p:cNvPr>
          <p:cNvSpPr/>
          <p:nvPr/>
        </p:nvSpPr>
        <p:spPr>
          <a:xfrm>
            <a:off x="1676539" y="3813095"/>
            <a:ext cx="3611880" cy="310896"/>
          </a:xfrm>
          <a:prstGeom prst="rect">
            <a:avLst/>
          </a:prstGeom>
          <a:solidFill>
            <a:schemeClr val="bg2"/>
          </a:solidFill>
          <a:ln/>
        </p:spPr>
        <p:txBody>
          <a:bodyPr wrap="square" lIns="0" tIns="0" rIns="0" bIns="0" rtlCol="0" anchor="ctr"/>
          <a:lstStyle/>
          <a:p>
            <a:pPr marL="0" indent="0" algn="l">
              <a:buNone/>
            </a:pPr>
            <a:r>
              <a:rPr lang="en-US" sz="1200" b="1" noProof="0" dirty="0">
                <a:solidFill>
                  <a:schemeClr val="tx2">
                    <a:lumMod val="40000"/>
                    <a:lumOff val="60000"/>
                  </a:schemeClr>
                </a:solidFill>
              </a:rPr>
              <a:t>How ST ChatGPT answers : RAG workflow, data sources &amp; demo</a:t>
            </a:r>
            <a:endParaRPr lang="en-US" sz="1200" noProof="0" dirty="0">
              <a:solidFill>
                <a:schemeClr val="tx2">
                  <a:lumMod val="40000"/>
                  <a:lumOff val="60000"/>
                </a:schemeClr>
              </a:solidFill>
            </a:endParaRPr>
          </a:p>
        </p:txBody>
      </p:sp>
      <p:sp>
        <p:nvSpPr>
          <p:cNvPr id="100" name="Text 12">
            <a:extLst>
              <a:ext uri="{FF2B5EF4-FFF2-40B4-BE49-F238E27FC236}">
                <a16:creationId xmlns:a16="http://schemas.microsoft.com/office/drawing/2014/main" id="{FB472065-44DA-0E6F-2022-AFEA303303B8}"/>
              </a:ext>
            </a:extLst>
          </p:cNvPr>
          <p:cNvSpPr/>
          <p:nvPr/>
        </p:nvSpPr>
        <p:spPr>
          <a:xfrm>
            <a:off x="1676539" y="4163855"/>
            <a:ext cx="3611880" cy="256032"/>
          </a:xfrm>
          <a:prstGeom prst="rect">
            <a:avLst/>
          </a:prstGeom>
          <a:solidFill>
            <a:schemeClr val="bg2"/>
          </a:solidFill>
          <a:ln/>
        </p:spPr>
        <p:txBody>
          <a:bodyPr wrap="square" lIns="0" tIns="0" rIns="0" bIns="0" rtlCol="0" anchor="ctr"/>
          <a:lstStyle/>
          <a:p>
            <a:pPr marL="0" indent="0" algn="l">
              <a:buNone/>
            </a:pPr>
            <a:r>
              <a:rPr lang="en-US" sz="900" noProof="0" dirty="0">
                <a:solidFill>
                  <a:schemeClr val="tx2">
                    <a:lumMod val="40000"/>
                    <a:lumOff val="60000"/>
                  </a:schemeClr>
                </a:solidFill>
              </a:rPr>
              <a:t>Persona, Knowledge Base, Data Sources</a:t>
            </a:r>
          </a:p>
        </p:txBody>
      </p:sp>
      <p:sp>
        <p:nvSpPr>
          <p:cNvPr id="102" name="Shape 14">
            <a:extLst>
              <a:ext uri="{FF2B5EF4-FFF2-40B4-BE49-F238E27FC236}">
                <a16:creationId xmlns:a16="http://schemas.microsoft.com/office/drawing/2014/main" id="{5EBA9505-6858-F62B-8032-D69B650213F6}"/>
              </a:ext>
            </a:extLst>
          </p:cNvPr>
          <p:cNvSpPr/>
          <p:nvPr/>
        </p:nvSpPr>
        <p:spPr>
          <a:xfrm>
            <a:off x="1201051" y="3716273"/>
            <a:ext cx="384048" cy="749808"/>
          </a:xfrm>
          <a:prstGeom prst="rect">
            <a:avLst/>
          </a:prstGeom>
          <a:solidFill>
            <a:schemeClr val="bg2"/>
          </a:solidFill>
          <a:ln w="12700">
            <a:solidFill>
              <a:schemeClr val="bg1">
                <a:lumMod val="75000"/>
              </a:schemeClr>
            </a:solidFill>
            <a:prstDash val="solid"/>
          </a:ln>
        </p:spPr>
        <p:txBody>
          <a:bodyPr/>
          <a:lstStyle/>
          <a:p>
            <a:endParaRPr lang="en-US" noProof="0" dirty="0"/>
          </a:p>
        </p:txBody>
      </p:sp>
      <p:sp>
        <p:nvSpPr>
          <p:cNvPr id="103" name="Text 15">
            <a:extLst>
              <a:ext uri="{FF2B5EF4-FFF2-40B4-BE49-F238E27FC236}">
                <a16:creationId xmlns:a16="http://schemas.microsoft.com/office/drawing/2014/main" id="{2D445995-972E-9540-58E2-A383A793425A}"/>
              </a:ext>
            </a:extLst>
          </p:cNvPr>
          <p:cNvSpPr/>
          <p:nvPr/>
        </p:nvSpPr>
        <p:spPr>
          <a:xfrm>
            <a:off x="1201051" y="3716273"/>
            <a:ext cx="384048" cy="749808"/>
          </a:xfrm>
          <a:prstGeom prst="rect">
            <a:avLst/>
          </a:prstGeom>
          <a:solidFill>
            <a:schemeClr val="bg2"/>
          </a:solidFill>
          <a:ln>
            <a:solidFill>
              <a:schemeClr val="bg1">
                <a:lumMod val="75000"/>
              </a:schemeClr>
            </a:solidFill>
          </a:ln>
        </p:spPr>
        <p:txBody>
          <a:bodyPr wrap="square" lIns="0" tIns="0" rIns="0" bIns="0" rtlCol="0" anchor="ctr"/>
          <a:lstStyle/>
          <a:p>
            <a:pPr marL="0" indent="0" algn="ctr">
              <a:buNone/>
            </a:pPr>
            <a:r>
              <a:rPr lang="en-US" sz="1300" b="1" noProof="0" dirty="0">
                <a:solidFill>
                  <a:srgbClr val="FFFFFF"/>
                </a:solidFill>
              </a:rPr>
              <a:t>03</a:t>
            </a:r>
            <a:endParaRPr lang="en-US" sz="1300" noProof="0" dirty="0"/>
          </a:p>
        </p:txBody>
      </p:sp>
      <p:sp>
        <p:nvSpPr>
          <p:cNvPr id="104" name="Text 16">
            <a:extLst>
              <a:ext uri="{FF2B5EF4-FFF2-40B4-BE49-F238E27FC236}">
                <a16:creationId xmlns:a16="http://schemas.microsoft.com/office/drawing/2014/main" id="{A3113909-49B4-9E7B-9231-9031B2316BD8}"/>
              </a:ext>
            </a:extLst>
          </p:cNvPr>
          <p:cNvSpPr/>
          <p:nvPr/>
        </p:nvSpPr>
        <p:spPr>
          <a:xfrm>
            <a:off x="1692451" y="2950093"/>
            <a:ext cx="3703320" cy="310896"/>
          </a:xfrm>
          <a:prstGeom prst="rect">
            <a:avLst/>
          </a:prstGeom>
          <a:noFill/>
          <a:ln/>
        </p:spPr>
        <p:txBody>
          <a:bodyPr wrap="square" lIns="0" tIns="0" rIns="0" bIns="0" rtlCol="0" anchor="ctr"/>
          <a:lstStyle/>
          <a:p>
            <a:pPr marL="0" indent="0" algn="l">
              <a:buNone/>
            </a:pPr>
            <a:r>
              <a:rPr lang="en-US" sz="1200" b="1" noProof="0" dirty="0">
                <a:solidFill>
                  <a:srgbClr val="1B2A3B"/>
                </a:solidFill>
              </a:rPr>
              <a:t>ST ChatGPT : platform overview &amp; access request</a:t>
            </a:r>
            <a:endParaRPr lang="en-US" sz="1200" noProof="0" dirty="0"/>
          </a:p>
        </p:txBody>
      </p:sp>
      <p:sp>
        <p:nvSpPr>
          <p:cNvPr id="105" name="Text 17">
            <a:extLst>
              <a:ext uri="{FF2B5EF4-FFF2-40B4-BE49-F238E27FC236}">
                <a16:creationId xmlns:a16="http://schemas.microsoft.com/office/drawing/2014/main" id="{8CD1CF74-7827-68A6-3E52-DE039A360C94}"/>
              </a:ext>
            </a:extLst>
          </p:cNvPr>
          <p:cNvSpPr/>
          <p:nvPr/>
        </p:nvSpPr>
        <p:spPr>
          <a:xfrm>
            <a:off x="1676539" y="3231641"/>
            <a:ext cx="3611880" cy="256032"/>
          </a:xfrm>
          <a:prstGeom prst="rect">
            <a:avLst/>
          </a:prstGeom>
          <a:noFill/>
          <a:ln/>
        </p:spPr>
        <p:txBody>
          <a:bodyPr wrap="square" lIns="0" tIns="0" rIns="0" bIns="0" rtlCol="0" anchor="ctr"/>
          <a:lstStyle/>
          <a:p>
            <a:pPr marL="0" indent="0" algn="l">
              <a:buNone/>
            </a:pPr>
            <a:r>
              <a:rPr lang="en-US" sz="900" noProof="0" dirty="0">
                <a:solidFill>
                  <a:srgbClr val="64748B"/>
                </a:solidFill>
              </a:rPr>
              <a:t>What our project is building</a:t>
            </a:r>
            <a:endParaRPr lang="en-US" sz="900" noProof="0" dirty="0"/>
          </a:p>
        </p:txBody>
      </p:sp>
      <p:sp>
        <p:nvSpPr>
          <p:cNvPr id="106" name="Shape 18">
            <a:extLst>
              <a:ext uri="{FF2B5EF4-FFF2-40B4-BE49-F238E27FC236}">
                <a16:creationId xmlns:a16="http://schemas.microsoft.com/office/drawing/2014/main" id="{E80A29EA-6789-67E4-CBE9-0B55E4AF9261}"/>
              </a:ext>
            </a:extLst>
          </p:cNvPr>
          <p:cNvSpPr/>
          <p:nvPr/>
        </p:nvSpPr>
        <p:spPr>
          <a:xfrm>
            <a:off x="1201051" y="4612385"/>
            <a:ext cx="4206240" cy="749808"/>
          </a:xfrm>
          <a:prstGeom prst="rect">
            <a:avLst/>
          </a:prstGeom>
          <a:solidFill>
            <a:schemeClr val="bg2"/>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07" name="Shape 19">
            <a:extLst>
              <a:ext uri="{FF2B5EF4-FFF2-40B4-BE49-F238E27FC236}">
                <a16:creationId xmlns:a16="http://schemas.microsoft.com/office/drawing/2014/main" id="{DBE3648A-353F-C635-E3AE-50457751AF06}"/>
              </a:ext>
            </a:extLst>
          </p:cNvPr>
          <p:cNvSpPr/>
          <p:nvPr/>
        </p:nvSpPr>
        <p:spPr>
          <a:xfrm>
            <a:off x="1201051" y="4612385"/>
            <a:ext cx="384048" cy="749808"/>
          </a:xfrm>
          <a:prstGeom prst="rect">
            <a:avLst/>
          </a:prstGeom>
          <a:solidFill>
            <a:schemeClr val="bg2"/>
          </a:solidFill>
          <a:ln w="12700">
            <a:solidFill>
              <a:schemeClr val="bg1">
                <a:lumMod val="75000"/>
              </a:schemeClr>
            </a:solidFill>
            <a:prstDash val="solid"/>
          </a:ln>
        </p:spPr>
        <p:txBody>
          <a:bodyPr/>
          <a:lstStyle/>
          <a:p>
            <a:endParaRPr lang="en-US" noProof="0" dirty="0"/>
          </a:p>
        </p:txBody>
      </p:sp>
      <p:sp>
        <p:nvSpPr>
          <p:cNvPr id="108" name="Text 20">
            <a:extLst>
              <a:ext uri="{FF2B5EF4-FFF2-40B4-BE49-F238E27FC236}">
                <a16:creationId xmlns:a16="http://schemas.microsoft.com/office/drawing/2014/main" id="{8C3E26DA-7225-DDE8-A904-FF8F92C30371}"/>
              </a:ext>
            </a:extLst>
          </p:cNvPr>
          <p:cNvSpPr/>
          <p:nvPr/>
        </p:nvSpPr>
        <p:spPr>
          <a:xfrm>
            <a:off x="1201051" y="4612385"/>
            <a:ext cx="384048" cy="749808"/>
          </a:xfrm>
          <a:prstGeom prst="rect">
            <a:avLst/>
          </a:prstGeom>
          <a:solidFill>
            <a:schemeClr val="bg2"/>
          </a:solidFill>
          <a:ln>
            <a:solidFill>
              <a:schemeClr val="bg1">
                <a:lumMod val="75000"/>
              </a:schemeClr>
            </a:solidFill>
          </a:ln>
        </p:spPr>
        <p:txBody>
          <a:bodyPr wrap="square" lIns="0" tIns="0" rIns="0" bIns="0" rtlCol="0" anchor="ctr"/>
          <a:lstStyle/>
          <a:p>
            <a:pPr marL="0" indent="0" algn="ctr">
              <a:buNone/>
            </a:pPr>
            <a:r>
              <a:rPr lang="en-US" sz="1300" b="1" noProof="0" dirty="0">
                <a:solidFill>
                  <a:srgbClr val="FFFFFF"/>
                </a:solidFill>
              </a:rPr>
              <a:t>04</a:t>
            </a:r>
            <a:endParaRPr lang="en-US" sz="1300" noProof="0" dirty="0"/>
          </a:p>
        </p:txBody>
      </p:sp>
      <p:sp>
        <p:nvSpPr>
          <p:cNvPr id="109" name="Text 21">
            <a:extLst>
              <a:ext uri="{FF2B5EF4-FFF2-40B4-BE49-F238E27FC236}">
                <a16:creationId xmlns:a16="http://schemas.microsoft.com/office/drawing/2014/main" id="{F548C5D4-3AB3-6B49-B7A0-C6FB192413C5}"/>
              </a:ext>
            </a:extLst>
          </p:cNvPr>
          <p:cNvSpPr/>
          <p:nvPr/>
        </p:nvSpPr>
        <p:spPr>
          <a:xfrm>
            <a:off x="1676539" y="4685537"/>
            <a:ext cx="3611880" cy="310896"/>
          </a:xfrm>
          <a:prstGeom prst="rect">
            <a:avLst/>
          </a:prstGeom>
          <a:solidFill>
            <a:schemeClr val="bg2"/>
          </a:solidFill>
          <a:ln/>
        </p:spPr>
        <p:txBody>
          <a:bodyPr wrap="square" lIns="0" tIns="0" rIns="0" bIns="0" rtlCol="0" anchor="ctr"/>
          <a:lstStyle/>
          <a:p>
            <a:pPr marL="0" indent="0" algn="l">
              <a:buNone/>
            </a:pPr>
            <a:r>
              <a:rPr lang="en-US" sz="1200" b="1" noProof="0" dirty="0">
                <a:solidFill>
                  <a:schemeClr val="tx2">
                    <a:lumMod val="40000"/>
                    <a:lumOff val="60000"/>
                  </a:schemeClr>
                </a:solidFill>
              </a:rPr>
              <a:t>The Data preprocessing pipeline</a:t>
            </a:r>
            <a:endParaRPr lang="en-US" sz="1200" noProof="0" dirty="0">
              <a:solidFill>
                <a:schemeClr val="tx2">
                  <a:lumMod val="40000"/>
                  <a:lumOff val="60000"/>
                </a:schemeClr>
              </a:solidFill>
            </a:endParaRPr>
          </a:p>
        </p:txBody>
      </p:sp>
      <p:sp>
        <p:nvSpPr>
          <p:cNvPr id="110" name="Text 22">
            <a:extLst>
              <a:ext uri="{FF2B5EF4-FFF2-40B4-BE49-F238E27FC236}">
                <a16:creationId xmlns:a16="http://schemas.microsoft.com/office/drawing/2014/main" id="{00BF20EB-D6B8-5440-0EAE-199BFB5D3833}"/>
              </a:ext>
            </a:extLst>
          </p:cNvPr>
          <p:cNvSpPr/>
          <p:nvPr/>
        </p:nvSpPr>
        <p:spPr>
          <a:xfrm>
            <a:off x="1676539" y="5014721"/>
            <a:ext cx="3611880" cy="256032"/>
          </a:xfrm>
          <a:prstGeom prst="rect">
            <a:avLst/>
          </a:prstGeom>
          <a:solidFill>
            <a:schemeClr val="bg2"/>
          </a:solidFill>
          <a:ln/>
        </p:spPr>
        <p:txBody>
          <a:bodyPr wrap="square" lIns="0" tIns="0" rIns="0" bIns="0" rtlCol="0" anchor="ctr"/>
          <a:lstStyle/>
          <a:p>
            <a:pPr marL="0" indent="0" algn="l">
              <a:buNone/>
            </a:pPr>
            <a:r>
              <a:rPr lang="en-US" sz="900" noProof="0" dirty="0">
                <a:solidFill>
                  <a:schemeClr val="tx2">
                    <a:lumMod val="40000"/>
                    <a:lumOff val="60000"/>
                  </a:schemeClr>
                </a:solidFill>
              </a:rPr>
              <a:t>Ingest → Clean → Enrich → Deliver</a:t>
            </a:r>
          </a:p>
        </p:txBody>
      </p:sp>
      <p:sp>
        <p:nvSpPr>
          <p:cNvPr id="111" name="Shape 23">
            <a:extLst>
              <a:ext uri="{FF2B5EF4-FFF2-40B4-BE49-F238E27FC236}">
                <a16:creationId xmlns:a16="http://schemas.microsoft.com/office/drawing/2014/main" id="{D703E7B0-6473-509F-6A07-92214C8E606A}"/>
              </a:ext>
            </a:extLst>
          </p:cNvPr>
          <p:cNvSpPr/>
          <p:nvPr/>
        </p:nvSpPr>
        <p:spPr>
          <a:xfrm>
            <a:off x="6840914" y="1924049"/>
            <a:ext cx="4206240" cy="749808"/>
          </a:xfrm>
          <a:prstGeom prst="rect">
            <a:avLst/>
          </a:prstGeom>
          <a:solidFill>
            <a:schemeClr val="bg2"/>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12" name="Shape 24">
            <a:extLst>
              <a:ext uri="{FF2B5EF4-FFF2-40B4-BE49-F238E27FC236}">
                <a16:creationId xmlns:a16="http://schemas.microsoft.com/office/drawing/2014/main" id="{244A7B07-CC08-8A8E-C891-71356DBAE4A3}"/>
              </a:ext>
            </a:extLst>
          </p:cNvPr>
          <p:cNvSpPr/>
          <p:nvPr/>
        </p:nvSpPr>
        <p:spPr>
          <a:xfrm>
            <a:off x="6840914" y="1924049"/>
            <a:ext cx="384048" cy="749808"/>
          </a:xfrm>
          <a:prstGeom prst="rect">
            <a:avLst/>
          </a:prstGeom>
          <a:solidFill>
            <a:schemeClr val="bg2"/>
          </a:solidFill>
          <a:ln w="12700">
            <a:solidFill>
              <a:schemeClr val="bg1">
                <a:lumMod val="75000"/>
              </a:schemeClr>
            </a:solidFill>
            <a:prstDash val="solid"/>
          </a:ln>
        </p:spPr>
        <p:txBody>
          <a:bodyPr/>
          <a:lstStyle/>
          <a:p>
            <a:endParaRPr lang="en-US" noProof="0" dirty="0"/>
          </a:p>
        </p:txBody>
      </p:sp>
      <p:sp>
        <p:nvSpPr>
          <p:cNvPr id="113" name="Text 25">
            <a:extLst>
              <a:ext uri="{FF2B5EF4-FFF2-40B4-BE49-F238E27FC236}">
                <a16:creationId xmlns:a16="http://schemas.microsoft.com/office/drawing/2014/main" id="{BA39E74B-9F9D-8B9C-BC5D-934C9EBCCA33}"/>
              </a:ext>
            </a:extLst>
          </p:cNvPr>
          <p:cNvSpPr/>
          <p:nvPr/>
        </p:nvSpPr>
        <p:spPr>
          <a:xfrm>
            <a:off x="6840914" y="1924049"/>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05</a:t>
            </a:r>
            <a:endParaRPr lang="en-US" sz="1300" noProof="0" dirty="0"/>
          </a:p>
        </p:txBody>
      </p:sp>
      <p:sp>
        <p:nvSpPr>
          <p:cNvPr id="114" name="Text 26">
            <a:extLst>
              <a:ext uri="{FF2B5EF4-FFF2-40B4-BE49-F238E27FC236}">
                <a16:creationId xmlns:a16="http://schemas.microsoft.com/office/drawing/2014/main" id="{A9A70D2E-DC90-68CB-1AF9-8F8F01DA11BD}"/>
              </a:ext>
            </a:extLst>
          </p:cNvPr>
          <p:cNvSpPr/>
          <p:nvPr/>
        </p:nvSpPr>
        <p:spPr>
          <a:xfrm>
            <a:off x="7316402" y="1997201"/>
            <a:ext cx="361188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Tests , Results &amp; evaluation</a:t>
            </a:r>
            <a:endParaRPr lang="en-US" sz="1200" noProof="0" dirty="0">
              <a:solidFill>
                <a:schemeClr val="tx2">
                  <a:lumMod val="40000"/>
                  <a:lumOff val="60000"/>
                </a:schemeClr>
              </a:solidFill>
            </a:endParaRPr>
          </a:p>
        </p:txBody>
      </p:sp>
      <p:sp>
        <p:nvSpPr>
          <p:cNvPr id="115" name="Text 27">
            <a:extLst>
              <a:ext uri="{FF2B5EF4-FFF2-40B4-BE49-F238E27FC236}">
                <a16:creationId xmlns:a16="http://schemas.microsoft.com/office/drawing/2014/main" id="{D4A9FBF1-9CFB-B62E-D358-07484AF59591}"/>
              </a:ext>
            </a:extLst>
          </p:cNvPr>
          <p:cNvSpPr/>
          <p:nvPr/>
        </p:nvSpPr>
        <p:spPr>
          <a:xfrm>
            <a:off x="7316402" y="2326385"/>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benchmark , concrete numbers</a:t>
            </a:r>
          </a:p>
        </p:txBody>
      </p:sp>
      <p:sp>
        <p:nvSpPr>
          <p:cNvPr id="116" name="Shape 28">
            <a:extLst>
              <a:ext uri="{FF2B5EF4-FFF2-40B4-BE49-F238E27FC236}">
                <a16:creationId xmlns:a16="http://schemas.microsoft.com/office/drawing/2014/main" id="{F0F522F2-BF15-CF2E-F989-366ADBE60602}"/>
              </a:ext>
            </a:extLst>
          </p:cNvPr>
          <p:cNvSpPr/>
          <p:nvPr/>
        </p:nvSpPr>
        <p:spPr>
          <a:xfrm>
            <a:off x="6840914" y="2820161"/>
            <a:ext cx="4206240" cy="749808"/>
          </a:xfrm>
          <a:prstGeom prst="rect">
            <a:avLst/>
          </a:prstGeom>
          <a:solidFill>
            <a:schemeClr val="bg2"/>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17" name="Shape 29">
            <a:extLst>
              <a:ext uri="{FF2B5EF4-FFF2-40B4-BE49-F238E27FC236}">
                <a16:creationId xmlns:a16="http://schemas.microsoft.com/office/drawing/2014/main" id="{FDF43DFE-4318-99BC-639A-283BDBC14281}"/>
              </a:ext>
            </a:extLst>
          </p:cNvPr>
          <p:cNvSpPr/>
          <p:nvPr/>
        </p:nvSpPr>
        <p:spPr>
          <a:xfrm>
            <a:off x="6840914" y="2820161"/>
            <a:ext cx="384048" cy="749808"/>
          </a:xfrm>
          <a:prstGeom prst="rect">
            <a:avLst/>
          </a:prstGeom>
          <a:solidFill>
            <a:schemeClr val="bg2"/>
          </a:solidFill>
          <a:ln w="12700">
            <a:solidFill>
              <a:schemeClr val="bg1">
                <a:lumMod val="75000"/>
              </a:schemeClr>
            </a:solidFill>
            <a:prstDash val="solid"/>
          </a:ln>
        </p:spPr>
        <p:txBody>
          <a:bodyPr/>
          <a:lstStyle/>
          <a:p>
            <a:endParaRPr lang="en-US" noProof="0" dirty="0"/>
          </a:p>
        </p:txBody>
      </p:sp>
      <p:sp>
        <p:nvSpPr>
          <p:cNvPr id="118" name="Text 30">
            <a:extLst>
              <a:ext uri="{FF2B5EF4-FFF2-40B4-BE49-F238E27FC236}">
                <a16:creationId xmlns:a16="http://schemas.microsoft.com/office/drawing/2014/main" id="{471030EE-7F53-458E-8AC4-5C90C8E0E3E1}"/>
              </a:ext>
            </a:extLst>
          </p:cNvPr>
          <p:cNvSpPr/>
          <p:nvPr/>
        </p:nvSpPr>
        <p:spPr>
          <a:xfrm>
            <a:off x="6840914" y="2820161"/>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06</a:t>
            </a:r>
            <a:endParaRPr lang="en-US" sz="1300" noProof="0" dirty="0"/>
          </a:p>
        </p:txBody>
      </p:sp>
      <p:sp>
        <p:nvSpPr>
          <p:cNvPr id="119" name="Text 31">
            <a:extLst>
              <a:ext uri="{FF2B5EF4-FFF2-40B4-BE49-F238E27FC236}">
                <a16:creationId xmlns:a16="http://schemas.microsoft.com/office/drawing/2014/main" id="{B950253C-FBB9-16E5-8F23-836B56139F66}"/>
              </a:ext>
            </a:extLst>
          </p:cNvPr>
          <p:cNvSpPr/>
          <p:nvPr/>
        </p:nvSpPr>
        <p:spPr>
          <a:xfrm>
            <a:off x="7316402" y="2893313"/>
            <a:ext cx="361188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Challenges encountered</a:t>
            </a:r>
            <a:endParaRPr lang="en-US" sz="1200" noProof="0" dirty="0">
              <a:solidFill>
                <a:schemeClr val="tx2">
                  <a:lumMod val="40000"/>
                  <a:lumOff val="60000"/>
                </a:schemeClr>
              </a:solidFill>
            </a:endParaRPr>
          </a:p>
        </p:txBody>
      </p:sp>
      <p:sp>
        <p:nvSpPr>
          <p:cNvPr id="120" name="Text 32">
            <a:extLst>
              <a:ext uri="{FF2B5EF4-FFF2-40B4-BE49-F238E27FC236}">
                <a16:creationId xmlns:a16="http://schemas.microsoft.com/office/drawing/2014/main" id="{B0DED97E-D111-45A9-3E37-8034C2D91D93}"/>
              </a:ext>
            </a:extLst>
          </p:cNvPr>
          <p:cNvSpPr/>
          <p:nvPr/>
        </p:nvSpPr>
        <p:spPr>
          <a:xfrm>
            <a:off x="7316402" y="3222497"/>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Concrete technical challenges</a:t>
            </a:r>
          </a:p>
        </p:txBody>
      </p:sp>
      <p:sp>
        <p:nvSpPr>
          <p:cNvPr id="121" name="Shape 33">
            <a:extLst>
              <a:ext uri="{FF2B5EF4-FFF2-40B4-BE49-F238E27FC236}">
                <a16:creationId xmlns:a16="http://schemas.microsoft.com/office/drawing/2014/main" id="{7353B538-453F-34E1-2819-CE5E883D1464}"/>
              </a:ext>
            </a:extLst>
          </p:cNvPr>
          <p:cNvSpPr/>
          <p:nvPr/>
        </p:nvSpPr>
        <p:spPr>
          <a:xfrm>
            <a:off x="6840914" y="3716273"/>
            <a:ext cx="4206240" cy="749808"/>
          </a:xfrm>
          <a:prstGeom prst="rect">
            <a:avLst/>
          </a:prstGeom>
          <a:solidFill>
            <a:schemeClr val="bg2"/>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22" name="Shape 34">
            <a:extLst>
              <a:ext uri="{FF2B5EF4-FFF2-40B4-BE49-F238E27FC236}">
                <a16:creationId xmlns:a16="http://schemas.microsoft.com/office/drawing/2014/main" id="{E3EB68D4-661C-E0FC-CD43-788EFFFCE252}"/>
              </a:ext>
            </a:extLst>
          </p:cNvPr>
          <p:cNvSpPr/>
          <p:nvPr/>
        </p:nvSpPr>
        <p:spPr>
          <a:xfrm>
            <a:off x="6840914" y="3716273"/>
            <a:ext cx="384048" cy="749808"/>
          </a:xfrm>
          <a:prstGeom prst="rect">
            <a:avLst/>
          </a:prstGeom>
          <a:solidFill>
            <a:schemeClr val="bg2"/>
          </a:solidFill>
          <a:ln w="12700">
            <a:solidFill>
              <a:schemeClr val="bg1">
                <a:lumMod val="75000"/>
              </a:schemeClr>
            </a:solidFill>
            <a:prstDash val="solid"/>
          </a:ln>
        </p:spPr>
        <p:txBody>
          <a:bodyPr/>
          <a:lstStyle/>
          <a:p>
            <a:endParaRPr lang="en-US" noProof="0" dirty="0"/>
          </a:p>
        </p:txBody>
      </p:sp>
      <p:sp>
        <p:nvSpPr>
          <p:cNvPr id="123" name="Text 35">
            <a:extLst>
              <a:ext uri="{FF2B5EF4-FFF2-40B4-BE49-F238E27FC236}">
                <a16:creationId xmlns:a16="http://schemas.microsoft.com/office/drawing/2014/main" id="{43CF376A-9B90-791B-F6E0-62F2A7AB551B}"/>
              </a:ext>
            </a:extLst>
          </p:cNvPr>
          <p:cNvSpPr/>
          <p:nvPr/>
        </p:nvSpPr>
        <p:spPr>
          <a:xfrm>
            <a:off x="6840914" y="3716273"/>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07</a:t>
            </a:r>
            <a:endParaRPr lang="en-US" sz="1300" noProof="0" dirty="0"/>
          </a:p>
        </p:txBody>
      </p:sp>
      <p:sp>
        <p:nvSpPr>
          <p:cNvPr id="124" name="Text 36">
            <a:extLst>
              <a:ext uri="{FF2B5EF4-FFF2-40B4-BE49-F238E27FC236}">
                <a16:creationId xmlns:a16="http://schemas.microsoft.com/office/drawing/2014/main" id="{AF43CB9E-922C-1734-E1C1-0FD83FA04CC9}"/>
              </a:ext>
            </a:extLst>
          </p:cNvPr>
          <p:cNvSpPr/>
          <p:nvPr/>
        </p:nvSpPr>
        <p:spPr>
          <a:xfrm>
            <a:off x="7316402" y="3789425"/>
            <a:ext cx="361188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Next Steps &amp; Perspectives</a:t>
            </a:r>
            <a:endParaRPr lang="en-US" sz="1200" noProof="0" dirty="0">
              <a:solidFill>
                <a:schemeClr val="tx2">
                  <a:lumMod val="40000"/>
                  <a:lumOff val="60000"/>
                </a:schemeClr>
              </a:solidFill>
            </a:endParaRPr>
          </a:p>
        </p:txBody>
      </p:sp>
      <p:sp>
        <p:nvSpPr>
          <p:cNvPr id="125" name="Text 37">
            <a:extLst>
              <a:ext uri="{FF2B5EF4-FFF2-40B4-BE49-F238E27FC236}">
                <a16:creationId xmlns:a16="http://schemas.microsoft.com/office/drawing/2014/main" id="{F5C317FA-1D92-EA50-A464-6D184D5AA742}"/>
              </a:ext>
            </a:extLst>
          </p:cNvPr>
          <p:cNvSpPr/>
          <p:nvPr/>
        </p:nvSpPr>
        <p:spPr>
          <a:xfrm>
            <a:off x="7316402" y="4118609"/>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What remains and how to get there</a:t>
            </a:r>
          </a:p>
        </p:txBody>
      </p:sp>
      <p:sp>
        <p:nvSpPr>
          <p:cNvPr id="126" name="Shape 38">
            <a:extLst>
              <a:ext uri="{FF2B5EF4-FFF2-40B4-BE49-F238E27FC236}">
                <a16:creationId xmlns:a16="http://schemas.microsoft.com/office/drawing/2014/main" id="{CDBF30C5-EA13-99EC-AE24-3A900843775B}"/>
              </a:ext>
            </a:extLst>
          </p:cNvPr>
          <p:cNvSpPr/>
          <p:nvPr/>
        </p:nvSpPr>
        <p:spPr>
          <a:xfrm>
            <a:off x="6840914" y="4612385"/>
            <a:ext cx="4206240" cy="749808"/>
          </a:xfrm>
          <a:prstGeom prst="rect">
            <a:avLst/>
          </a:prstGeom>
          <a:solidFill>
            <a:schemeClr val="bg2"/>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27" name="Shape 39">
            <a:extLst>
              <a:ext uri="{FF2B5EF4-FFF2-40B4-BE49-F238E27FC236}">
                <a16:creationId xmlns:a16="http://schemas.microsoft.com/office/drawing/2014/main" id="{9BAB2B06-ED76-0CD1-2AB4-9DCC74700553}"/>
              </a:ext>
            </a:extLst>
          </p:cNvPr>
          <p:cNvSpPr/>
          <p:nvPr/>
        </p:nvSpPr>
        <p:spPr>
          <a:xfrm>
            <a:off x="6840914" y="4612385"/>
            <a:ext cx="384048" cy="749808"/>
          </a:xfrm>
          <a:prstGeom prst="rect">
            <a:avLst/>
          </a:prstGeom>
          <a:solidFill>
            <a:schemeClr val="bg2"/>
          </a:solidFill>
          <a:ln w="12700">
            <a:solidFill>
              <a:schemeClr val="bg1">
                <a:lumMod val="75000"/>
              </a:schemeClr>
            </a:solidFill>
            <a:prstDash val="solid"/>
          </a:ln>
        </p:spPr>
        <p:txBody>
          <a:bodyPr/>
          <a:lstStyle/>
          <a:p>
            <a:endParaRPr lang="en-US" noProof="0" dirty="0"/>
          </a:p>
        </p:txBody>
      </p:sp>
      <p:sp>
        <p:nvSpPr>
          <p:cNvPr id="128" name="Text 40">
            <a:extLst>
              <a:ext uri="{FF2B5EF4-FFF2-40B4-BE49-F238E27FC236}">
                <a16:creationId xmlns:a16="http://schemas.microsoft.com/office/drawing/2014/main" id="{027C6CFC-88D9-95B1-A682-86C5B7B361AB}"/>
              </a:ext>
            </a:extLst>
          </p:cNvPr>
          <p:cNvSpPr/>
          <p:nvPr/>
        </p:nvSpPr>
        <p:spPr>
          <a:xfrm>
            <a:off x="6840914" y="4612385"/>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08</a:t>
            </a:r>
            <a:endParaRPr lang="en-US" sz="1300" noProof="0" dirty="0"/>
          </a:p>
        </p:txBody>
      </p:sp>
      <p:sp>
        <p:nvSpPr>
          <p:cNvPr id="129" name="Text 41">
            <a:extLst>
              <a:ext uri="{FF2B5EF4-FFF2-40B4-BE49-F238E27FC236}">
                <a16:creationId xmlns:a16="http://schemas.microsoft.com/office/drawing/2014/main" id="{82BD4820-0F5C-0670-1554-152A9E76B963}"/>
              </a:ext>
            </a:extLst>
          </p:cNvPr>
          <p:cNvSpPr/>
          <p:nvPr/>
        </p:nvSpPr>
        <p:spPr>
          <a:xfrm>
            <a:off x="7316402" y="4685537"/>
            <a:ext cx="361188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Q&amp;A</a:t>
            </a:r>
            <a:endParaRPr lang="en-US" sz="1200" noProof="0" dirty="0">
              <a:solidFill>
                <a:schemeClr val="tx2">
                  <a:lumMod val="40000"/>
                  <a:lumOff val="60000"/>
                </a:schemeClr>
              </a:solidFill>
            </a:endParaRPr>
          </a:p>
        </p:txBody>
      </p:sp>
      <p:sp>
        <p:nvSpPr>
          <p:cNvPr id="130" name="Text 42">
            <a:extLst>
              <a:ext uri="{FF2B5EF4-FFF2-40B4-BE49-F238E27FC236}">
                <a16:creationId xmlns:a16="http://schemas.microsoft.com/office/drawing/2014/main" id="{E2FFB47D-02C4-969F-11F5-4612AF87F692}"/>
              </a:ext>
            </a:extLst>
          </p:cNvPr>
          <p:cNvSpPr/>
          <p:nvPr/>
        </p:nvSpPr>
        <p:spPr>
          <a:xfrm>
            <a:off x="7316402" y="5014721"/>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Open discussion</a:t>
            </a:r>
          </a:p>
        </p:txBody>
      </p:sp>
      <p:sp>
        <p:nvSpPr>
          <p:cNvPr id="2" name="Slide Number Placeholder 1">
            <a:extLst>
              <a:ext uri="{FF2B5EF4-FFF2-40B4-BE49-F238E27FC236}">
                <a16:creationId xmlns:a16="http://schemas.microsoft.com/office/drawing/2014/main" id="{694F3646-2FFF-C469-5C2F-0B614B0B9218}"/>
              </a:ext>
            </a:extLst>
          </p:cNvPr>
          <p:cNvSpPr>
            <a:spLocks noGrp="1"/>
          </p:cNvSpPr>
          <p:nvPr>
            <p:ph type="sldNum" sz="quarter" idx="11"/>
          </p:nvPr>
        </p:nvSpPr>
        <p:spPr/>
        <p:txBody>
          <a:bodyPr/>
          <a:lstStyle/>
          <a:p>
            <a:fld id="{40A7B169-58CE-4E65-B1F9-ACF9E46440C2}" type="slidenum">
              <a:rPr lang="en-US" noProof="0" smtClean="0"/>
              <a:t>6</a:t>
            </a:fld>
            <a:endParaRPr lang="en-US" noProof="0" dirty="0"/>
          </a:p>
        </p:txBody>
      </p:sp>
      <p:sp>
        <p:nvSpPr>
          <p:cNvPr id="5" name="Text 6">
            <a:extLst>
              <a:ext uri="{FF2B5EF4-FFF2-40B4-BE49-F238E27FC236}">
                <a16:creationId xmlns:a16="http://schemas.microsoft.com/office/drawing/2014/main" id="{CA3AA441-8AB7-A86A-7342-57FFA125100A}"/>
              </a:ext>
            </a:extLst>
          </p:cNvPr>
          <p:cNvSpPr/>
          <p:nvPr/>
        </p:nvSpPr>
        <p:spPr>
          <a:xfrm>
            <a:off x="1692451" y="1997265"/>
            <a:ext cx="361188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Project context </a:t>
            </a:r>
            <a:endParaRPr lang="en-US" sz="1200" noProof="0" dirty="0">
              <a:solidFill>
                <a:schemeClr val="tx2">
                  <a:lumMod val="40000"/>
                  <a:lumOff val="60000"/>
                </a:schemeClr>
              </a:solidFill>
            </a:endParaRPr>
          </a:p>
        </p:txBody>
      </p:sp>
      <p:sp>
        <p:nvSpPr>
          <p:cNvPr id="6" name="Text 7">
            <a:extLst>
              <a:ext uri="{FF2B5EF4-FFF2-40B4-BE49-F238E27FC236}">
                <a16:creationId xmlns:a16="http://schemas.microsoft.com/office/drawing/2014/main" id="{099AC7B1-ACDD-A5F6-1FD4-54CD2C95F446}"/>
              </a:ext>
            </a:extLst>
          </p:cNvPr>
          <p:cNvSpPr/>
          <p:nvPr/>
        </p:nvSpPr>
        <p:spPr>
          <a:xfrm>
            <a:off x="1692451" y="2308161"/>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The daily problem it solves</a:t>
            </a:r>
          </a:p>
        </p:txBody>
      </p:sp>
    </p:spTree>
    <p:extLst>
      <p:ext uri="{BB962C8B-B14F-4D97-AF65-F5344CB8AC3E}">
        <p14:creationId xmlns:p14="http://schemas.microsoft.com/office/powerpoint/2010/main" val="25056904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477" y="-53443"/>
            <a:ext cx="11609159" cy="1247050"/>
          </a:xfrm>
        </p:spPr>
        <p:txBody>
          <a:bodyPr/>
          <a:lstStyle/>
          <a:p>
            <a:r>
              <a:rPr lang="en-US" sz="1800" b="1" noProof="0" dirty="0"/>
              <a:t>The ST ChatGPT Platform,  Creating a Persona</a:t>
            </a:r>
            <a:endParaRPr lang="en-US" sz="1800" noProof="0" dirty="0"/>
          </a:p>
        </p:txBody>
      </p:sp>
      <p:sp>
        <p:nvSpPr>
          <p:cNvPr id="20" name="Sub"/>
          <p:cNvSpPr>
            <a:spLocks noGrp="1"/>
          </p:cNvSpPr>
          <p:nvPr/>
        </p:nvSpPr>
        <p:spPr>
          <a:xfrm>
            <a:off x="242476" y="718488"/>
            <a:ext cx="11609159" cy="500000"/>
          </a:xfrm>
          <a:prstGeom prst="rect">
            <a:avLst/>
          </a:prstGeom>
          <a:noFill/>
        </p:spPr>
        <p:txBody>
          <a:bodyPr wrap="square" lIns="91440" tIns="45720" rIns="91440" bIns="45720"/>
          <a:lstStyle/>
          <a:p>
            <a:r>
              <a:rPr lang="en-US" sz="1200" b="0" noProof="0" dirty="0">
                <a:solidFill>
                  <a:srgbClr val="475569"/>
                </a:solidFill>
              </a:rPr>
              <a:t>Not just a chatbot: a configurable AI assistant built on Knowledge Bases</a:t>
            </a:r>
          </a:p>
        </p:txBody>
      </p:sp>
      <p:sp>
        <p:nvSpPr>
          <p:cNvPr id="10" name="Col10"/>
          <p:cNvSpPr>
            <a:spLocks noGrp="1"/>
          </p:cNvSpPr>
          <p:nvPr/>
        </p:nvSpPr>
        <p:spPr>
          <a:xfrm>
            <a:off x="5823828" y="1861660"/>
            <a:ext cx="5824437" cy="3507685"/>
          </a:xfrm>
          <a:prstGeom prst="rect">
            <a:avLst/>
          </a:prstGeom>
          <a:solidFill>
            <a:srgbClr val="F1F5F9"/>
          </a:solidFill>
          <a:ln w="12700">
            <a:solidFill>
              <a:srgbClr val="CBD5E1"/>
            </a:solidFill>
          </a:ln>
        </p:spPr>
        <p:txBody>
          <a:bodyPr wrap="square" lIns="182880" tIns="182880" rIns="182880" bIns="182880"/>
          <a:lstStyle/>
          <a:p>
            <a:r>
              <a:rPr lang="en-US" sz="1300" b="1" noProof="0" dirty="0">
                <a:solidFill>
                  <a:srgbClr val="0D9589"/>
                </a:solidFill>
              </a:rPr>
              <a:t>What is ST ChatGPT?</a:t>
            </a:r>
          </a:p>
          <a:p>
            <a:endParaRPr lang="en-US" sz="1000" noProof="0" dirty="0"/>
          </a:p>
          <a:p>
            <a:r>
              <a:rPr lang="en-US" sz="1100" b="0" noProof="0" dirty="0">
                <a:solidFill>
                  <a:srgbClr val="334155"/>
                </a:solidFill>
              </a:rPr>
              <a:t>The ST ChatGPT platform allows teams to create specialized AI personas tailored to a specific domain or use case.</a:t>
            </a:r>
          </a:p>
          <a:p>
            <a:endParaRPr lang="en-US" sz="1000" noProof="0" dirty="0"/>
          </a:p>
          <a:p>
            <a:endParaRPr lang="en-US" sz="1100" b="1" noProof="0" dirty="0">
              <a:solidFill>
                <a:srgbClr val="0D9589"/>
              </a:solidFill>
            </a:endParaRPr>
          </a:p>
          <a:p>
            <a:r>
              <a:rPr lang="en-US" sz="1100" b="1" noProof="0" dirty="0">
                <a:solidFill>
                  <a:srgbClr val="0D9589"/>
                </a:solidFill>
              </a:rPr>
              <a:t>Key concept: the Persona</a:t>
            </a:r>
          </a:p>
          <a:p>
            <a:endParaRPr lang="en-US" sz="1100" b="1" noProof="0" dirty="0">
              <a:solidFill>
                <a:srgbClr val="0D9589"/>
              </a:solidFill>
            </a:endParaRPr>
          </a:p>
          <a:p>
            <a:r>
              <a:rPr lang="en-US" sz="1100" b="0" noProof="0" dirty="0">
                <a:solidFill>
                  <a:srgbClr val="334155"/>
                </a:solidFill>
              </a:rPr>
              <a:t>A persona is a configured AI assistant , it has a name, a system prompt, one or more Knowledge Bases, and associated data sources.</a:t>
            </a:r>
          </a:p>
          <a:p>
            <a:endParaRPr lang="en-US" sz="1000" noProof="0" dirty="0"/>
          </a:p>
          <a:p>
            <a:r>
              <a:rPr lang="en-US" sz="1100" b="1" noProof="0" dirty="0">
                <a:solidFill>
                  <a:srgbClr val="0D9589"/>
                </a:solidFill>
              </a:rPr>
              <a:t>Personas already live at ST:</a:t>
            </a:r>
          </a:p>
          <a:p>
            <a:endParaRPr lang="en-US" sz="1100" b="1" noProof="0" dirty="0">
              <a:solidFill>
                <a:srgbClr val="0D9589"/>
              </a:solidFill>
            </a:endParaRPr>
          </a:p>
          <a:p>
            <a:r>
              <a:rPr lang="en-US" sz="1100" b="0" noProof="0" dirty="0">
                <a:solidFill>
                  <a:srgbClr val="334155"/>
                </a:solidFill>
              </a:rPr>
              <a:t>● Alfred does: general ST assistant</a:t>
            </a:r>
          </a:p>
          <a:p>
            <a:r>
              <a:rPr lang="en-US" sz="1100" b="0" noProof="0" dirty="0">
                <a:solidFill>
                  <a:srgbClr val="334155"/>
                </a:solidFill>
              </a:rPr>
              <a:t>● Others does: domain-specific across ST teams</a:t>
            </a:r>
          </a:p>
          <a:p>
            <a:endParaRPr lang="en-US" sz="1000" noProof="0" dirty="0"/>
          </a:p>
          <a:p>
            <a:r>
              <a:rPr lang="en-US" sz="1100" b="0" noProof="0" dirty="0">
                <a:solidFill>
                  <a:srgbClr val="334155"/>
                </a:solidFill>
              </a:rPr>
              <a:t>→ </a:t>
            </a:r>
            <a:r>
              <a:rPr lang="en-US" sz="1100" b="1" noProof="0" dirty="0">
                <a:solidFill>
                  <a:srgbClr val="334155"/>
                </a:solidFill>
              </a:rPr>
              <a:t>This project creates a NEW persona specialized in STM32Cube technical support.</a:t>
            </a:r>
          </a:p>
        </p:txBody>
      </p:sp>
      <p:pic>
        <p:nvPicPr>
          <p:cNvPr id="6" name="Image 5">
            <a:extLst>
              <a:ext uri="{FF2B5EF4-FFF2-40B4-BE49-F238E27FC236}">
                <a16:creationId xmlns:a16="http://schemas.microsoft.com/office/drawing/2014/main" id="{333D56D8-EB1B-12A0-51AB-76C107255669}"/>
              </a:ext>
            </a:extLst>
          </p:cNvPr>
          <p:cNvPicPr>
            <a:picLocks noChangeAspect="1"/>
          </p:cNvPicPr>
          <p:nvPr/>
        </p:nvPicPr>
        <p:blipFill>
          <a:blip r:embed="rId3">
            <a:extLst>
              <a:ext uri="{28A0092B-C50C-407E-A947-70E740481C1C}">
                <a14:useLocalDpi xmlns:a14="http://schemas.microsoft.com/office/drawing/2010/main" val="0"/>
              </a:ext>
            </a:extLst>
          </a:blip>
          <a:srcRect l="6587"/>
          <a:stretch>
            <a:fillRect/>
          </a:stretch>
        </p:blipFill>
        <p:spPr>
          <a:xfrm>
            <a:off x="413107" y="1706146"/>
            <a:ext cx="4917924" cy="3663199"/>
          </a:xfrm>
          <a:prstGeom prst="rect">
            <a:avLst/>
          </a:prstGeom>
        </p:spPr>
      </p:pic>
      <p:sp>
        <p:nvSpPr>
          <p:cNvPr id="3" name="Shape 6">
            <a:extLst>
              <a:ext uri="{FF2B5EF4-FFF2-40B4-BE49-F238E27FC236}">
                <a16:creationId xmlns:a16="http://schemas.microsoft.com/office/drawing/2014/main" id="{DF5870AA-C069-20D1-681B-546E1DA11FB0}"/>
              </a:ext>
            </a:extLst>
          </p:cNvPr>
          <p:cNvSpPr/>
          <p:nvPr/>
        </p:nvSpPr>
        <p:spPr>
          <a:xfrm>
            <a:off x="5816787" y="1861660"/>
            <a:ext cx="45719" cy="3507685"/>
          </a:xfrm>
          <a:prstGeom prst="rect">
            <a:avLst/>
          </a:prstGeom>
          <a:solidFill>
            <a:srgbClr val="425A78"/>
          </a:solidFill>
          <a:ln w="12700">
            <a:solidFill>
              <a:srgbClr val="000000"/>
            </a:solidFill>
            <a:prstDash val="solid"/>
          </a:ln>
        </p:spPr>
        <p:txBody>
          <a:bodyPr/>
          <a:lstStyle/>
          <a:p>
            <a:endParaRPr lang="en-US" noProof="0" dirty="0"/>
          </a:p>
        </p:txBody>
      </p:sp>
      <p:sp>
        <p:nvSpPr>
          <p:cNvPr id="4" name="Shape 4">
            <a:extLst>
              <a:ext uri="{FF2B5EF4-FFF2-40B4-BE49-F238E27FC236}">
                <a16:creationId xmlns:a16="http://schemas.microsoft.com/office/drawing/2014/main" id="{136C49D2-6982-5856-22BC-4C73226FED83}"/>
              </a:ext>
            </a:extLst>
          </p:cNvPr>
          <p:cNvSpPr/>
          <p:nvPr/>
        </p:nvSpPr>
        <p:spPr>
          <a:xfrm>
            <a:off x="340364" y="1084307"/>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5" name="Slide Number Placeholder 4">
            <a:extLst>
              <a:ext uri="{FF2B5EF4-FFF2-40B4-BE49-F238E27FC236}">
                <a16:creationId xmlns:a16="http://schemas.microsoft.com/office/drawing/2014/main" id="{C39A084D-1FCE-22CB-F6C8-E1B095EAA64F}"/>
              </a:ext>
            </a:extLst>
          </p:cNvPr>
          <p:cNvSpPr>
            <a:spLocks noGrp="1"/>
          </p:cNvSpPr>
          <p:nvPr>
            <p:ph type="sldNum" sz="quarter" idx="12"/>
          </p:nvPr>
        </p:nvSpPr>
        <p:spPr/>
        <p:txBody>
          <a:bodyPr/>
          <a:lstStyle/>
          <a:p>
            <a:fld id="{40A7B169-58CE-4E65-B1F9-ACF9E46440C2}" type="slidenum">
              <a:rPr lang="en-US" noProof="0" smtClean="0"/>
              <a:t>7</a:t>
            </a:fld>
            <a:endParaRPr lang="en-US" noProof="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159EE-04AF-02E3-73BF-9D0DB6BF2606}"/>
              </a:ext>
            </a:extLst>
          </p:cNvPr>
          <p:cNvSpPr>
            <a:spLocks noGrp="1"/>
          </p:cNvSpPr>
          <p:nvPr>
            <p:ph type="title"/>
          </p:nvPr>
        </p:nvSpPr>
        <p:spPr>
          <a:xfrm>
            <a:off x="242477" y="-53443"/>
            <a:ext cx="11609159" cy="1247050"/>
          </a:xfrm>
        </p:spPr>
        <p:txBody>
          <a:bodyPr/>
          <a:lstStyle/>
          <a:p>
            <a:r>
              <a:rPr lang="en-US" sz="1800" b="1" noProof="0" dirty="0"/>
              <a:t>Meet the STM32Cube AI Persona</a:t>
            </a:r>
            <a:endParaRPr lang="en-US" sz="1800" noProof="0" dirty="0"/>
          </a:p>
        </p:txBody>
      </p:sp>
      <p:sp>
        <p:nvSpPr>
          <p:cNvPr id="56" name="TextBox 55">
            <a:extLst>
              <a:ext uri="{FF2B5EF4-FFF2-40B4-BE49-F238E27FC236}">
                <a16:creationId xmlns:a16="http://schemas.microsoft.com/office/drawing/2014/main" id="{B251962E-1811-D4DA-B3AD-57BB4B8BD207}"/>
              </a:ext>
            </a:extLst>
          </p:cNvPr>
          <p:cNvSpPr txBox="1"/>
          <p:nvPr/>
        </p:nvSpPr>
        <p:spPr>
          <a:xfrm>
            <a:off x="242477" y="615186"/>
            <a:ext cx="6271666" cy="276999"/>
          </a:xfrm>
          <a:prstGeom prst="rect">
            <a:avLst/>
          </a:prstGeom>
          <a:noFill/>
        </p:spPr>
        <p:txBody>
          <a:bodyPr wrap="square">
            <a:spAutoFit/>
          </a:bodyPr>
          <a:lstStyle/>
          <a:p>
            <a:pPr marL="0" indent="0" algn="l">
              <a:buNone/>
            </a:pPr>
            <a:r>
              <a:rPr lang="en-US" sz="1200" b="1" noProof="0" dirty="0">
                <a:solidFill>
                  <a:srgbClr val="425A78"/>
                </a:solidFill>
              </a:rPr>
              <a:t>The Daily Problem in Technical Support </a:t>
            </a:r>
            <a:endParaRPr lang="en-US" sz="1200" noProof="0" dirty="0">
              <a:solidFill>
                <a:srgbClr val="425A78"/>
              </a:solidFill>
            </a:endParaRPr>
          </a:p>
        </p:txBody>
      </p:sp>
      <p:sp>
        <p:nvSpPr>
          <p:cNvPr id="57" name="Text 3">
            <a:extLst>
              <a:ext uri="{FF2B5EF4-FFF2-40B4-BE49-F238E27FC236}">
                <a16:creationId xmlns:a16="http://schemas.microsoft.com/office/drawing/2014/main" id="{BE1E6DC5-0CC8-EA2E-99B1-16C6126DAF92}"/>
              </a:ext>
            </a:extLst>
          </p:cNvPr>
          <p:cNvSpPr/>
          <p:nvPr/>
        </p:nvSpPr>
        <p:spPr>
          <a:xfrm>
            <a:off x="340364" y="925138"/>
            <a:ext cx="8229600" cy="256032"/>
          </a:xfrm>
          <a:prstGeom prst="rect">
            <a:avLst/>
          </a:prstGeom>
          <a:noFill/>
          <a:ln/>
        </p:spPr>
        <p:txBody>
          <a:bodyPr wrap="square" lIns="0" tIns="0" rIns="0" bIns="0" rtlCol="0" anchor="ctr"/>
          <a:lstStyle/>
          <a:p>
            <a:pPr marL="0" indent="0" algn="l">
              <a:buNone/>
            </a:pPr>
            <a:r>
              <a:rPr lang="en-US" sz="1200" i="1" noProof="0" dirty="0">
                <a:solidFill>
                  <a:srgbClr val="64748B"/>
                </a:solidFill>
              </a:rPr>
              <a:t>Before this project, finding technical information was time-consuming</a:t>
            </a:r>
            <a:endParaRPr lang="en-US" sz="1200" noProof="0" dirty="0"/>
          </a:p>
        </p:txBody>
      </p:sp>
      <p:sp>
        <p:nvSpPr>
          <p:cNvPr id="58" name="Shape 4">
            <a:extLst>
              <a:ext uri="{FF2B5EF4-FFF2-40B4-BE49-F238E27FC236}">
                <a16:creationId xmlns:a16="http://schemas.microsoft.com/office/drawing/2014/main" id="{FBAE4DBE-2314-9AF0-2A70-5F77B01B4E1B}"/>
              </a:ext>
            </a:extLst>
          </p:cNvPr>
          <p:cNvSpPr/>
          <p:nvPr/>
        </p:nvSpPr>
        <p:spPr>
          <a:xfrm>
            <a:off x="340364" y="1302803"/>
            <a:ext cx="8229600" cy="22860"/>
          </a:xfrm>
          <a:prstGeom prst="rect">
            <a:avLst/>
          </a:prstGeom>
          <a:solidFill>
            <a:srgbClr val="CBD5E1"/>
          </a:solidFill>
          <a:ln w="12700">
            <a:solidFill>
              <a:srgbClr val="000000"/>
            </a:solidFill>
            <a:prstDash val="solid"/>
          </a:ln>
        </p:spPr>
        <p:txBody>
          <a:bodyPr/>
          <a:lstStyle/>
          <a:p>
            <a:endParaRPr lang="en-US" noProof="0" dirty="0"/>
          </a:p>
        </p:txBody>
      </p:sp>
      <p:pic>
        <p:nvPicPr>
          <p:cNvPr id="4" name="Image 3">
            <a:extLst>
              <a:ext uri="{FF2B5EF4-FFF2-40B4-BE49-F238E27FC236}">
                <a16:creationId xmlns:a16="http://schemas.microsoft.com/office/drawing/2014/main" id="{EDDED8CA-EC39-1208-E0CD-1B7E80D72F7E}"/>
              </a:ext>
            </a:extLst>
          </p:cNvPr>
          <p:cNvPicPr>
            <a:picLocks noChangeAspect="1"/>
          </p:cNvPicPr>
          <p:nvPr/>
        </p:nvPicPr>
        <p:blipFill>
          <a:blip r:embed="rId3">
            <a:extLst>
              <a:ext uri="{28A0092B-C50C-407E-A947-70E740481C1C}">
                <a14:useLocalDpi xmlns:a14="http://schemas.microsoft.com/office/drawing/2010/main" val="0"/>
              </a:ext>
            </a:extLst>
          </a:blip>
          <a:srcRect l="39304" t="33814" r="20427" b="28708"/>
          <a:stretch>
            <a:fillRect/>
          </a:stretch>
        </p:blipFill>
        <p:spPr>
          <a:xfrm>
            <a:off x="7621371" y="2005622"/>
            <a:ext cx="3142708" cy="1242410"/>
          </a:xfrm>
          <a:prstGeom prst="rect">
            <a:avLst/>
          </a:prstGeom>
        </p:spPr>
      </p:pic>
      <p:pic>
        <p:nvPicPr>
          <p:cNvPr id="6" name="Image 5">
            <a:extLst>
              <a:ext uri="{FF2B5EF4-FFF2-40B4-BE49-F238E27FC236}">
                <a16:creationId xmlns:a16="http://schemas.microsoft.com/office/drawing/2014/main" id="{C791C2F5-27A7-AA64-3FB0-5CCD03F0E5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1636" y="2860917"/>
            <a:ext cx="4951360" cy="3240890"/>
          </a:xfrm>
          <a:prstGeom prst="rect">
            <a:avLst/>
          </a:prstGeom>
        </p:spPr>
      </p:pic>
      <p:sp>
        <p:nvSpPr>
          <p:cNvPr id="3" name="Rectangle 2">
            <a:extLst>
              <a:ext uri="{FF2B5EF4-FFF2-40B4-BE49-F238E27FC236}">
                <a16:creationId xmlns:a16="http://schemas.microsoft.com/office/drawing/2014/main" id="{AABFCEB4-85A2-65F2-75E2-25DB2BF779CD}"/>
              </a:ext>
            </a:extLst>
          </p:cNvPr>
          <p:cNvSpPr/>
          <p:nvPr/>
        </p:nvSpPr>
        <p:spPr>
          <a:xfrm>
            <a:off x="2487958" y="3248032"/>
            <a:ext cx="1393296" cy="677021"/>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sp>
        <p:nvSpPr>
          <p:cNvPr id="5" name="Center">
            <a:extLst>
              <a:ext uri="{FF2B5EF4-FFF2-40B4-BE49-F238E27FC236}">
                <a16:creationId xmlns:a16="http://schemas.microsoft.com/office/drawing/2014/main" id="{FAEA4C1B-C57C-78B7-187E-768FA0A0A261}"/>
              </a:ext>
            </a:extLst>
          </p:cNvPr>
          <p:cNvSpPr>
            <a:spLocks noGrp="1"/>
          </p:cNvSpPr>
          <p:nvPr/>
        </p:nvSpPr>
        <p:spPr>
          <a:xfrm>
            <a:off x="851636" y="1560814"/>
            <a:ext cx="4880240" cy="1155610"/>
          </a:xfrm>
          <a:prstGeom prst="rect">
            <a:avLst/>
          </a:prstGeom>
          <a:noFill/>
          <a:ln w="19050">
            <a:solidFill>
              <a:srgbClr val="0D9589"/>
            </a:solidFill>
          </a:ln>
        </p:spPr>
        <p:txBody>
          <a:bodyPr wrap="square" lIns="274638" tIns="274638" rIns="274638" bIns="274638"/>
          <a:lstStyle/>
          <a:p>
            <a:r>
              <a:rPr lang="en-US" sz="1400" b="1" noProof="0" dirty="0">
                <a:solidFill>
                  <a:srgbClr val="0D9589"/>
                </a:solidFill>
              </a:rPr>
              <a:t>The idea behind this project</a:t>
            </a:r>
          </a:p>
          <a:p>
            <a:endParaRPr lang="en-US" sz="1000" noProof="0" dirty="0"/>
          </a:p>
          <a:p>
            <a:r>
              <a:rPr lang="en-US" sz="1200" b="0" noProof="0" dirty="0"/>
              <a:t>ST already has personas: Alfred, </a:t>
            </a:r>
            <a:r>
              <a:rPr lang="en-US" sz="1200" noProof="0" dirty="0"/>
              <a:t>Trinity</a:t>
            </a:r>
            <a:r>
              <a:rPr lang="en-US" sz="1200" b="0" noProof="0" dirty="0"/>
              <a:t>, and others, each specialized for a domain.</a:t>
            </a:r>
          </a:p>
          <a:p>
            <a:endParaRPr lang="en-US" sz="1000" noProof="0" dirty="0"/>
          </a:p>
          <a:p>
            <a:r>
              <a:rPr lang="en-US" sz="1100" b="0" i="1" noProof="0" dirty="0">
                <a:solidFill>
                  <a:srgbClr val="FFD200"/>
                </a:solidFill>
              </a:rPr>
              <a:t>.</a:t>
            </a:r>
          </a:p>
        </p:txBody>
      </p:sp>
      <p:sp>
        <p:nvSpPr>
          <p:cNvPr id="8" name="Center">
            <a:extLst>
              <a:ext uri="{FF2B5EF4-FFF2-40B4-BE49-F238E27FC236}">
                <a16:creationId xmlns:a16="http://schemas.microsoft.com/office/drawing/2014/main" id="{A164DBC8-7C3A-8052-14D5-6FDE2528F6CF}"/>
              </a:ext>
            </a:extLst>
          </p:cNvPr>
          <p:cNvSpPr>
            <a:spLocks noGrp="1"/>
          </p:cNvSpPr>
          <p:nvPr/>
        </p:nvSpPr>
        <p:spPr>
          <a:xfrm>
            <a:off x="6900276" y="3586543"/>
            <a:ext cx="4768263" cy="1442658"/>
          </a:xfrm>
          <a:prstGeom prst="rect">
            <a:avLst/>
          </a:prstGeom>
          <a:noFill/>
          <a:ln w="19050">
            <a:solidFill>
              <a:srgbClr val="FFD200"/>
            </a:solidFill>
          </a:ln>
        </p:spPr>
        <p:txBody>
          <a:bodyPr wrap="square" lIns="274638" tIns="274638" rIns="274638" bIns="274638"/>
          <a:lstStyle/>
          <a:p>
            <a:r>
              <a:rPr lang="en-US" sz="1600" b="1" noProof="0" dirty="0">
                <a:solidFill>
                  <a:srgbClr val="FFD200"/>
                </a:solidFill>
              </a:rPr>
              <a:t>A persona that knows STM32Cube.</a:t>
            </a:r>
          </a:p>
          <a:p>
            <a:endParaRPr lang="en-US" sz="1000" noProof="0" dirty="0"/>
          </a:p>
          <a:p>
            <a:r>
              <a:rPr lang="en-US" sz="1200" b="0" noProof="0" dirty="0"/>
              <a:t>A persona that has read 300+ issues, 5,000+ technical files, and every resolved PR. That can answer in seconds what took minutes to find manually.</a:t>
            </a:r>
          </a:p>
          <a:p>
            <a:endParaRPr lang="en-US" sz="1000" noProof="0" dirty="0"/>
          </a:p>
        </p:txBody>
      </p:sp>
      <p:pic>
        <p:nvPicPr>
          <p:cNvPr id="9" name="Graphic 4" descr="Arrow Right with solid fill">
            <a:extLst>
              <a:ext uri="{FF2B5EF4-FFF2-40B4-BE49-F238E27FC236}">
                <a16:creationId xmlns:a16="http://schemas.microsoft.com/office/drawing/2014/main" id="{EDDC2F10-6C2D-401E-58E9-9CB26771937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9981090" flipV="1">
            <a:off x="5972313" y="2587116"/>
            <a:ext cx="1130324" cy="645729"/>
          </a:xfrm>
          <a:prstGeom prst="rect">
            <a:avLst/>
          </a:prstGeom>
        </p:spPr>
      </p:pic>
      <p:sp>
        <p:nvSpPr>
          <p:cNvPr id="7" name="Slide Number Placeholder 6">
            <a:extLst>
              <a:ext uri="{FF2B5EF4-FFF2-40B4-BE49-F238E27FC236}">
                <a16:creationId xmlns:a16="http://schemas.microsoft.com/office/drawing/2014/main" id="{450C47AF-6FC6-824B-4E25-965CC97C2F67}"/>
              </a:ext>
            </a:extLst>
          </p:cNvPr>
          <p:cNvSpPr>
            <a:spLocks noGrp="1"/>
          </p:cNvSpPr>
          <p:nvPr>
            <p:ph type="sldNum" sz="quarter" idx="12"/>
          </p:nvPr>
        </p:nvSpPr>
        <p:spPr/>
        <p:txBody>
          <a:bodyPr/>
          <a:lstStyle/>
          <a:p>
            <a:fld id="{40A7B169-58CE-4E65-B1F9-ACF9E46440C2}" type="slidenum">
              <a:rPr lang="en-US" noProof="0" smtClean="0"/>
              <a:t>8</a:t>
            </a:fld>
            <a:endParaRPr lang="en-US" noProof="0" dirty="0"/>
          </a:p>
        </p:txBody>
      </p:sp>
    </p:spTree>
    <p:extLst>
      <p:ext uri="{BB962C8B-B14F-4D97-AF65-F5344CB8AC3E}">
        <p14:creationId xmlns:p14="http://schemas.microsoft.com/office/powerpoint/2010/main" val="941287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E5437-2A60-92D3-AF6E-648E9F213F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C108B0-6056-7A16-BB88-427E07A5CBE0}"/>
              </a:ext>
            </a:extLst>
          </p:cNvPr>
          <p:cNvSpPr>
            <a:spLocks noGrp="1"/>
          </p:cNvSpPr>
          <p:nvPr>
            <p:ph type="title"/>
          </p:nvPr>
        </p:nvSpPr>
        <p:spPr>
          <a:xfrm>
            <a:off x="242477" y="-53443"/>
            <a:ext cx="11609159" cy="1247050"/>
          </a:xfrm>
        </p:spPr>
        <p:txBody>
          <a:bodyPr/>
          <a:lstStyle/>
          <a:p>
            <a:r>
              <a:rPr lang="en-US" sz="1800" b="1" noProof="0" dirty="0"/>
              <a:t> ST ChatGPT</a:t>
            </a:r>
            <a:endParaRPr lang="en-US" sz="1800" noProof="0" dirty="0"/>
          </a:p>
        </p:txBody>
      </p:sp>
      <p:sp>
        <p:nvSpPr>
          <p:cNvPr id="56" name="TextBox 55">
            <a:extLst>
              <a:ext uri="{FF2B5EF4-FFF2-40B4-BE49-F238E27FC236}">
                <a16:creationId xmlns:a16="http://schemas.microsoft.com/office/drawing/2014/main" id="{86EA42AF-3FDF-E06E-EEC6-894A32404A90}"/>
              </a:ext>
            </a:extLst>
          </p:cNvPr>
          <p:cNvSpPr txBox="1"/>
          <p:nvPr/>
        </p:nvSpPr>
        <p:spPr>
          <a:xfrm>
            <a:off x="242477" y="615186"/>
            <a:ext cx="6271666" cy="276999"/>
          </a:xfrm>
          <a:prstGeom prst="rect">
            <a:avLst/>
          </a:prstGeom>
          <a:noFill/>
        </p:spPr>
        <p:txBody>
          <a:bodyPr wrap="square">
            <a:spAutoFit/>
          </a:bodyPr>
          <a:lstStyle/>
          <a:p>
            <a:pPr marL="0" indent="0" algn="l">
              <a:buNone/>
            </a:pPr>
            <a:r>
              <a:rPr lang="en-US" sz="1200" b="1" noProof="0" dirty="0">
                <a:solidFill>
                  <a:srgbClr val="425A78"/>
                </a:solidFill>
              </a:rPr>
              <a:t>Request and Access Process — Persona &amp; API ST ChatGPT</a:t>
            </a:r>
            <a:endParaRPr lang="en-US" sz="1200" noProof="0" dirty="0">
              <a:solidFill>
                <a:srgbClr val="425A78"/>
              </a:solidFill>
            </a:endParaRPr>
          </a:p>
        </p:txBody>
      </p:sp>
      <p:sp>
        <p:nvSpPr>
          <p:cNvPr id="57" name="Text 3">
            <a:extLst>
              <a:ext uri="{FF2B5EF4-FFF2-40B4-BE49-F238E27FC236}">
                <a16:creationId xmlns:a16="http://schemas.microsoft.com/office/drawing/2014/main" id="{F8AE2511-5D50-A27E-35FC-1BA2E79EB2E7}"/>
              </a:ext>
            </a:extLst>
          </p:cNvPr>
          <p:cNvSpPr/>
          <p:nvPr/>
        </p:nvSpPr>
        <p:spPr>
          <a:xfrm>
            <a:off x="340364" y="925138"/>
            <a:ext cx="8229600" cy="256032"/>
          </a:xfrm>
          <a:prstGeom prst="rect">
            <a:avLst/>
          </a:prstGeom>
          <a:noFill/>
          <a:ln/>
        </p:spPr>
        <p:txBody>
          <a:bodyPr wrap="square" lIns="0" tIns="0" rIns="0" bIns="0" rtlCol="0" anchor="ctr"/>
          <a:lstStyle/>
          <a:p>
            <a:pPr marL="0" indent="0" algn="l">
              <a:buNone/>
            </a:pPr>
            <a:r>
              <a:rPr lang="en-US" sz="1200" i="1" noProof="0" dirty="0">
                <a:solidFill>
                  <a:srgbClr val="64748B"/>
                </a:solidFill>
              </a:rPr>
              <a:t>From business request to persona / API access</a:t>
            </a:r>
            <a:endParaRPr lang="en-US" sz="1200" noProof="0" dirty="0"/>
          </a:p>
        </p:txBody>
      </p:sp>
      <p:sp>
        <p:nvSpPr>
          <p:cNvPr id="58" name="Shape 4">
            <a:extLst>
              <a:ext uri="{FF2B5EF4-FFF2-40B4-BE49-F238E27FC236}">
                <a16:creationId xmlns:a16="http://schemas.microsoft.com/office/drawing/2014/main" id="{8C49672B-8664-BDE8-388E-3FA796447C69}"/>
              </a:ext>
            </a:extLst>
          </p:cNvPr>
          <p:cNvSpPr/>
          <p:nvPr/>
        </p:nvSpPr>
        <p:spPr>
          <a:xfrm>
            <a:off x="340364" y="1302803"/>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3" name="Shape 5">
            <a:extLst>
              <a:ext uri="{FF2B5EF4-FFF2-40B4-BE49-F238E27FC236}">
                <a16:creationId xmlns:a16="http://schemas.microsoft.com/office/drawing/2014/main" id="{A58A60B2-2424-555D-E7A6-E8A5FADC1B45}"/>
              </a:ext>
            </a:extLst>
          </p:cNvPr>
          <p:cNvSpPr/>
          <p:nvPr/>
        </p:nvSpPr>
        <p:spPr>
          <a:xfrm>
            <a:off x="1852294" y="1477975"/>
            <a:ext cx="1106727" cy="934159"/>
          </a:xfrm>
          <a:prstGeom prst="ellipse">
            <a:avLst/>
          </a:prstGeom>
          <a:solidFill>
            <a:srgbClr val="1B2A3B"/>
          </a:solidFill>
          <a:ln w="12700">
            <a:solidFill>
              <a:srgbClr val="00000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5" name="Text 6">
            <a:extLst>
              <a:ext uri="{FF2B5EF4-FFF2-40B4-BE49-F238E27FC236}">
                <a16:creationId xmlns:a16="http://schemas.microsoft.com/office/drawing/2014/main" id="{E1CB36EE-DC08-B980-02F2-66D6537AB423}"/>
              </a:ext>
            </a:extLst>
          </p:cNvPr>
          <p:cNvSpPr/>
          <p:nvPr/>
        </p:nvSpPr>
        <p:spPr>
          <a:xfrm>
            <a:off x="1742566" y="1801830"/>
            <a:ext cx="1389888" cy="274320"/>
          </a:xfrm>
          <a:prstGeom prst="rect">
            <a:avLst/>
          </a:prstGeom>
          <a:noFill/>
          <a:ln/>
        </p:spPr>
        <p:txBody>
          <a:bodyPr wrap="square" lIns="0" tIns="0" rIns="0" bIns="0" rtlCol="0" anchor="ctr"/>
          <a:lstStyle/>
          <a:p>
            <a:pPr marL="0" indent="0" algn="ctr">
              <a:buNone/>
            </a:pPr>
            <a:r>
              <a:rPr lang="en-US" sz="1000" b="1" noProof="0" dirty="0">
                <a:solidFill>
                  <a:schemeClr val="bg1"/>
                </a:solidFill>
              </a:rPr>
              <a:t>Business Need</a:t>
            </a:r>
            <a:endParaRPr lang="en-US" sz="1000" noProof="0" dirty="0">
              <a:solidFill>
                <a:schemeClr val="bg1"/>
              </a:solidFill>
            </a:endParaRPr>
          </a:p>
        </p:txBody>
      </p:sp>
      <p:pic>
        <p:nvPicPr>
          <p:cNvPr id="6" name="Image 1" descr="preencoded.png">
            <a:extLst>
              <a:ext uri="{FF2B5EF4-FFF2-40B4-BE49-F238E27FC236}">
                <a16:creationId xmlns:a16="http://schemas.microsoft.com/office/drawing/2014/main" id="{4BAE4E27-8BC7-5C02-ED2E-D186D9703534}"/>
              </a:ext>
            </a:extLst>
          </p:cNvPr>
          <p:cNvPicPr>
            <a:picLocks noChangeAspect="1"/>
          </p:cNvPicPr>
          <p:nvPr/>
        </p:nvPicPr>
        <p:blipFill>
          <a:blip r:embed="rId3"/>
          <a:stretch>
            <a:fillRect/>
          </a:stretch>
        </p:blipFill>
        <p:spPr>
          <a:xfrm>
            <a:off x="3132454" y="1935175"/>
            <a:ext cx="311267" cy="311267"/>
          </a:xfrm>
          <a:prstGeom prst="rect">
            <a:avLst/>
          </a:prstGeom>
        </p:spPr>
      </p:pic>
      <p:sp>
        <p:nvSpPr>
          <p:cNvPr id="7" name="Shape 8">
            <a:extLst>
              <a:ext uri="{FF2B5EF4-FFF2-40B4-BE49-F238E27FC236}">
                <a16:creationId xmlns:a16="http://schemas.microsoft.com/office/drawing/2014/main" id="{1C4B083C-9A50-2BF1-C45D-002EC4AF45F1}"/>
              </a:ext>
            </a:extLst>
          </p:cNvPr>
          <p:cNvSpPr/>
          <p:nvPr/>
        </p:nvSpPr>
        <p:spPr>
          <a:xfrm>
            <a:off x="3571366" y="1477975"/>
            <a:ext cx="1106727" cy="934159"/>
          </a:xfrm>
          <a:prstGeom prst="ellipse">
            <a:avLst/>
          </a:prstGeom>
          <a:solidFill>
            <a:srgbClr val="3CB4E6"/>
          </a:solidFill>
          <a:ln w="12700">
            <a:solidFill>
              <a:srgbClr val="00000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9" name="Text 9">
            <a:extLst>
              <a:ext uri="{FF2B5EF4-FFF2-40B4-BE49-F238E27FC236}">
                <a16:creationId xmlns:a16="http://schemas.microsoft.com/office/drawing/2014/main" id="{C4BDF49E-43C9-0F50-683C-AAD10109F146}"/>
              </a:ext>
            </a:extLst>
          </p:cNvPr>
          <p:cNvSpPr/>
          <p:nvPr/>
        </p:nvSpPr>
        <p:spPr>
          <a:xfrm>
            <a:off x="3708360" y="1825703"/>
            <a:ext cx="850604" cy="218944"/>
          </a:xfrm>
          <a:prstGeom prst="rect">
            <a:avLst/>
          </a:prstGeom>
          <a:noFill/>
          <a:ln/>
        </p:spPr>
        <p:txBody>
          <a:bodyPr wrap="square" lIns="0" tIns="0" rIns="0" bIns="0" rtlCol="0" anchor="ctr"/>
          <a:lstStyle/>
          <a:p>
            <a:pPr marL="0" indent="0" algn="ctr">
              <a:buNone/>
            </a:pPr>
            <a:r>
              <a:rPr lang="en-US" sz="1000" b="1" noProof="0" dirty="0">
                <a:solidFill>
                  <a:schemeClr val="bg1"/>
                </a:solidFill>
              </a:rPr>
              <a:t>ServiceNow</a:t>
            </a:r>
            <a:endParaRPr lang="en-US" sz="1000" noProof="0" dirty="0">
              <a:solidFill>
                <a:schemeClr val="bg1"/>
              </a:solidFill>
            </a:endParaRPr>
          </a:p>
        </p:txBody>
      </p:sp>
      <p:pic>
        <p:nvPicPr>
          <p:cNvPr id="10" name="Image 3" descr="preencoded.png">
            <a:extLst>
              <a:ext uri="{FF2B5EF4-FFF2-40B4-BE49-F238E27FC236}">
                <a16:creationId xmlns:a16="http://schemas.microsoft.com/office/drawing/2014/main" id="{0D37F65C-CD0D-7310-1532-769612693ED0}"/>
              </a:ext>
            </a:extLst>
          </p:cNvPr>
          <p:cNvPicPr>
            <a:picLocks noChangeAspect="1"/>
          </p:cNvPicPr>
          <p:nvPr/>
        </p:nvPicPr>
        <p:blipFill>
          <a:blip r:embed="rId3"/>
          <a:stretch>
            <a:fillRect/>
          </a:stretch>
        </p:blipFill>
        <p:spPr>
          <a:xfrm>
            <a:off x="4851526" y="1935175"/>
            <a:ext cx="311267" cy="311267"/>
          </a:xfrm>
          <a:prstGeom prst="rect">
            <a:avLst/>
          </a:prstGeom>
        </p:spPr>
      </p:pic>
      <p:sp>
        <p:nvSpPr>
          <p:cNvPr id="11" name="Shape 11">
            <a:extLst>
              <a:ext uri="{FF2B5EF4-FFF2-40B4-BE49-F238E27FC236}">
                <a16:creationId xmlns:a16="http://schemas.microsoft.com/office/drawing/2014/main" id="{12B1EC7B-ECDC-6728-077B-623E7C6900FC}"/>
              </a:ext>
            </a:extLst>
          </p:cNvPr>
          <p:cNvSpPr/>
          <p:nvPr/>
        </p:nvSpPr>
        <p:spPr>
          <a:xfrm>
            <a:off x="5290438" y="1477975"/>
            <a:ext cx="1106727" cy="934159"/>
          </a:xfrm>
          <a:prstGeom prst="ellipse">
            <a:avLst/>
          </a:prstGeom>
          <a:noFill/>
          <a:ln w="12700">
            <a:solidFill>
              <a:srgbClr val="00000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3" name="Text 12">
            <a:extLst>
              <a:ext uri="{FF2B5EF4-FFF2-40B4-BE49-F238E27FC236}">
                <a16:creationId xmlns:a16="http://schemas.microsoft.com/office/drawing/2014/main" id="{0CDB2753-4EA9-7ADE-9EBF-14352FEA19AD}"/>
              </a:ext>
            </a:extLst>
          </p:cNvPr>
          <p:cNvSpPr/>
          <p:nvPr/>
        </p:nvSpPr>
        <p:spPr>
          <a:xfrm>
            <a:off x="5186682" y="1842922"/>
            <a:ext cx="1314238" cy="218944"/>
          </a:xfrm>
          <a:prstGeom prst="rect">
            <a:avLst/>
          </a:prstGeom>
          <a:noFill/>
          <a:ln/>
        </p:spPr>
        <p:txBody>
          <a:bodyPr wrap="square" lIns="0" tIns="0" rIns="0" bIns="0" rtlCol="0" anchor="ctr"/>
          <a:lstStyle/>
          <a:p>
            <a:pPr marL="0" indent="0" algn="ctr">
              <a:buNone/>
            </a:pPr>
            <a:r>
              <a:rPr lang="en-US" sz="1000" b="1" noProof="0" dirty="0">
                <a:solidFill>
                  <a:srgbClr val="1B2A3B"/>
                </a:solidFill>
              </a:rPr>
              <a:t>Validation</a:t>
            </a:r>
            <a:endParaRPr lang="en-US" sz="1000" noProof="0" dirty="0"/>
          </a:p>
        </p:txBody>
      </p:sp>
      <p:pic>
        <p:nvPicPr>
          <p:cNvPr id="14" name="Image 5" descr="preencoded.png">
            <a:extLst>
              <a:ext uri="{FF2B5EF4-FFF2-40B4-BE49-F238E27FC236}">
                <a16:creationId xmlns:a16="http://schemas.microsoft.com/office/drawing/2014/main" id="{D9860403-7BF0-AAAE-B628-19AE7094904B}"/>
              </a:ext>
            </a:extLst>
          </p:cNvPr>
          <p:cNvPicPr>
            <a:picLocks noChangeAspect="1"/>
          </p:cNvPicPr>
          <p:nvPr/>
        </p:nvPicPr>
        <p:blipFill>
          <a:blip r:embed="rId3"/>
          <a:stretch>
            <a:fillRect/>
          </a:stretch>
        </p:blipFill>
        <p:spPr>
          <a:xfrm>
            <a:off x="6570598" y="2061866"/>
            <a:ext cx="311267" cy="311267"/>
          </a:xfrm>
          <a:prstGeom prst="rect">
            <a:avLst/>
          </a:prstGeom>
        </p:spPr>
      </p:pic>
      <p:sp>
        <p:nvSpPr>
          <p:cNvPr id="15" name="Shape 14">
            <a:extLst>
              <a:ext uri="{FF2B5EF4-FFF2-40B4-BE49-F238E27FC236}">
                <a16:creationId xmlns:a16="http://schemas.microsoft.com/office/drawing/2014/main" id="{73BFB6B6-02F5-B91C-CD98-EB76B53A7E0B}"/>
              </a:ext>
            </a:extLst>
          </p:cNvPr>
          <p:cNvSpPr/>
          <p:nvPr/>
        </p:nvSpPr>
        <p:spPr>
          <a:xfrm>
            <a:off x="7009510" y="1477975"/>
            <a:ext cx="1106727" cy="934159"/>
          </a:xfrm>
          <a:prstGeom prst="ellipse">
            <a:avLst/>
          </a:prstGeom>
          <a:noFill/>
          <a:ln w="12700">
            <a:solidFill>
              <a:srgbClr val="00000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7" name="Text 15">
            <a:extLst>
              <a:ext uri="{FF2B5EF4-FFF2-40B4-BE49-F238E27FC236}">
                <a16:creationId xmlns:a16="http://schemas.microsoft.com/office/drawing/2014/main" id="{2A834CBE-2B18-BEF4-888B-19BD37215040}"/>
              </a:ext>
            </a:extLst>
          </p:cNvPr>
          <p:cNvSpPr/>
          <p:nvPr/>
        </p:nvSpPr>
        <p:spPr>
          <a:xfrm>
            <a:off x="7102964" y="1825703"/>
            <a:ext cx="947675" cy="218944"/>
          </a:xfrm>
          <a:prstGeom prst="rect">
            <a:avLst/>
          </a:prstGeom>
          <a:noFill/>
          <a:ln/>
        </p:spPr>
        <p:txBody>
          <a:bodyPr wrap="square" lIns="0" tIns="0" rIns="0" bIns="0" rtlCol="0" anchor="ctr"/>
          <a:lstStyle/>
          <a:p>
            <a:pPr marL="0" indent="0" algn="ctr">
              <a:buNone/>
            </a:pPr>
            <a:r>
              <a:rPr lang="en-US" sz="1000" b="1" noProof="0" dirty="0">
                <a:solidFill>
                  <a:srgbClr val="1B2A3B"/>
                </a:solidFill>
              </a:rPr>
              <a:t>Access / Configuration</a:t>
            </a:r>
            <a:endParaRPr lang="en-US" sz="1000" noProof="0" dirty="0"/>
          </a:p>
        </p:txBody>
      </p:sp>
      <p:pic>
        <p:nvPicPr>
          <p:cNvPr id="18" name="Image 7" descr="preencoded.png">
            <a:extLst>
              <a:ext uri="{FF2B5EF4-FFF2-40B4-BE49-F238E27FC236}">
                <a16:creationId xmlns:a16="http://schemas.microsoft.com/office/drawing/2014/main" id="{51B521C0-AEDA-2D06-C3E6-20554495F0D4}"/>
              </a:ext>
            </a:extLst>
          </p:cNvPr>
          <p:cNvPicPr>
            <a:picLocks noChangeAspect="1"/>
          </p:cNvPicPr>
          <p:nvPr/>
        </p:nvPicPr>
        <p:blipFill>
          <a:blip r:embed="rId3"/>
          <a:stretch>
            <a:fillRect/>
          </a:stretch>
        </p:blipFill>
        <p:spPr>
          <a:xfrm>
            <a:off x="8164318" y="1929941"/>
            <a:ext cx="311267" cy="311267"/>
          </a:xfrm>
          <a:prstGeom prst="rect">
            <a:avLst/>
          </a:prstGeom>
        </p:spPr>
      </p:pic>
      <p:sp>
        <p:nvSpPr>
          <p:cNvPr id="19" name="Shape 17">
            <a:extLst>
              <a:ext uri="{FF2B5EF4-FFF2-40B4-BE49-F238E27FC236}">
                <a16:creationId xmlns:a16="http://schemas.microsoft.com/office/drawing/2014/main" id="{5868BA7B-B6CD-366E-C5FE-3B73B84F94D8}"/>
              </a:ext>
            </a:extLst>
          </p:cNvPr>
          <p:cNvSpPr/>
          <p:nvPr/>
        </p:nvSpPr>
        <p:spPr>
          <a:xfrm>
            <a:off x="8728582" y="1477975"/>
            <a:ext cx="1106727" cy="934159"/>
          </a:xfrm>
          <a:prstGeom prst="ellipse">
            <a:avLst/>
          </a:prstGeom>
          <a:noFill/>
          <a:ln w="12700">
            <a:solidFill>
              <a:srgbClr val="00000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21" name="Text 18">
            <a:extLst>
              <a:ext uri="{FF2B5EF4-FFF2-40B4-BE49-F238E27FC236}">
                <a16:creationId xmlns:a16="http://schemas.microsoft.com/office/drawing/2014/main" id="{C6C4DF73-64F5-E93C-6021-E450A4991D70}"/>
              </a:ext>
            </a:extLst>
          </p:cNvPr>
          <p:cNvSpPr/>
          <p:nvPr/>
        </p:nvSpPr>
        <p:spPr>
          <a:xfrm>
            <a:off x="8624827" y="1929723"/>
            <a:ext cx="1314238" cy="218944"/>
          </a:xfrm>
          <a:prstGeom prst="rect">
            <a:avLst/>
          </a:prstGeom>
          <a:noFill/>
          <a:ln/>
        </p:spPr>
        <p:txBody>
          <a:bodyPr wrap="square" lIns="0" tIns="0" rIns="0" bIns="0" rtlCol="0" anchor="ctr"/>
          <a:lstStyle/>
          <a:p>
            <a:pPr marL="0" indent="0" algn="ctr">
              <a:buNone/>
            </a:pPr>
            <a:r>
              <a:rPr lang="en-US" sz="1000" b="1" noProof="0" dirty="0">
                <a:solidFill>
                  <a:srgbClr val="1B2A3B"/>
                </a:solidFill>
              </a:rPr>
              <a:t>Usage</a:t>
            </a:r>
          </a:p>
          <a:p>
            <a:pPr marL="0" indent="0" algn="ctr">
              <a:buNone/>
            </a:pPr>
            <a:endParaRPr lang="en-US" sz="1000" b="1" noProof="0" dirty="0">
              <a:solidFill>
                <a:srgbClr val="1B2A3B"/>
              </a:solidFill>
            </a:endParaRPr>
          </a:p>
        </p:txBody>
      </p:sp>
      <p:pic>
        <p:nvPicPr>
          <p:cNvPr id="22" name="Graphic 21" descr="Arrow Right with solid fill">
            <a:extLst>
              <a:ext uri="{FF2B5EF4-FFF2-40B4-BE49-F238E27FC236}">
                <a16:creationId xmlns:a16="http://schemas.microsoft.com/office/drawing/2014/main" id="{3CB45117-3E4C-60E4-8625-7B042B462BF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17854" y="1829694"/>
            <a:ext cx="350483" cy="350483"/>
          </a:xfrm>
          <a:prstGeom prst="rect">
            <a:avLst/>
          </a:prstGeom>
        </p:spPr>
      </p:pic>
      <p:pic>
        <p:nvPicPr>
          <p:cNvPr id="23" name="Graphic 22" descr="Arrow Right with solid fill">
            <a:extLst>
              <a:ext uri="{FF2B5EF4-FFF2-40B4-BE49-F238E27FC236}">
                <a16:creationId xmlns:a16="http://schemas.microsoft.com/office/drawing/2014/main" id="{F35E1ACF-9E29-2F34-4D29-802C554BB4A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16872" y="1850229"/>
            <a:ext cx="408047" cy="408047"/>
          </a:xfrm>
          <a:prstGeom prst="rect">
            <a:avLst/>
          </a:prstGeom>
        </p:spPr>
      </p:pic>
      <p:pic>
        <p:nvPicPr>
          <p:cNvPr id="24" name="Graphic 23" descr="Arrow Right with solid fill">
            <a:extLst>
              <a:ext uri="{FF2B5EF4-FFF2-40B4-BE49-F238E27FC236}">
                <a16:creationId xmlns:a16="http://schemas.microsoft.com/office/drawing/2014/main" id="{24892018-731F-FC88-63AD-29997332816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50116" y="1854172"/>
            <a:ext cx="394420" cy="394420"/>
          </a:xfrm>
          <a:prstGeom prst="rect">
            <a:avLst/>
          </a:prstGeom>
        </p:spPr>
      </p:pic>
      <p:pic>
        <p:nvPicPr>
          <p:cNvPr id="25" name="Graphic 24" descr="Arrow Right with solid fill">
            <a:extLst>
              <a:ext uri="{FF2B5EF4-FFF2-40B4-BE49-F238E27FC236}">
                <a16:creationId xmlns:a16="http://schemas.microsoft.com/office/drawing/2014/main" id="{3F4259A0-8EE8-2F0D-13B1-6CF26AB0F76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23576" y="1841969"/>
            <a:ext cx="394452" cy="394452"/>
          </a:xfrm>
          <a:prstGeom prst="rect">
            <a:avLst/>
          </a:prstGeom>
        </p:spPr>
      </p:pic>
      <p:sp>
        <p:nvSpPr>
          <p:cNvPr id="26" name="TextBox 2">
            <a:extLst>
              <a:ext uri="{FF2B5EF4-FFF2-40B4-BE49-F238E27FC236}">
                <a16:creationId xmlns:a16="http://schemas.microsoft.com/office/drawing/2014/main" id="{5294E190-DA49-72E6-75D7-7BEB820C7F9E}"/>
              </a:ext>
            </a:extLst>
          </p:cNvPr>
          <p:cNvSpPr txBox="1"/>
          <p:nvPr/>
        </p:nvSpPr>
        <p:spPr>
          <a:xfrm>
            <a:off x="9281946" y="3879015"/>
            <a:ext cx="2569690" cy="1015663"/>
          </a:xfrm>
          <a:prstGeom prst="rect">
            <a:avLst/>
          </a:prstGeom>
          <a:solidFill>
            <a:schemeClr val="bg1">
              <a:lumMod val="95000"/>
            </a:schemeClr>
          </a:solid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l">
              <a:buFont typeface="Arial" panose="020B0604020202020204" pitchFamily="34" charset="0"/>
              <a:buChar char="•"/>
            </a:pPr>
            <a:r>
              <a:rPr lang="en-US" sz="1200" noProof="0" dirty="0"/>
              <a:t>For existing persona updates, admin rights, system prompt updates.</a:t>
            </a:r>
          </a:p>
          <a:p>
            <a:pPr marL="285750" indent="-285750" algn="l">
              <a:buFont typeface="Arial" panose="020B0604020202020204" pitchFamily="34" charset="0"/>
              <a:buChar char="•"/>
            </a:pPr>
            <a:r>
              <a:rPr lang="en-US" sz="1200" noProof="0" dirty="0"/>
              <a:t>Technical issues</a:t>
            </a:r>
          </a:p>
          <a:p>
            <a:pPr marL="285750" indent="-285750" algn="l">
              <a:buFont typeface="Arial" panose="020B0604020202020204" pitchFamily="34" charset="0"/>
              <a:buChar char="•"/>
            </a:pPr>
            <a:r>
              <a:rPr lang="en-US" sz="1200" noProof="0" dirty="0"/>
              <a:t>Change requests</a:t>
            </a:r>
          </a:p>
        </p:txBody>
      </p:sp>
      <p:sp>
        <p:nvSpPr>
          <p:cNvPr id="27" name="Rectangle 26">
            <a:extLst>
              <a:ext uri="{FF2B5EF4-FFF2-40B4-BE49-F238E27FC236}">
                <a16:creationId xmlns:a16="http://schemas.microsoft.com/office/drawing/2014/main" id="{AD690731-E2B7-E5F2-E444-39FE174AC4E0}"/>
              </a:ext>
            </a:extLst>
          </p:cNvPr>
          <p:cNvSpPr/>
          <p:nvPr/>
        </p:nvSpPr>
        <p:spPr>
          <a:xfrm>
            <a:off x="4334634" y="3015976"/>
            <a:ext cx="3424843" cy="89491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r>
              <a:rPr lang="en-US" sz="1600" b="1" noProof="0" dirty="0"/>
              <a:t>Is the request for </a:t>
            </a:r>
            <a:r>
              <a:rPr lang="en-US" sz="1600" b="1" noProof="0" dirty="0">
                <a:solidFill>
                  <a:schemeClr val="accent3"/>
                </a:solidFill>
              </a:rPr>
              <a:t>New</a:t>
            </a:r>
            <a:r>
              <a:rPr lang="en-US" sz="1600" b="1" noProof="0" dirty="0"/>
              <a:t> Persona / API?</a:t>
            </a:r>
          </a:p>
        </p:txBody>
      </p:sp>
      <p:grpSp>
        <p:nvGrpSpPr>
          <p:cNvPr id="28" name="Group 27">
            <a:extLst>
              <a:ext uri="{FF2B5EF4-FFF2-40B4-BE49-F238E27FC236}">
                <a16:creationId xmlns:a16="http://schemas.microsoft.com/office/drawing/2014/main" id="{471CBD59-00D5-8C29-2274-7EBB249A0035}"/>
              </a:ext>
            </a:extLst>
          </p:cNvPr>
          <p:cNvGrpSpPr/>
          <p:nvPr/>
        </p:nvGrpSpPr>
        <p:grpSpPr>
          <a:xfrm>
            <a:off x="1197092" y="5280745"/>
            <a:ext cx="3761738" cy="1275345"/>
            <a:chOff x="1854334" y="4313983"/>
            <a:chExt cx="3761738" cy="1275345"/>
          </a:xfrm>
        </p:grpSpPr>
        <p:sp>
          <p:nvSpPr>
            <p:cNvPr id="29" name="TextBox 21">
              <a:extLst>
                <a:ext uri="{FF2B5EF4-FFF2-40B4-BE49-F238E27FC236}">
                  <a16:creationId xmlns:a16="http://schemas.microsoft.com/office/drawing/2014/main" id="{5B88A518-4DC1-E756-D09D-66732BD45B11}"/>
                </a:ext>
              </a:extLst>
            </p:cNvPr>
            <p:cNvSpPr txBox="1"/>
            <p:nvPr/>
          </p:nvSpPr>
          <p:spPr>
            <a:xfrm>
              <a:off x="1907095" y="4795707"/>
              <a:ext cx="3708977" cy="738664"/>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noProof="0" dirty="0">
                  <a:hlinkClick r:id="rId5"/>
                </a:rPr>
                <a:t>https://st.service-now.com/hub?id=sc_cat_item&amp;sys_id=b7e4acc9fb1d66103949f4bbaeefdc7b</a:t>
              </a:r>
              <a:endParaRPr lang="en-US" sz="1400" noProof="0" dirty="0"/>
            </a:p>
          </p:txBody>
        </p:sp>
        <p:sp>
          <p:nvSpPr>
            <p:cNvPr id="30" name="TextBox 9">
              <a:extLst>
                <a:ext uri="{FF2B5EF4-FFF2-40B4-BE49-F238E27FC236}">
                  <a16:creationId xmlns:a16="http://schemas.microsoft.com/office/drawing/2014/main" id="{C79AEA02-1797-B0CB-72B8-EBE98CD9FBCE}"/>
                </a:ext>
              </a:extLst>
            </p:cNvPr>
            <p:cNvSpPr txBox="1"/>
            <p:nvPr/>
          </p:nvSpPr>
          <p:spPr>
            <a:xfrm>
              <a:off x="1907095" y="4372473"/>
              <a:ext cx="1666236" cy="33855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600" noProof="0" dirty="0"/>
                <a:t>Click on this link </a:t>
              </a:r>
            </a:p>
          </p:txBody>
        </p:sp>
        <p:sp>
          <p:nvSpPr>
            <p:cNvPr id="31" name="Rectangle 30">
              <a:extLst>
                <a:ext uri="{FF2B5EF4-FFF2-40B4-BE49-F238E27FC236}">
                  <a16:creationId xmlns:a16="http://schemas.microsoft.com/office/drawing/2014/main" id="{3350BE6C-509D-66D3-509B-03416A5DB83A}"/>
                </a:ext>
              </a:extLst>
            </p:cNvPr>
            <p:cNvSpPr/>
            <p:nvPr/>
          </p:nvSpPr>
          <p:spPr>
            <a:xfrm>
              <a:off x="1854334" y="4313983"/>
              <a:ext cx="3761738" cy="1275345"/>
            </a:xfrm>
            <a:prstGeom prst="rect">
              <a:avLst/>
            </a:prstGeom>
            <a:noFill/>
            <a:ln w="19050">
              <a:solidFill>
                <a:srgbClr val="8191A5"/>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grpSp>
      <p:grpSp>
        <p:nvGrpSpPr>
          <p:cNvPr id="32" name="Group 31">
            <a:extLst>
              <a:ext uri="{FF2B5EF4-FFF2-40B4-BE49-F238E27FC236}">
                <a16:creationId xmlns:a16="http://schemas.microsoft.com/office/drawing/2014/main" id="{7D9FEF54-EF4C-14A4-34FD-C29A7AA6DFB0}"/>
              </a:ext>
            </a:extLst>
          </p:cNvPr>
          <p:cNvGrpSpPr/>
          <p:nvPr/>
        </p:nvGrpSpPr>
        <p:grpSpPr>
          <a:xfrm>
            <a:off x="7154983" y="5296079"/>
            <a:ext cx="3761738" cy="1275345"/>
            <a:chOff x="5931304" y="4300681"/>
            <a:chExt cx="3761738" cy="1275345"/>
          </a:xfrm>
        </p:grpSpPr>
        <p:sp>
          <p:nvSpPr>
            <p:cNvPr id="33" name="TextBox 23">
              <a:extLst>
                <a:ext uri="{FF2B5EF4-FFF2-40B4-BE49-F238E27FC236}">
                  <a16:creationId xmlns:a16="http://schemas.microsoft.com/office/drawing/2014/main" id="{D48473DF-47D1-F2ED-82E7-80F389C85027}"/>
                </a:ext>
              </a:extLst>
            </p:cNvPr>
            <p:cNvSpPr txBox="1"/>
            <p:nvPr/>
          </p:nvSpPr>
          <p:spPr>
            <a:xfrm>
              <a:off x="5984065" y="4795707"/>
              <a:ext cx="3427729" cy="738664"/>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noProof="0" dirty="0">
                  <a:hlinkClick r:id="rId6"/>
                </a:rPr>
                <a:t>https://st.service-now.com/hub?id=support_details&amp;topic=d0a6002b1b53d2d0aaf48553604bcb1b</a:t>
              </a:r>
              <a:endParaRPr lang="en-US" sz="1400" noProof="0" dirty="0"/>
            </a:p>
          </p:txBody>
        </p:sp>
        <p:sp>
          <p:nvSpPr>
            <p:cNvPr id="34" name="TextBox 9">
              <a:extLst>
                <a:ext uri="{FF2B5EF4-FFF2-40B4-BE49-F238E27FC236}">
                  <a16:creationId xmlns:a16="http://schemas.microsoft.com/office/drawing/2014/main" id="{E06A95E8-9FEE-C22C-0BF5-4582B29B250B}"/>
                </a:ext>
              </a:extLst>
            </p:cNvPr>
            <p:cNvSpPr txBox="1"/>
            <p:nvPr/>
          </p:nvSpPr>
          <p:spPr>
            <a:xfrm>
              <a:off x="5984065" y="4359171"/>
              <a:ext cx="1666236" cy="33855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600" noProof="0" dirty="0"/>
                <a:t>Click on this link </a:t>
              </a:r>
            </a:p>
          </p:txBody>
        </p:sp>
        <p:sp>
          <p:nvSpPr>
            <p:cNvPr id="35" name="Rectangle 34">
              <a:extLst>
                <a:ext uri="{FF2B5EF4-FFF2-40B4-BE49-F238E27FC236}">
                  <a16:creationId xmlns:a16="http://schemas.microsoft.com/office/drawing/2014/main" id="{E6C3C324-5449-3438-3476-4191AD42838F}"/>
                </a:ext>
              </a:extLst>
            </p:cNvPr>
            <p:cNvSpPr/>
            <p:nvPr/>
          </p:nvSpPr>
          <p:spPr>
            <a:xfrm>
              <a:off x="5931304" y="4300681"/>
              <a:ext cx="3761738" cy="1275345"/>
            </a:xfrm>
            <a:prstGeom prst="rect">
              <a:avLst/>
            </a:prstGeom>
            <a:noFill/>
            <a:ln w="19050">
              <a:solidFill>
                <a:srgbClr val="8191A5"/>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grpSp>
      <p:cxnSp>
        <p:nvCxnSpPr>
          <p:cNvPr id="36" name="Connector: Elbow 35">
            <a:extLst>
              <a:ext uri="{FF2B5EF4-FFF2-40B4-BE49-F238E27FC236}">
                <a16:creationId xmlns:a16="http://schemas.microsoft.com/office/drawing/2014/main" id="{334666FA-EE32-D6C8-B0DA-652808712A2F}"/>
              </a:ext>
            </a:extLst>
          </p:cNvPr>
          <p:cNvCxnSpPr>
            <a:cxnSpLocks/>
            <a:stCxn id="27" idx="1"/>
            <a:endCxn id="31" idx="0"/>
          </p:cNvCxnSpPr>
          <p:nvPr/>
        </p:nvCxnSpPr>
        <p:spPr>
          <a:xfrm rot="10800000" flipV="1">
            <a:off x="3077962" y="3463433"/>
            <a:ext cx="1256673" cy="1817312"/>
          </a:xfrm>
          <a:prstGeom prst="bentConnector2">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37" name="Oval 36">
            <a:extLst>
              <a:ext uri="{FF2B5EF4-FFF2-40B4-BE49-F238E27FC236}">
                <a16:creationId xmlns:a16="http://schemas.microsoft.com/office/drawing/2014/main" id="{358D3748-048B-83FC-698B-44E475E8F39D}"/>
              </a:ext>
            </a:extLst>
          </p:cNvPr>
          <p:cNvSpPr/>
          <p:nvPr/>
        </p:nvSpPr>
        <p:spPr>
          <a:xfrm>
            <a:off x="2730222" y="3115693"/>
            <a:ext cx="695478" cy="69547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r>
              <a:rPr lang="en-US" sz="1400" noProof="0" dirty="0"/>
              <a:t>Yes</a:t>
            </a:r>
          </a:p>
        </p:txBody>
      </p:sp>
      <p:cxnSp>
        <p:nvCxnSpPr>
          <p:cNvPr id="38" name="Connector: Elbow 37">
            <a:extLst>
              <a:ext uri="{FF2B5EF4-FFF2-40B4-BE49-F238E27FC236}">
                <a16:creationId xmlns:a16="http://schemas.microsoft.com/office/drawing/2014/main" id="{359CFBA6-E175-6881-5AC4-77D3E7F40EB8}"/>
              </a:ext>
            </a:extLst>
          </p:cNvPr>
          <p:cNvCxnSpPr>
            <a:cxnSpLocks/>
            <a:stCxn id="27" idx="3"/>
            <a:endCxn id="35" idx="0"/>
          </p:cNvCxnSpPr>
          <p:nvPr/>
        </p:nvCxnSpPr>
        <p:spPr>
          <a:xfrm>
            <a:off x="7759477" y="3463433"/>
            <a:ext cx="1276375" cy="1832646"/>
          </a:xfrm>
          <a:prstGeom prst="bentConnector2">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39" name="Oval 38">
            <a:extLst>
              <a:ext uri="{FF2B5EF4-FFF2-40B4-BE49-F238E27FC236}">
                <a16:creationId xmlns:a16="http://schemas.microsoft.com/office/drawing/2014/main" id="{BF50B766-D1A9-2B81-A4DD-6313290304C6}"/>
              </a:ext>
            </a:extLst>
          </p:cNvPr>
          <p:cNvSpPr/>
          <p:nvPr/>
        </p:nvSpPr>
        <p:spPr>
          <a:xfrm>
            <a:off x="8668412" y="3115693"/>
            <a:ext cx="695478" cy="69547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r>
              <a:rPr lang="en-US" sz="1400" noProof="0" dirty="0"/>
              <a:t>No</a:t>
            </a:r>
          </a:p>
        </p:txBody>
      </p:sp>
      <p:sp>
        <p:nvSpPr>
          <p:cNvPr id="4" name="Slide Number Placeholder 3">
            <a:extLst>
              <a:ext uri="{FF2B5EF4-FFF2-40B4-BE49-F238E27FC236}">
                <a16:creationId xmlns:a16="http://schemas.microsoft.com/office/drawing/2014/main" id="{7BF87165-D93A-62CF-BAA7-6E57EFC3FBAB}"/>
              </a:ext>
            </a:extLst>
          </p:cNvPr>
          <p:cNvSpPr>
            <a:spLocks noGrp="1"/>
          </p:cNvSpPr>
          <p:nvPr>
            <p:ph type="sldNum" sz="quarter" idx="12"/>
          </p:nvPr>
        </p:nvSpPr>
        <p:spPr/>
        <p:txBody>
          <a:bodyPr/>
          <a:lstStyle/>
          <a:p>
            <a:fld id="{40A7B169-58CE-4E65-B1F9-ACF9E46440C2}" type="slidenum">
              <a:rPr lang="en-US" noProof="0" smtClean="0"/>
              <a:t>9</a:t>
            </a:fld>
            <a:endParaRPr lang="en-US" noProof="0" dirty="0"/>
          </a:p>
        </p:txBody>
      </p:sp>
    </p:spTree>
    <p:extLst>
      <p:ext uri="{BB962C8B-B14F-4D97-AF65-F5344CB8AC3E}">
        <p14:creationId xmlns:p14="http://schemas.microsoft.com/office/powerpoint/2010/main" val="816274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B7D11-091B-98B9-062A-3EDFBBA7E2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39C647-0D83-60C8-D2D9-03F711E237C0}"/>
              </a:ext>
            </a:extLst>
          </p:cNvPr>
          <p:cNvSpPr>
            <a:spLocks noGrp="1"/>
          </p:cNvSpPr>
          <p:nvPr>
            <p:ph type="title"/>
          </p:nvPr>
        </p:nvSpPr>
        <p:spPr>
          <a:xfrm>
            <a:off x="242477" y="-53443"/>
            <a:ext cx="11609159" cy="1247050"/>
          </a:xfrm>
        </p:spPr>
        <p:txBody>
          <a:bodyPr/>
          <a:lstStyle/>
          <a:p>
            <a:r>
              <a:rPr lang="en-US" sz="1800" b="1" noProof="0" dirty="0"/>
              <a:t> ST ChatGPT</a:t>
            </a:r>
            <a:endParaRPr lang="en-US" sz="1800" noProof="0" dirty="0"/>
          </a:p>
        </p:txBody>
      </p:sp>
      <p:sp>
        <p:nvSpPr>
          <p:cNvPr id="56" name="TextBox 55">
            <a:extLst>
              <a:ext uri="{FF2B5EF4-FFF2-40B4-BE49-F238E27FC236}">
                <a16:creationId xmlns:a16="http://schemas.microsoft.com/office/drawing/2014/main" id="{EF7525C7-F65E-32C7-D3F1-8EBE0F8077E8}"/>
              </a:ext>
            </a:extLst>
          </p:cNvPr>
          <p:cNvSpPr txBox="1"/>
          <p:nvPr/>
        </p:nvSpPr>
        <p:spPr>
          <a:xfrm>
            <a:off x="242477" y="615186"/>
            <a:ext cx="6271666" cy="276999"/>
          </a:xfrm>
          <a:prstGeom prst="rect">
            <a:avLst/>
          </a:prstGeom>
          <a:noFill/>
        </p:spPr>
        <p:txBody>
          <a:bodyPr wrap="square">
            <a:spAutoFit/>
          </a:bodyPr>
          <a:lstStyle/>
          <a:p>
            <a:pPr marL="0" indent="0" algn="l">
              <a:buNone/>
            </a:pPr>
            <a:r>
              <a:rPr lang="en-US" sz="1200" b="1" noProof="0" dirty="0">
                <a:solidFill>
                  <a:srgbClr val="425A78"/>
                </a:solidFill>
              </a:rPr>
              <a:t>Request and Access Process — Persona &amp; API ST ChatGPT</a:t>
            </a:r>
            <a:endParaRPr lang="en-US" sz="1200" noProof="0" dirty="0">
              <a:solidFill>
                <a:srgbClr val="425A78"/>
              </a:solidFill>
            </a:endParaRPr>
          </a:p>
        </p:txBody>
      </p:sp>
      <p:sp>
        <p:nvSpPr>
          <p:cNvPr id="57" name="Text 3">
            <a:extLst>
              <a:ext uri="{FF2B5EF4-FFF2-40B4-BE49-F238E27FC236}">
                <a16:creationId xmlns:a16="http://schemas.microsoft.com/office/drawing/2014/main" id="{5F4954DE-A6BB-3765-3C8E-ABEAA80EEE77}"/>
              </a:ext>
            </a:extLst>
          </p:cNvPr>
          <p:cNvSpPr/>
          <p:nvPr/>
        </p:nvSpPr>
        <p:spPr>
          <a:xfrm>
            <a:off x="340364" y="925138"/>
            <a:ext cx="8229600" cy="256032"/>
          </a:xfrm>
          <a:prstGeom prst="rect">
            <a:avLst/>
          </a:prstGeom>
          <a:noFill/>
          <a:ln/>
        </p:spPr>
        <p:txBody>
          <a:bodyPr wrap="square" lIns="0" tIns="0" rIns="0" bIns="0" rtlCol="0" anchor="ctr"/>
          <a:lstStyle/>
          <a:p>
            <a:pPr marL="0" indent="0" algn="l">
              <a:buNone/>
            </a:pPr>
            <a:r>
              <a:rPr lang="en-US" sz="1200" i="1" noProof="0" dirty="0">
                <a:solidFill>
                  <a:srgbClr val="64748B"/>
                </a:solidFill>
              </a:rPr>
              <a:t>From business request to persona / API access</a:t>
            </a:r>
            <a:endParaRPr lang="en-US" sz="1200" noProof="0" dirty="0"/>
          </a:p>
        </p:txBody>
      </p:sp>
      <p:sp>
        <p:nvSpPr>
          <p:cNvPr id="58" name="Shape 4">
            <a:extLst>
              <a:ext uri="{FF2B5EF4-FFF2-40B4-BE49-F238E27FC236}">
                <a16:creationId xmlns:a16="http://schemas.microsoft.com/office/drawing/2014/main" id="{EAEB5106-1D60-9411-284C-2C77394DB7CE}"/>
              </a:ext>
            </a:extLst>
          </p:cNvPr>
          <p:cNvSpPr/>
          <p:nvPr/>
        </p:nvSpPr>
        <p:spPr>
          <a:xfrm>
            <a:off x="340364" y="1302803"/>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3" name="Shape 5">
            <a:extLst>
              <a:ext uri="{FF2B5EF4-FFF2-40B4-BE49-F238E27FC236}">
                <a16:creationId xmlns:a16="http://schemas.microsoft.com/office/drawing/2014/main" id="{1A986712-54EA-854D-1627-E83C2F6DD218}"/>
              </a:ext>
            </a:extLst>
          </p:cNvPr>
          <p:cNvSpPr/>
          <p:nvPr/>
        </p:nvSpPr>
        <p:spPr>
          <a:xfrm>
            <a:off x="2226842" y="1675277"/>
            <a:ext cx="1106727" cy="934159"/>
          </a:xfrm>
          <a:prstGeom prst="ellipse">
            <a:avLst/>
          </a:prstGeom>
          <a:solidFill>
            <a:srgbClr val="1B2A3B"/>
          </a:solidFill>
          <a:ln w="12700">
            <a:solidFill>
              <a:srgbClr val="00000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5" name="Text 6">
            <a:extLst>
              <a:ext uri="{FF2B5EF4-FFF2-40B4-BE49-F238E27FC236}">
                <a16:creationId xmlns:a16="http://schemas.microsoft.com/office/drawing/2014/main" id="{D2992F70-E30D-38AC-0672-D62DA21FA6DE}"/>
              </a:ext>
            </a:extLst>
          </p:cNvPr>
          <p:cNvSpPr/>
          <p:nvPr/>
        </p:nvSpPr>
        <p:spPr>
          <a:xfrm>
            <a:off x="2117114" y="1999132"/>
            <a:ext cx="1389888" cy="274320"/>
          </a:xfrm>
          <a:prstGeom prst="rect">
            <a:avLst/>
          </a:prstGeom>
          <a:noFill/>
          <a:ln/>
        </p:spPr>
        <p:txBody>
          <a:bodyPr wrap="square" lIns="0" tIns="0" rIns="0" bIns="0" rtlCol="0" anchor="ctr"/>
          <a:lstStyle/>
          <a:p>
            <a:pPr marL="0" indent="0" algn="ctr">
              <a:buNone/>
            </a:pPr>
            <a:r>
              <a:rPr lang="en-US" sz="1000" b="1" noProof="0" dirty="0">
                <a:solidFill>
                  <a:schemeClr val="bg1"/>
                </a:solidFill>
              </a:rPr>
              <a:t>Business Need</a:t>
            </a:r>
            <a:endParaRPr lang="en-US" sz="1000" noProof="0" dirty="0">
              <a:solidFill>
                <a:schemeClr val="bg1"/>
              </a:solidFill>
            </a:endParaRPr>
          </a:p>
        </p:txBody>
      </p:sp>
      <p:pic>
        <p:nvPicPr>
          <p:cNvPr id="6" name="Image 1" descr="preencoded.png">
            <a:extLst>
              <a:ext uri="{FF2B5EF4-FFF2-40B4-BE49-F238E27FC236}">
                <a16:creationId xmlns:a16="http://schemas.microsoft.com/office/drawing/2014/main" id="{9F7065AD-F8F6-9437-74C4-E20D56B7D6D0}"/>
              </a:ext>
            </a:extLst>
          </p:cNvPr>
          <p:cNvPicPr>
            <a:picLocks noChangeAspect="1"/>
          </p:cNvPicPr>
          <p:nvPr/>
        </p:nvPicPr>
        <p:blipFill>
          <a:blip r:embed="rId3"/>
          <a:stretch>
            <a:fillRect/>
          </a:stretch>
        </p:blipFill>
        <p:spPr>
          <a:xfrm>
            <a:off x="3507002" y="2132477"/>
            <a:ext cx="311267" cy="311267"/>
          </a:xfrm>
          <a:prstGeom prst="rect">
            <a:avLst/>
          </a:prstGeom>
        </p:spPr>
      </p:pic>
      <p:sp>
        <p:nvSpPr>
          <p:cNvPr id="7" name="Shape 8">
            <a:extLst>
              <a:ext uri="{FF2B5EF4-FFF2-40B4-BE49-F238E27FC236}">
                <a16:creationId xmlns:a16="http://schemas.microsoft.com/office/drawing/2014/main" id="{05981594-B6F0-299E-8A18-EEC7E29CC60E}"/>
              </a:ext>
            </a:extLst>
          </p:cNvPr>
          <p:cNvSpPr/>
          <p:nvPr/>
        </p:nvSpPr>
        <p:spPr>
          <a:xfrm>
            <a:off x="3945914" y="1675277"/>
            <a:ext cx="1106727" cy="934159"/>
          </a:xfrm>
          <a:prstGeom prst="ellipse">
            <a:avLst/>
          </a:prstGeom>
          <a:noFill/>
          <a:ln w="12700">
            <a:solidFill>
              <a:srgbClr val="00000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9" name="Text 9">
            <a:extLst>
              <a:ext uri="{FF2B5EF4-FFF2-40B4-BE49-F238E27FC236}">
                <a16:creationId xmlns:a16="http://schemas.microsoft.com/office/drawing/2014/main" id="{6B6F58B5-DB23-B991-C0DD-45EF820C742C}"/>
              </a:ext>
            </a:extLst>
          </p:cNvPr>
          <p:cNvSpPr/>
          <p:nvPr/>
        </p:nvSpPr>
        <p:spPr>
          <a:xfrm>
            <a:off x="4082908" y="2023005"/>
            <a:ext cx="850604" cy="218944"/>
          </a:xfrm>
          <a:prstGeom prst="rect">
            <a:avLst/>
          </a:prstGeom>
          <a:noFill/>
          <a:ln/>
        </p:spPr>
        <p:txBody>
          <a:bodyPr wrap="square" lIns="0" tIns="0" rIns="0" bIns="0" rtlCol="0" anchor="ctr"/>
          <a:lstStyle/>
          <a:p>
            <a:pPr marL="0" indent="0" algn="ctr">
              <a:buNone/>
            </a:pPr>
            <a:r>
              <a:rPr lang="en-US" sz="1000" b="1" noProof="0" dirty="0">
                <a:solidFill>
                  <a:srgbClr val="1B2A3B"/>
                </a:solidFill>
              </a:rPr>
              <a:t>ServiceNow</a:t>
            </a:r>
            <a:endParaRPr lang="en-US" sz="1000" noProof="0" dirty="0">
              <a:solidFill>
                <a:srgbClr val="1B2A3B"/>
              </a:solidFill>
            </a:endParaRPr>
          </a:p>
        </p:txBody>
      </p:sp>
      <p:pic>
        <p:nvPicPr>
          <p:cNvPr id="10" name="Image 3" descr="preencoded.png">
            <a:extLst>
              <a:ext uri="{FF2B5EF4-FFF2-40B4-BE49-F238E27FC236}">
                <a16:creationId xmlns:a16="http://schemas.microsoft.com/office/drawing/2014/main" id="{82DC3A83-6F16-9A1D-B730-D0E7BD43C8E8}"/>
              </a:ext>
            </a:extLst>
          </p:cNvPr>
          <p:cNvPicPr>
            <a:picLocks noChangeAspect="1"/>
          </p:cNvPicPr>
          <p:nvPr/>
        </p:nvPicPr>
        <p:blipFill>
          <a:blip r:embed="rId3"/>
          <a:stretch>
            <a:fillRect/>
          </a:stretch>
        </p:blipFill>
        <p:spPr>
          <a:xfrm>
            <a:off x="5226074" y="2132477"/>
            <a:ext cx="311267" cy="311267"/>
          </a:xfrm>
          <a:prstGeom prst="rect">
            <a:avLst/>
          </a:prstGeom>
        </p:spPr>
      </p:pic>
      <p:sp>
        <p:nvSpPr>
          <p:cNvPr id="11" name="Shape 11">
            <a:extLst>
              <a:ext uri="{FF2B5EF4-FFF2-40B4-BE49-F238E27FC236}">
                <a16:creationId xmlns:a16="http://schemas.microsoft.com/office/drawing/2014/main" id="{872D7B54-02DF-C0DB-3A51-66E9BEA9192E}"/>
              </a:ext>
            </a:extLst>
          </p:cNvPr>
          <p:cNvSpPr/>
          <p:nvPr/>
        </p:nvSpPr>
        <p:spPr>
          <a:xfrm>
            <a:off x="5664986" y="1675277"/>
            <a:ext cx="1106727" cy="934159"/>
          </a:xfrm>
          <a:prstGeom prst="ellipse">
            <a:avLst/>
          </a:prstGeom>
          <a:solidFill>
            <a:srgbClr val="3CB4E6"/>
          </a:solidFill>
          <a:ln w="12700">
            <a:solidFill>
              <a:srgbClr val="00000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3" name="Text 12">
            <a:extLst>
              <a:ext uri="{FF2B5EF4-FFF2-40B4-BE49-F238E27FC236}">
                <a16:creationId xmlns:a16="http://schemas.microsoft.com/office/drawing/2014/main" id="{9483D589-CD73-D144-78EE-78E9DE8642FE}"/>
              </a:ext>
            </a:extLst>
          </p:cNvPr>
          <p:cNvSpPr/>
          <p:nvPr/>
        </p:nvSpPr>
        <p:spPr>
          <a:xfrm>
            <a:off x="5561230" y="2040224"/>
            <a:ext cx="1314238" cy="218944"/>
          </a:xfrm>
          <a:prstGeom prst="rect">
            <a:avLst/>
          </a:prstGeom>
          <a:noFill/>
          <a:ln/>
        </p:spPr>
        <p:txBody>
          <a:bodyPr wrap="square" lIns="0" tIns="0" rIns="0" bIns="0" rtlCol="0" anchor="ctr"/>
          <a:lstStyle/>
          <a:p>
            <a:pPr marL="0" indent="0" algn="ctr">
              <a:buNone/>
            </a:pPr>
            <a:r>
              <a:rPr lang="en-US" sz="1000" b="1" noProof="0" dirty="0">
                <a:solidFill>
                  <a:schemeClr val="bg1"/>
                </a:solidFill>
              </a:rPr>
              <a:t>Validation</a:t>
            </a:r>
            <a:endParaRPr lang="en-US" sz="1000" noProof="0" dirty="0">
              <a:solidFill>
                <a:schemeClr val="bg1"/>
              </a:solidFill>
            </a:endParaRPr>
          </a:p>
        </p:txBody>
      </p:sp>
      <p:pic>
        <p:nvPicPr>
          <p:cNvPr id="14" name="Image 5" descr="preencoded.png">
            <a:extLst>
              <a:ext uri="{FF2B5EF4-FFF2-40B4-BE49-F238E27FC236}">
                <a16:creationId xmlns:a16="http://schemas.microsoft.com/office/drawing/2014/main" id="{07069B6A-B18E-2059-B3E7-A563CB093229}"/>
              </a:ext>
            </a:extLst>
          </p:cNvPr>
          <p:cNvPicPr>
            <a:picLocks noChangeAspect="1"/>
          </p:cNvPicPr>
          <p:nvPr/>
        </p:nvPicPr>
        <p:blipFill>
          <a:blip r:embed="rId3"/>
          <a:stretch>
            <a:fillRect/>
          </a:stretch>
        </p:blipFill>
        <p:spPr>
          <a:xfrm>
            <a:off x="6945146" y="2259168"/>
            <a:ext cx="311267" cy="311267"/>
          </a:xfrm>
          <a:prstGeom prst="rect">
            <a:avLst/>
          </a:prstGeom>
        </p:spPr>
      </p:pic>
      <p:sp>
        <p:nvSpPr>
          <p:cNvPr id="15" name="Shape 14">
            <a:extLst>
              <a:ext uri="{FF2B5EF4-FFF2-40B4-BE49-F238E27FC236}">
                <a16:creationId xmlns:a16="http://schemas.microsoft.com/office/drawing/2014/main" id="{8B8F8995-C3F3-B25B-5577-8CD54C8583FD}"/>
              </a:ext>
            </a:extLst>
          </p:cNvPr>
          <p:cNvSpPr/>
          <p:nvPr/>
        </p:nvSpPr>
        <p:spPr>
          <a:xfrm>
            <a:off x="7384058" y="1675277"/>
            <a:ext cx="1106727" cy="934159"/>
          </a:xfrm>
          <a:prstGeom prst="ellipse">
            <a:avLst/>
          </a:prstGeom>
          <a:noFill/>
          <a:ln w="12700">
            <a:solidFill>
              <a:srgbClr val="00000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7" name="Text 15">
            <a:extLst>
              <a:ext uri="{FF2B5EF4-FFF2-40B4-BE49-F238E27FC236}">
                <a16:creationId xmlns:a16="http://schemas.microsoft.com/office/drawing/2014/main" id="{40B7A807-C029-7E24-649C-1CD53CCFFAA2}"/>
              </a:ext>
            </a:extLst>
          </p:cNvPr>
          <p:cNvSpPr/>
          <p:nvPr/>
        </p:nvSpPr>
        <p:spPr>
          <a:xfrm>
            <a:off x="7477512" y="2023005"/>
            <a:ext cx="947675" cy="218944"/>
          </a:xfrm>
          <a:prstGeom prst="rect">
            <a:avLst/>
          </a:prstGeom>
          <a:noFill/>
          <a:ln/>
        </p:spPr>
        <p:txBody>
          <a:bodyPr wrap="square" lIns="0" tIns="0" rIns="0" bIns="0" rtlCol="0" anchor="ctr"/>
          <a:lstStyle/>
          <a:p>
            <a:pPr marL="0" indent="0" algn="ctr">
              <a:buNone/>
            </a:pPr>
            <a:r>
              <a:rPr lang="en-US" sz="1000" b="1" noProof="0" dirty="0">
                <a:solidFill>
                  <a:srgbClr val="1B2A3B"/>
                </a:solidFill>
              </a:rPr>
              <a:t>Access / Configuration</a:t>
            </a:r>
            <a:endParaRPr lang="en-US" sz="1000" noProof="0" dirty="0"/>
          </a:p>
        </p:txBody>
      </p:sp>
      <p:pic>
        <p:nvPicPr>
          <p:cNvPr id="18" name="Image 7" descr="preencoded.png">
            <a:extLst>
              <a:ext uri="{FF2B5EF4-FFF2-40B4-BE49-F238E27FC236}">
                <a16:creationId xmlns:a16="http://schemas.microsoft.com/office/drawing/2014/main" id="{188DAB67-83C7-8073-FC9A-90BE21A62FB3}"/>
              </a:ext>
            </a:extLst>
          </p:cNvPr>
          <p:cNvPicPr>
            <a:picLocks noChangeAspect="1"/>
          </p:cNvPicPr>
          <p:nvPr/>
        </p:nvPicPr>
        <p:blipFill>
          <a:blip r:embed="rId3"/>
          <a:stretch>
            <a:fillRect/>
          </a:stretch>
        </p:blipFill>
        <p:spPr>
          <a:xfrm>
            <a:off x="8538866" y="2127243"/>
            <a:ext cx="311267" cy="311267"/>
          </a:xfrm>
          <a:prstGeom prst="rect">
            <a:avLst/>
          </a:prstGeom>
        </p:spPr>
      </p:pic>
      <p:sp>
        <p:nvSpPr>
          <p:cNvPr id="19" name="Shape 17">
            <a:extLst>
              <a:ext uri="{FF2B5EF4-FFF2-40B4-BE49-F238E27FC236}">
                <a16:creationId xmlns:a16="http://schemas.microsoft.com/office/drawing/2014/main" id="{FFCACCC6-E533-4E01-AD7F-5C72537584AA}"/>
              </a:ext>
            </a:extLst>
          </p:cNvPr>
          <p:cNvSpPr/>
          <p:nvPr/>
        </p:nvSpPr>
        <p:spPr>
          <a:xfrm>
            <a:off x="9103130" y="1675277"/>
            <a:ext cx="1106727" cy="934159"/>
          </a:xfrm>
          <a:prstGeom prst="ellipse">
            <a:avLst/>
          </a:prstGeom>
          <a:noFill/>
          <a:ln w="12700">
            <a:solidFill>
              <a:srgbClr val="00000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21" name="Text 18">
            <a:extLst>
              <a:ext uri="{FF2B5EF4-FFF2-40B4-BE49-F238E27FC236}">
                <a16:creationId xmlns:a16="http://schemas.microsoft.com/office/drawing/2014/main" id="{5EB87576-0F8A-AF3A-D615-55D6DC422A5A}"/>
              </a:ext>
            </a:extLst>
          </p:cNvPr>
          <p:cNvSpPr/>
          <p:nvPr/>
        </p:nvSpPr>
        <p:spPr>
          <a:xfrm>
            <a:off x="8999375" y="2127025"/>
            <a:ext cx="1314238" cy="218944"/>
          </a:xfrm>
          <a:prstGeom prst="rect">
            <a:avLst/>
          </a:prstGeom>
          <a:noFill/>
          <a:ln/>
        </p:spPr>
        <p:txBody>
          <a:bodyPr wrap="square" lIns="0" tIns="0" rIns="0" bIns="0" rtlCol="0" anchor="ctr"/>
          <a:lstStyle/>
          <a:p>
            <a:pPr marL="0" indent="0" algn="ctr">
              <a:buNone/>
            </a:pPr>
            <a:r>
              <a:rPr lang="en-US" sz="1000" b="1" noProof="0" dirty="0">
                <a:solidFill>
                  <a:srgbClr val="1B2A3B"/>
                </a:solidFill>
              </a:rPr>
              <a:t>Usage</a:t>
            </a:r>
          </a:p>
          <a:p>
            <a:pPr marL="0" indent="0" algn="ctr">
              <a:buNone/>
            </a:pPr>
            <a:endParaRPr lang="en-US" sz="1000" b="1" noProof="0" dirty="0">
              <a:solidFill>
                <a:srgbClr val="1B2A3B"/>
              </a:solidFill>
            </a:endParaRPr>
          </a:p>
        </p:txBody>
      </p:sp>
      <p:pic>
        <p:nvPicPr>
          <p:cNvPr id="22" name="Graphic 21" descr="Arrow Right with solid fill">
            <a:extLst>
              <a:ext uri="{FF2B5EF4-FFF2-40B4-BE49-F238E27FC236}">
                <a16:creationId xmlns:a16="http://schemas.microsoft.com/office/drawing/2014/main" id="{B37B1D71-4FAB-9AAC-F323-E2C6204A062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92402" y="2026996"/>
            <a:ext cx="350483" cy="350483"/>
          </a:xfrm>
          <a:prstGeom prst="rect">
            <a:avLst/>
          </a:prstGeom>
        </p:spPr>
      </p:pic>
      <p:pic>
        <p:nvPicPr>
          <p:cNvPr id="23" name="Graphic 22" descr="Arrow Right with solid fill">
            <a:extLst>
              <a:ext uri="{FF2B5EF4-FFF2-40B4-BE49-F238E27FC236}">
                <a16:creationId xmlns:a16="http://schemas.microsoft.com/office/drawing/2014/main" id="{FDEB5BE9-6D63-3521-B9EA-E04A6BFC12A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191420" y="2047531"/>
            <a:ext cx="408047" cy="408047"/>
          </a:xfrm>
          <a:prstGeom prst="rect">
            <a:avLst/>
          </a:prstGeom>
        </p:spPr>
      </p:pic>
      <p:pic>
        <p:nvPicPr>
          <p:cNvPr id="24" name="Graphic 23" descr="Arrow Right with solid fill">
            <a:extLst>
              <a:ext uri="{FF2B5EF4-FFF2-40B4-BE49-F238E27FC236}">
                <a16:creationId xmlns:a16="http://schemas.microsoft.com/office/drawing/2014/main" id="{714A8A86-E296-586C-7866-120AF247598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24664" y="2051474"/>
            <a:ext cx="394420" cy="394420"/>
          </a:xfrm>
          <a:prstGeom prst="rect">
            <a:avLst/>
          </a:prstGeom>
        </p:spPr>
      </p:pic>
      <p:pic>
        <p:nvPicPr>
          <p:cNvPr id="25" name="Graphic 24" descr="Arrow Right with solid fill">
            <a:extLst>
              <a:ext uri="{FF2B5EF4-FFF2-40B4-BE49-F238E27FC236}">
                <a16:creationId xmlns:a16="http://schemas.microsoft.com/office/drawing/2014/main" id="{9258D2FA-ED8E-CCE5-9BD2-B250C5A88EE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898124" y="2039271"/>
            <a:ext cx="394452" cy="394452"/>
          </a:xfrm>
          <a:prstGeom prst="rect">
            <a:avLst/>
          </a:prstGeom>
        </p:spPr>
      </p:pic>
      <p:sp>
        <p:nvSpPr>
          <p:cNvPr id="4" name="Rectangle 3">
            <a:extLst>
              <a:ext uri="{FF2B5EF4-FFF2-40B4-BE49-F238E27FC236}">
                <a16:creationId xmlns:a16="http://schemas.microsoft.com/office/drawing/2014/main" id="{85A3F14D-0B9E-7B6B-FC83-C6066CFD7467}"/>
              </a:ext>
            </a:extLst>
          </p:cNvPr>
          <p:cNvSpPr/>
          <p:nvPr/>
        </p:nvSpPr>
        <p:spPr>
          <a:xfrm>
            <a:off x="622206" y="3830563"/>
            <a:ext cx="5726213" cy="1931144"/>
          </a:xfrm>
          <a:prstGeom prst="rect">
            <a:avLst/>
          </a:prstGeom>
          <a:solidFill>
            <a:srgbClr val="EEEF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600" b="1" noProof="0" dirty="0">
                <a:solidFill>
                  <a:schemeClr val="tx1"/>
                </a:solidFill>
              </a:rPr>
              <a:t>For each new persona / API:</a:t>
            </a:r>
          </a:p>
          <a:p>
            <a:pPr marL="285750" indent="-285750">
              <a:buFont typeface="Arial" panose="020B0604020202020204" pitchFamily="34" charset="0"/>
              <a:buChar char="•"/>
            </a:pPr>
            <a:endParaRPr lang="en-US" sz="1600" b="1" noProof="0" dirty="0">
              <a:solidFill>
                <a:schemeClr val="tx1"/>
              </a:solidFill>
            </a:endParaRPr>
          </a:p>
          <a:p>
            <a:pPr marL="742950" lvl="1" indent="-285750">
              <a:buFont typeface="Arial" panose="020B0604020202020204" pitchFamily="34" charset="0"/>
              <a:buChar char="•"/>
            </a:pPr>
            <a:r>
              <a:rPr lang="en-US" sz="1200" noProof="0" dirty="0">
                <a:solidFill>
                  <a:schemeClr val="tx1"/>
                </a:solidFill>
              </a:rPr>
              <a:t>1</a:t>
            </a:r>
            <a:r>
              <a:rPr lang="en-US" sz="1200" baseline="30000" noProof="0" dirty="0">
                <a:solidFill>
                  <a:schemeClr val="tx1"/>
                </a:solidFill>
              </a:rPr>
              <a:t>st</a:t>
            </a:r>
            <a:r>
              <a:rPr lang="en-US" sz="1200" noProof="0" dirty="0">
                <a:solidFill>
                  <a:schemeClr val="tx1"/>
                </a:solidFill>
              </a:rPr>
              <a:t> level review and approval by Business Enterprise Architect ( BEA) as per above slide</a:t>
            </a:r>
          </a:p>
          <a:p>
            <a:pPr marL="742950" lvl="1" indent="-285750">
              <a:buFont typeface="Arial" panose="020B0604020202020204" pitchFamily="34" charset="0"/>
              <a:buChar char="•"/>
            </a:pPr>
            <a:endParaRPr lang="en-US" sz="1200" noProof="0" dirty="0">
              <a:solidFill>
                <a:schemeClr val="tx1"/>
              </a:solidFill>
            </a:endParaRPr>
          </a:p>
          <a:p>
            <a:pPr marL="742950" lvl="1" indent="-285750">
              <a:buFont typeface="Arial" panose="020B0604020202020204" pitchFamily="34" charset="0"/>
              <a:buChar char="•"/>
            </a:pPr>
            <a:r>
              <a:rPr lang="en-US" sz="1200" noProof="0" dirty="0">
                <a:solidFill>
                  <a:schemeClr val="tx1"/>
                </a:solidFill>
              </a:rPr>
              <a:t>2</a:t>
            </a:r>
            <a:r>
              <a:rPr lang="en-US" sz="1200" baseline="30000" noProof="0" dirty="0">
                <a:solidFill>
                  <a:schemeClr val="tx1"/>
                </a:solidFill>
              </a:rPr>
              <a:t>nd</a:t>
            </a:r>
            <a:r>
              <a:rPr lang="en-US" sz="1200" noProof="0" dirty="0">
                <a:solidFill>
                  <a:schemeClr val="tx1"/>
                </a:solidFill>
              </a:rPr>
              <a:t> level approval by Global co-Ordinator (Loic ECHENE / Salvo CICIA)</a:t>
            </a:r>
          </a:p>
        </p:txBody>
      </p:sp>
      <p:sp>
        <p:nvSpPr>
          <p:cNvPr id="8" name="Rectangle 7">
            <a:extLst>
              <a:ext uri="{FF2B5EF4-FFF2-40B4-BE49-F238E27FC236}">
                <a16:creationId xmlns:a16="http://schemas.microsoft.com/office/drawing/2014/main" id="{C9806895-8751-EA14-BDEA-B3CAC9024E1D}"/>
              </a:ext>
            </a:extLst>
          </p:cNvPr>
          <p:cNvSpPr/>
          <p:nvPr/>
        </p:nvSpPr>
        <p:spPr>
          <a:xfrm>
            <a:off x="6918028" y="3841993"/>
            <a:ext cx="4556760" cy="1908284"/>
          </a:xfrm>
          <a:prstGeom prst="rect">
            <a:avLst/>
          </a:prstGeom>
          <a:solidFill>
            <a:srgbClr val="EEEF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600" b="1" noProof="0" dirty="0">
                <a:solidFill>
                  <a:schemeClr val="tx1"/>
                </a:solidFill>
              </a:rPr>
              <a:t>For support of existing persona  review/approval is not applicable</a:t>
            </a:r>
          </a:p>
        </p:txBody>
      </p:sp>
      <p:pic>
        <p:nvPicPr>
          <p:cNvPr id="12" name="Graphic 11" descr="Back outline">
            <a:extLst>
              <a:ext uri="{FF2B5EF4-FFF2-40B4-BE49-F238E27FC236}">
                <a16:creationId xmlns:a16="http://schemas.microsoft.com/office/drawing/2014/main" id="{81323BAD-812E-7F9F-20B8-E6B02EE3546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5400000" flipV="1">
            <a:off x="4455164" y="2681683"/>
            <a:ext cx="1004387" cy="1004387"/>
          </a:xfrm>
          <a:prstGeom prst="rect">
            <a:avLst/>
          </a:prstGeom>
        </p:spPr>
      </p:pic>
      <p:pic>
        <p:nvPicPr>
          <p:cNvPr id="16" name="Graphic 15" descr="Back outline">
            <a:extLst>
              <a:ext uri="{FF2B5EF4-FFF2-40B4-BE49-F238E27FC236}">
                <a16:creationId xmlns:a16="http://schemas.microsoft.com/office/drawing/2014/main" id="{0596F46E-2A0D-80E5-737C-4A0EE10CCBC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6200000" flipH="1" flipV="1">
            <a:off x="7057653" y="2677194"/>
            <a:ext cx="1004387" cy="1004387"/>
          </a:xfrm>
          <a:prstGeom prst="rect">
            <a:avLst/>
          </a:prstGeom>
        </p:spPr>
      </p:pic>
      <p:sp>
        <p:nvSpPr>
          <p:cNvPr id="20" name="Slide Number Placeholder 19">
            <a:extLst>
              <a:ext uri="{FF2B5EF4-FFF2-40B4-BE49-F238E27FC236}">
                <a16:creationId xmlns:a16="http://schemas.microsoft.com/office/drawing/2014/main" id="{DF7A259E-C61A-C447-D087-CB813F98FF2E}"/>
              </a:ext>
            </a:extLst>
          </p:cNvPr>
          <p:cNvSpPr>
            <a:spLocks noGrp="1"/>
          </p:cNvSpPr>
          <p:nvPr>
            <p:ph type="sldNum" sz="quarter" idx="12"/>
          </p:nvPr>
        </p:nvSpPr>
        <p:spPr/>
        <p:txBody>
          <a:bodyPr/>
          <a:lstStyle/>
          <a:p>
            <a:fld id="{40A7B169-58CE-4E65-B1F9-ACF9E46440C2}" type="slidenum">
              <a:rPr lang="en-US" noProof="0" smtClean="0"/>
              <a:t>10</a:t>
            </a:fld>
            <a:endParaRPr lang="en-US" noProof="0" dirty="0"/>
          </a:p>
        </p:txBody>
      </p:sp>
    </p:spTree>
    <p:extLst>
      <p:ext uri="{BB962C8B-B14F-4D97-AF65-F5344CB8AC3E}">
        <p14:creationId xmlns:p14="http://schemas.microsoft.com/office/powerpoint/2010/main" val="6311277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E5D5E-D3A1-B250-4B3A-2F549F4F27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F99946-C5C4-ACB7-8F36-69F1516CA569}"/>
              </a:ext>
            </a:extLst>
          </p:cNvPr>
          <p:cNvSpPr>
            <a:spLocks noGrp="1"/>
          </p:cNvSpPr>
          <p:nvPr>
            <p:ph type="title"/>
          </p:nvPr>
        </p:nvSpPr>
        <p:spPr>
          <a:xfrm>
            <a:off x="242477" y="-53443"/>
            <a:ext cx="11609159" cy="1247050"/>
          </a:xfrm>
        </p:spPr>
        <p:txBody>
          <a:bodyPr/>
          <a:lstStyle/>
          <a:p>
            <a:r>
              <a:rPr lang="en-US" sz="1800" b="1" noProof="0" dirty="0"/>
              <a:t> ST ChatGPT</a:t>
            </a:r>
            <a:endParaRPr lang="en-US" sz="1800" noProof="0" dirty="0"/>
          </a:p>
        </p:txBody>
      </p:sp>
      <p:sp>
        <p:nvSpPr>
          <p:cNvPr id="56" name="TextBox 55">
            <a:extLst>
              <a:ext uri="{FF2B5EF4-FFF2-40B4-BE49-F238E27FC236}">
                <a16:creationId xmlns:a16="http://schemas.microsoft.com/office/drawing/2014/main" id="{5442ED76-97D0-47D7-BAFF-FD83A367CF04}"/>
              </a:ext>
            </a:extLst>
          </p:cNvPr>
          <p:cNvSpPr txBox="1"/>
          <p:nvPr/>
        </p:nvSpPr>
        <p:spPr>
          <a:xfrm>
            <a:off x="242477" y="615186"/>
            <a:ext cx="6271666" cy="276999"/>
          </a:xfrm>
          <a:prstGeom prst="rect">
            <a:avLst/>
          </a:prstGeom>
          <a:noFill/>
        </p:spPr>
        <p:txBody>
          <a:bodyPr wrap="square">
            <a:spAutoFit/>
          </a:bodyPr>
          <a:lstStyle/>
          <a:p>
            <a:pPr marL="0" indent="0" algn="l">
              <a:buNone/>
            </a:pPr>
            <a:r>
              <a:rPr lang="en-US" sz="1200" b="1" noProof="0" dirty="0">
                <a:solidFill>
                  <a:srgbClr val="425A78"/>
                </a:solidFill>
              </a:rPr>
              <a:t>Request and Access Process — Persona &amp; API ST ChatGPT</a:t>
            </a:r>
            <a:endParaRPr lang="en-US" sz="1200" noProof="0" dirty="0">
              <a:solidFill>
                <a:srgbClr val="425A78"/>
              </a:solidFill>
            </a:endParaRPr>
          </a:p>
        </p:txBody>
      </p:sp>
      <p:sp>
        <p:nvSpPr>
          <p:cNvPr id="57" name="Text 3">
            <a:extLst>
              <a:ext uri="{FF2B5EF4-FFF2-40B4-BE49-F238E27FC236}">
                <a16:creationId xmlns:a16="http://schemas.microsoft.com/office/drawing/2014/main" id="{74918E13-CA91-7EBD-1BFD-3003A31A7D25}"/>
              </a:ext>
            </a:extLst>
          </p:cNvPr>
          <p:cNvSpPr/>
          <p:nvPr/>
        </p:nvSpPr>
        <p:spPr>
          <a:xfrm>
            <a:off x="340364" y="925138"/>
            <a:ext cx="8229600" cy="256032"/>
          </a:xfrm>
          <a:prstGeom prst="rect">
            <a:avLst/>
          </a:prstGeom>
          <a:noFill/>
          <a:ln/>
        </p:spPr>
        <p:txBody>
          <a:bodyPr wrap="square" lIns="0" tIns="0" rIns="0" bIns="0" rtlCol="0" anchor="ctr"/>
          <a:lstStyle/>
          <a:p>
            <a:pPr marL="0" indent="0" algn="l">
              <a:buNone/>
            </a:pPr>
            <a:r>
              <a:rPr lang="en-US" sz="1200" i="1" noProof="0" dirty="0">
                <a:solidFill>
                  <a:srgbClr val="64748B"/>
                </a:solidFill>
              </a:rPr>
              <a:t>From business request to persona / API access</a:t>
            </a:r>
            <a:endParaRPr lang="en-US" sz="1200" noProof="0" dirty="0"/>
          </a:p>
        </p:txBody>
      </p:sp>
      <p:sp>
        <p:nvSpPr>
          <p:cNvPr id="58" name="Shape 4">
            <a:extLst>
              <a:ext uri="{FF2B5EF4-FFF2-40B4-BE49-F238E27FC236}">
                <a16:creationId xmlns:a16="http://schemas.microsoft.com/office/drawing/2014/main" id="{C38C4963-00F7-F27B-5C5A-2565F5199721}"/>
              </a:ext>
            </a:extLst>
          </p:cNvPr>
          <p:cNvSpPr/>
          <p:nvPr/>
        </p:nvSpPr>
        <p:spPr>
          <a:xfrm>
            <a:off x="340364" y="1302803"/>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4" name="Content Placeholder 1">
            <a:extLst>
              <a:ext uri="{FF2B5EF4-FFF2-40B4-BE49-F238E27FC236}">
                <a16:creationId xmlns:a16="http://schemas.microsoft.com/office/drawing/2014/main" id="{108A45B4-7EFB-2042-F006-90D735F2E4E9}"/>
              </a:ext>
            </a:extLst>
          </p:cNvPr>
          <p:cNvSpPr>
            <a:spLocks noGrp="1"/>
          </p:cNvSpPr>
          <p:nvPr>
            <p:ph idx="1"/>
          </p:nvPr>
        </p:nvSpPr>
        <p:spPr>
          <a:xfrm>
            <a:off x="90697" y="2008279"/>
            <a:ext cx="5613082" cy="4608512"/>
          </a:xfrm>
        </p:spPr>
        <p:txBody>
          <a:bodyPr/>
          <a:lstStyle/>
          <a:p>
            <a:pPr marL="457200" indent="-457200">
              <a:lnSpc>
                <a:spcPct val="150000"/>
              </a:lnSpc>
              <a:buFont typeface="+mj-lt"/>
              <a:buAutoNum type="arabicPeriod"/>
            </a:pPr>
            <a:r>
              <a:rPr lang="en-US" sz="1800" noProof="0" dirty="0"/>
              <a:t>Go to </a:t>
            </a:r>
            <a:r>
              <a:rPr lang="en-US" sz="1800" noProof="0" dirty="0">
                <a:hlinkClick r:id="rId3"/>
              </a:rPr>
              <a:t>https://st.service-now.com/hub</a:t>
            </a:r>
            <a:endParaRPr lang="en-US" sz="1800" noProof="0" dirty="0"/>
          </a:p>
          <a:p>
            <a:pPr marL="457200" indent="-457200">
              <a:lnSpc>
                <a:spcPct val="150000"/>
              </a:lnSpc>
              <a:buFont typeface="+mj-lt"/>
              <a:buAutoNum type="arabicPeriod"/>
            </a:pPr>
            <a:r>
              <a:rPr lang="en-US" sz="1800" noProof="0" dirty="0"/>
              <a:t>Click </a:t>
            </a:r>
            <a:r>
              <a:rPr lang="en-US" sz="1800" b="1" i="1" noProof="0" dirty="0"/>
              <a:t>Service Requests &amp; Apps </a:t>
            </a:r>
            <a:r>
              <a:rPr lang="en-US" sz="1800" noProof="0" dirty="0"/>
              <a:t>from in the left side menu</a:t>
            </a:r>
          </a:p>
          <a:p>
            <a:pPr marL="457200" indent="-457200">
              <a:lnSpc>
                <a:spcPct val="150000"/>
              </a:lnSpc>
              <a:buFont typeface="+mj-lt"/>
              <a:buAutoNum type="arabicPeriod"/>
            </a:pPr>
            <a:r>
              <a:rPr lang="en-US" sz="1800" noProof="0" dirty="0"/>
              <a:t>Click </a:t>
            </a:r>
            <a:r>
              <a:rPr lang="en-US" sz="1800" b="1" i="1" noProof="0" dirty="0"/>
              <a:t>Information Tech. </a:t>
            </a:r>
            <a:r>
              <a:rPr lang="en-US" sz="1800" noProof="0" dirty="0"/>
              <a:t>under categories</a:t>
            </a:r>
          </a:p>
          <a:p>
            <a:pPr marL="457200" indent="-457200">
              <a:lnSpc>
                <a:spcPct val="150000"/>
              </a:lnSpc>
              <a:buFont typeface="+mj-lt"/>
              <a:buAutoNum type="arabicPeriod"/>
            </a:pPr>
            <a:r>
              <a:rPr lang="en-US" sz="1800" noProof="0" dirty="0"/>
              <a:t>Click </a:t>
            </a:r>
            <a:r>
              <a:rPr lang="en-US" sz="1800" b="1" i="1" noProof="0" dirty="0"/>
              <a:t>Service Requests </a:t>
            </a:r>
            <a:r>
              <a:rPr lang="en-US" sz="1800" noProof="0" dirty="0"/>
              <a:t>tab</a:t>
            </a:r>
          </a:p>
          <a:p>
            <a:pPr marL="457200" indent="-457200">
              <a:lnSpc>
                <a:spcPct val="150000"/>
              </a:lnSpc>
              <a:buFont typeface="+mj-lt"/>
              <a:buAutoNum type="arabicPeriod"/>
            </a:pPr>
            <a:r>
              <a:rPr lang="en-US" sz="1800" noProof="0" dirty="0"/>
              <a:t>Find and click the card </a:t>
            </a:r>
            <a:r>
              <a:rPr lang="en-US" sz="1800" b="1" i="1" noProof="0" dirty="0" err="1"/>
              <a:t>STChatGP</a:t>
            </a:r>
            <a:r>
              <a:rPr lang="en-US" sz="1800" b="1" i="1" noProof="0" dirty="0"/>
              <a:t> (New Persona/API)</a:t>
            </a:r>
          </a:p>
        </p:txBody>
      </p:sp>
      <p:sp>
        <p:nvSpPr>
          <p:cNvPr id="8" name="Title 2">
            <a:extLst>
              <a:ext uri="{FF2B5EF4-FFF2-40B4-BE49-F238E27FC236}">
                <a16:creationId xmlns:a16="http://schemas.microsoft.com/office/drawing/2014/main" id="{966F07DC-1B02-3C73-C4E0-8BB38C1FD1F1}"/>
              </a:ext>
            </a:extLst>
          </p:cNvPr>
          <p:cNvSpPr txBox="1">
            <a:spLocks/>
          </p:cNvSpPr>
          <p:nvPr/>
        </p:nvSpPr>
        <p:spPr>
          <a:xfrm>
            <a:off x="335284" y="385354"/>
            <a:ext cx="11609159" cy="1304925"/>
          </a:xfrm>
          <a:prstGeom prst="rect">
            <a:avLst/>
          </a:prstGeom>
        </p:spPr>
        <p:txBody>
          <a:bodyPr vert="horz" lIns="91440" tIns="45720" rIns="90000" bIns="45720" rtlCol="0" anchor="ctr">
            <a:noAutofit/>
          </a:bodyPr>
          <a:lstStyle>
            <a:lvl1pPr algn="r" defTabSz="914400" rtl="0" eaLnBrk="1" latinLnBrk="0" hangingPunct="1">
              <a:lnSpc>
                <a:spcPct val="90000"/>
              </a:lnSpc>
              <a:spcBef>
                <a:spcPct val="0"/>
              </a:spcBef>
              <a:buNone/>
              <a:defRPr lang="en-US" sz="3600" b="0" kern="1200" baseline="0">
                <a:solidFill>
                  <a:schemeClr val="tx1"/>
                </a:solidFill>
                <a:latin typeface="+mj-lt"/>
                <a:ea typeface="+mj-ea"/>
                <a:cs typeface="+mj-cs"/>
              </a:defRPr>
            </a:lvl1pPr>
          </a:lstStyle>
          <a:p>
            <a:endParaRPr lang="en-US" noProof="0" dirty="0"/>
          </a:p>
        </p:txBody>
      </p:sp>
      <p:pic>
        <p:nvPicPr>
          <p:cNvPr id="12" name="Picture 11">
            <a:extLst>
              <a:ext uri="{FF2B5EF4-FFF2-40B4-BE49-F238E27FC236}">
                <a16:creationId xmlns:a16="http://schemas.microsoft.com/office/drawing/2014/main" id="{B11DC14D-B1A7-E671-9B1A-3F852BAB6788}"/>
              </a:ext>
            </a:extLst>
          </p:cNvPr>
          <p:cNvPicPr>
            <a:picLocks noChangeAspect="1"/>
          </p:cNvPicPr>
          <p:nvPr/>
        </p:nvPicPr>
        <p:blipFill>
          <a:blip r:embed="rId4"/>
          <a:stretch>
            <a:fillRect/>
          </a:stretch>
        </p:blipFill>
        <p:spPr>
          <a:xfrm>
            <a:off x="6414154" y="1570980"/>
            <a:ext cx="2486153" cy="1971777"/>
          </a:xfrm>
          <a:prstGeom prst="rect">
            <a:avLst/>
          </a:prstGeom>
        </p:spPr>
      </p:pic>
      <p:cxnSp>
        <p:nvCxnSpPr>
          <p:cNvPr id="16" name="Straight Arrow Connector 15">
            <a:extLst>
              <a:ext uri="{FF2B5EF4-FFF2-40B4-BE49-F238E27FC236}">
                <a16:creationId xmlns:a16="http://schemas.microsoft.com/office/drawing/2014/main" id="{366E928A-7829-4C15-078A-2CD216C89F22}"/>
              </a:ext>
            </a:extLst>
          </p:cNvPr>
          <p:cNvCxnSpPr>
            <a:cxnSpLocks/>
            <a:endCxn id="12" idx="1"/>
          </p:cNvCxnSpPr>
          <p:nvPr/>
        </p:nvCxnSpPr>
        <p:spPr>
          <a:xfrm flipV="1">
            <a:off x="5831988" y="2556869"/>
            <a:ext cx="582166" cy="239128"/>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pic>
        <p:nvPicPr>
          <p:cNvPr id="20" name="Picture 19">
            <a:extLst>
              <a:ext uri="{FF2B5EF4-FFF2-40B4-BE49-F238E27FC236}">
                <a16:creationId xmlns:a16="http://schemas.microsoft.com/office/drawing/2014/main" id="{3F3845E7-AB2F-3717-95F2-E9D221CF226A}"/>
              </a:ext>
            </a:extLst>
          </p:cNvPr>
          <p:cNvPicPr>
            <a:picLocks noChangeAspect="1"/>
          </p:cNvPicPr>
          <p:nvPr/>
        </p:nvPicPr>
        <p:blipFill>
          <a:blip r:embed="rId5"/>
          <a:stretch>
            <a:fillRect/>
          </a:stretch>
        </p:blipFill>
        <p:spPr>
          <a:xfrm>
            <a:off x="9943180" y="1822359"/>
            <a:ext cx="1716492" cy="1971778"/>
          </a:xfrm>
          <a:prstGeom prst="rect">
            <a:avLst/>
          </a:prstGeom>
        </p:spPr>
      </p:pic>
      <p:cxnSp>
        <p:nvCxnSpPr>
          <p:cNvPr id="40" name="Straight Arrow Connector 39">
            <a:extLst>
              <a:ext uri="{FF2B5EF4-FFF2-40B4-BE49-F238E27FC236}">
                <a16:creationId xmlns:a16="http://schemas.microsoft.com/office/drawing/2014/main" id="{66D10219-E67E-1B67-498B-675E1D997CCF}"/>
              </a:ext>
            </a:extLst>
          </p:cNvPr>
          <p:cNvCxnSpPr>
            <a:cxnSpLocks/>
          </p:cNvCxnSpPr>
          <p:nvPr/>
        </p:nvCxnSpPr>
        <p:spPr>
          <a:xfrm flipV="1">
            <a:off x="5185954" y="3504208"/>
            <a:ext cx="5085493" cy="381992"/>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46B0B9A3-ED74-8902-41D3-647F4007FFB2}"/>
              </a:ext>
            </a:extLst>
          </p:cNvPr>
          <p:cNvPicPr>
            <a:picLocks noChangeAspect="1"/>
          </p:cNvPicPr>
          <p:nvPr/>
        </p:nvPicPr>
        <p:blipFill>
          <a:blip r:embed="rId6"/>
          <a:stretch>
            <a:fillRect/>
          </a:stretch>
        </p:blipFill>
        <p:spPr>
          <a:xfrm>
            <a:off x="7689464" y="3989492"/>
            <a:ext cx="4260059" cy="1731806"/>
          </a:xfrm>
          <a:prstGeom prst="rect">
            <a:avLst/>
          </a:prstGeom>
        </p:spPr>
      </p:pic>
      <p:cxnSp>
        <p:nvCxnSpPr>
          <p:cNvPr id="42" name="Straight Arrow Connector 41">
            <a:extLst>
              <a:ext uri="{FF2B5EF4-FFF2-40B4-BE49-F238E27FC236}">
                <a16:creationId xmlns:a16="http://schemas.microsoft.com/office/drawing/2014/main" id="{69E1D17E-9918-9B4D-BDA0-C0A111FD17BC}"/>
              </a:ext>
            </a:extLst>
          </p:cNvPr>
          <p:cNvCxnSpPr>
            <a:cxnSpLocks/>
          </p:cNvCxnSpPr>
          <p:nvPr/>
        </p:nvCxnSpPr>
        <p:spPr>
          <a:xfrm>
            <a:off x="3559629" y="4415246"/>
            <a:ext cx="6955658" cy="349172"/>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pic>
        <p:nvPicPr>
          <p:cNvPr id="43" name="Picture 42">
            <a:extLst>
              <a:ext uri="{FF2B5EF4-FFF2-40B4-BE49-F238E27FC236}">
                <a16:creationId xmlns:a16="http://schemas.microsoft.com/office/drawing/2014/main" id="{9093A704-DDD4-DDF9-7F0D-D69529591490}"/>
              </a:ext>
            </a:extLst>
          </p:cNvPr>
          <p:cNvPicPr>
            <a:picLocks noChangeAspect="1"/>
          </p:cNvPicPr>
          <p:nvPr/>
        </p:nvPicPr>
        <p:blipFill>
          <a:blip r:embed="rId7"/>
          <a:stretch>
            <a:fillRect/>
          </a:stretch>
        </p:blipFill>
        <p:spPr>
          <a:xfrm>
            <a:off x="5486400" y="4897428"/>
            <a:ext cx="2946207" cy="1889084"/>
          </a:xfrm>
          <a:prstGeom prst="rect">
            <a:avLst/>
          </a:prstGeom>
        </p:spPr>
      </p:pic>
      <p:cxnSp>
        <p:nvCxnSpPr>
          <p:cNvPr id="44" name="Straight Arrow Connector 43">
            <a:extLst>
              <a:ext uri="{FF2B5EF4-FFF2-40B4-BE49-F238E27FC236}">
                <a16:creationId xmlns:a16="http://schemas.microsoft.com/office/drawing/2014/main" id="{29F1FF56-2945-49A3-44B5-BF6EA7237DA4}"/>
              </a:ext>
            </a:extLst>
          </p:cNvPr>
          <p:cNvCxnSpPr>
            <a:cxnSpLocks/>
          </p:cNvCxnSpPr>
          <p:nvPr/>
        </p:nvCxnSpPr>
        <p:spPr>
          <a:xfrm>
            <a:off x="4402183" y="5205549"/>
            <a:ext cx="1084217" cy="727313"/>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28B5DD49-FB77-8E52-58ED-E6E160C73297}"/>
              </a:ext>
            </a:extLst>
          </p:cNvPr>
          <p:cNvSpPr>
            <a:spLocks noGrp="1"/>
          </p:cNvSpPr>
          <p:nvPr>
            <p:ph type="sldNum" sz="quarter" idx="12"/>
          </p:nvPr>
        </p:nvSpPr>
        <p:spPr/>
        <p:txBody>
          <a:bodyPr/>
          <a:lstStyle/>
          <a:p>
            <a:fld id="{40A7B169-58CE-4E65-B1F9-ACF9E46440C2}" type="slidenum">
              <a:rPr lang="en-US" noProof="0" smtClean="0"/>
              <a:t>11</a:t>
            </a:fld>
            <a:endParaRPr lang="en-US" noProof="0" dirty="0"/>
          </a:p>
        </p:txBody>
      </p:sp>
    </p:spTree>
    <p:extLst>
      <p:ext uri="{BB962C8B-B14F-4D97-AF65-F5344CB8AC3E}">
        <p14:creationId xmlns:p14="http://schemas.microsoft.com/office/powerpoint/2010/main" val="31673941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DD598-1368-9CA9-AAA4-F1C4AFA62AAC}"/>
            </a:ext>
          </a:extLst>
        </p:cNvPr>
        <p:cNvGrpSpPr/>
        <p:nvPr/>
      </p:nvGrpSpPr>
      <p:grpSpPr>
        <a:xfrm>
          <a:off x="0" y="0"/>
          <a:ext cx="0" cy="0"/>
          <a:chOff x="0" y="0"/>
          <a:chExt cx="0" cy="0"/>
        </a:xfrm>
      </p:grpSpPr>
      <p:sp>
        <p:nvSpPr>
          <p:cNvPr id="96" name="Shape 8">
            <a:extLst>
              <a:ext uri="{FF2B5EF4-FFF2-40B4-BE49-F238E27FC236}">
                <a16:creationId xmlns:a16="http://schemas.microsoft.com/office/drawing/2014/main" id="{7C6CDCDD-E487-DF68-6A87-480DDBA14057}"/>
              </a:ext>
            </a:extLst>
          </p:cNvPr>
          <p:cNvSpPr/>
          <p:nvPr/>
        </p:nvSpPr>
        <p:spPr>
          <a:xfrm>
            <a:off x="1201051" y="2820161"/>
            <a:ext cx="4206240" cy="749808"/>
          </a:xfrm>
          <a:prstGeom prst="rect">
            <a:avLst/>
          </a:prstGeom>
          <a:solidFill>
            <a:srgbClr val="EEEFF1"/>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01" name="Shape 13">
            <a:extLst>
              <a:ext uri="{FF2B5EF4-FFF2-40B4-BE49-F238E27FC236}">
                <a16:creationId xmlns:a16="http://schemas.microsoft.com/office/drawing/2014/main" id="{BD3C9CAC-C392-8ACF-57C8-3BFE6F1830F2}"/>
              </a:ext>
            </a:extLst>
          </p:cNvPr>
          <p:cNvSpPr/>
          <p:nvPr/>
        </p:nvSpPr>
        <p:spPr>
          <a:xfrm>
            <a:off x="1201051" y="3716273"/>
            <a:ext cx="4206240" cy="749808"/>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88" name="Text 0">
            <a:extLst>
              <a:ext uri="{FF2B5EF4-FFF2-40B4-BE49-F238E27FC236}">
                <a16:creationId xmlns:a16="http://schemas.microsoft.com/office/drawing/2014/main" id="{6F357CA9-5C76-0DE7-55A0-6EE8D26F9831}"/>
              </a:ext>
            </a:extLst>
          </p:cNvPr>
          <p:cNvSpPr/>
          <p:nvPr/>
        </p:nvSpPr>
        <p:spPr>
          <a:xfrm>
            <a:off x="8651216" y="220342"/>
            <a:ext cx="8229600" cy="502920"/>
          </a:xfrm>
          <a:prstGeom prst="rect">
            <a:avLst/>
          </a:prstGeom>
          <a:noFill/>
          <a:ln/>
        </p:spPr>
        <p:txBody>
          <a:bodyPr wrap="square" lIns="0" tIns="0" rIns="0" bIns="0" rtlCol="0" anchor="ctr"/>
          <a:lstStyle/>
          <a:p>
            <a:pPr marL="0" indent="0" algn="l">
              <a:buNone/>
            </a:pPr>
            <a:r>
              <a:rPr lang="en-US" sz="2600" b="1" noProof="0" dirty="0">
                <a:solidFill>
                  <a:srgbClr val="1B2A3B"/>
                </a:solidFill>
              </a:rPr>
              <a:t>Today’s Program</a:t>
            </a:r>
            <a:endParaRPr lang="en-US" sz="2600" noProof="0" dirty="0"/>
          </a:p>
        </p:txBody>
      </p:sp>
      <p:sp>
        <p:nvSpPr>
          <p:cNvPr id="89" name="Text 1">
            <a:extLst>
              <a:ext uri="{FF2B5EF4-FFF2-40B4-BE49-F238E27FC236}">
                <a16:creationId xmlns:a16="http://schemas.microsoft.com/office/drawing/2014/main" id="{0F69013D-02AB-D0B4-9926-64D7F8254AF6}"/>
              </a:ext>
            </a:extLst>
          </p:cNvPr>
          <p:cNvSpPr/>
          <p:nvPr/>
        </p:nvSpPr>
        <p:spPr>
          <a:xfrm>
            <a:off x="8715011" y="784404"/>
            <a:ext cx="8229600" cy="256032"/>
          </a:xfrm>
          <a:prstGeom prst="rect">
            <a:avLst/>
          </a:prstGeom>
          <a:noFill/>
          <a:ln/>
        </p:spPr>
        <p:txBody>
          <a:bodyPr wrap="square" lIns="0" tIns="0" rIns="0" bIns="0" rtlCol="0" anchor="ctr"/>
          <a:lstStyle/>
          <a:p>
            <a:pPr marL="0" indent="0" algn="l">
              <a:buNone/>
            </a:pPr>
            <a:r>
              <a:rPr lang="en-US" sz="1200" i="1" noProof="0" dirty="0">
                <a:solidFill>
                  <a:srgbClr val="64748B"/>
                </a:solidFill>
              </a:rPr>
              <a:t>8 steps to understand the project</a:t>
            </a:r>
            <a:endParaRPr lang="en-US" sz="1200" noProof="0" dirty="0"/>
          </a:p>
        </p:txBody>
      </p:sp>
      <p:sp>
        <p:nvSpPr>
          <p:cNvPr id="90" name="Shape 2">
            <a:extLst>
              <a:ext uri="{FF2B5EF4-FFF2-40B4-BE49-F238E27FC236}">
                <a16:creationId xmlns:a16="http://schemas.microsoft.com/office/drawing/2014/main" id="{527249DD-4D0E-754C-B6AF-16A888144ED1}"/>
              </a:ext>
            </a:extLst>
          </p:cNvPr>
          <p:cNvSpPr/>
          <p:nvPr/>
        </p:nvSpPr>
        <p:spPr>
          <a:xfrm>
            <a:off x="3660007" y="1286892"/>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91" name="Shape 3">
            <a:extLst>
              <a:ext uri="{FF2B5EF4-FFF2-40B4-BE49-F238E27FC236}">
                <a16:creationId xmlns:a16="http://schemas.microsoft.com/office/drawing/2014/main" id="{267B063A-843A-7F69-77EC-8B5E4A596410}"/>
              </a:ext>
            </a:extLst>
          </p:cNvPr>
          <p:cNvSpPr/>
          <p:nvPr/>
        </p:nvSpPr>
        <p:spPr>
          <a:xfrm>
            <a:off x="1201051" y="1924049"/>
            <a:ext cx="4206240" cy="749808"/>
          </a:xfrm>
          <a:prstGeom prst="rect">
            <a:avLst/>
          </a:prstGeom>
          <a:solidFill>
            <a:srgbClr val="EEEFF1"/>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93" name="Text 5">
            <a:extLst>
              <a:ext uri="{FF2B5EF4-FFF2-40B4-BE49-F238E27FC236}">
                <a16:creationId xmlns:a16="http://schemas.microsoft.com/office/drawing/2014/main" id="{07BF881A-25AC-1471-3426-E685E1657A41}"/>
              </a:ext>
            </a:extLst>
          </p:cNvPr>
          <p:cNvSpPr/>
          <p:nvPr/>
        </p:nvSpPr>
        <p:spPr>
          <a:xfrm>
            <a:off x="1201051" y="1924049"/>
            <a:ext cx="388440" cy="749808"/>
          </a:xfrm>
          <a:prstGeom prst="rect">
            <a:avLst/>
          </a:prstGeom>
          <a:solidFill>
            <a:srgbClr val="EEEFF1"/>
          </a:solidFill>
          <a:ln>
            <a:solidFill>
              <a:schemeClr val="bg1">
                <a:lumMod val="75000"/>
              </a:schemeClr>
            </a:solidFill>
          </a:ln>
        </p:spPr>
        <p:txBody>
          <a:bodyPr wrap="square" lIns="0" tIns="0" rIns="0" bIns="0" rtlCol="0" anchor="ctr"/>
          <a:lstStyle/>
          <a:p>
            <a:pPr marL="0" indent="0" algn="ctr">
              <a:buNone/>
            </a:pPr>
            <a:r>
              <a:rPr lang="en-US" sz="1300" b="1" noProof="0" dirty="0">
                <a:solidFill>
                  <a:srgbClr val="FFFFFF"/>
                </a:solidFill>
              </a:rPr>
              <a:t>01</a:t>
            </a:r>
            <a:endParaRPr lang="en-US" sz="1300" noProof="0" dirty="0"/>
          </a:p>
        </p:txBody>
      </p:sp>
      <p:sp>
        <p:nvSpPr>
          <p:cNvPr id="97" name="Shape 9">
            <a:extLst>
              <a:ext uri="{FF2B5EF4-FFF2-40B4-BE49-F238E27FC236}">
                <a16:creationId xmlns:a16="http://schemas.microsoft.com/office/drawing/2014/main" id="{8EECA9E5-9879-50C2-8EB9-FDA0D12FAB66}"/>
              </a:ext>
            </a:extLst>
          </p:cNvPr>
          <p:cNvSpPr/>
          <p:nvPr/>
        </p:nvSpPr>
        <p:spPr>
          <a:xfrm>
            <a:off x="1201051" y="2820161"/>
            <a:ext cx="384048" cy="749808"/>
          </a:xfrm>
          <a:prstGeom prst="rect">
            <a:avLst/>
          </a:prstGeom>
          <a:solidFill>
            <a:srgbClr val="EEEFF1"/>
          </a:solidFill>
          <a:ln w="12700">
            <a:solidFill>
              <a:schemeClr val="bg1">
                <a:lumMod val="75000"/>
              </a:schemeClr>
            </a:solidFill>
            <a:prstDash val="solid"/>
          </a:ln>
        </p:spPr>
        <p:txBody>
          <a:bodyPr/>
          <a:lstStyle/>
          <a:p>
            <a:endParaRPr lang="en-US" noProof="0" dirty="0"/>
          </a:p>
        </p:txBody>
      </p:sp>
      <p:sp>
        <p:nvSpPr>
          <p:cNvPr id="98" name="Text 10">
            <a:extLst>
              <a:ext uri="{FF2B5EF4-FFF2-40B4-BE49-F238E27FC236}">
                <a16:creationId xmlns:a16="http://schemas.microsoft.com/office/drawing/2014/main" id="{098621C5-D857-445E-4FA1-341E34FDA4D1}"/>
              </a:ext>
            </a:extLst>
          </p:cNvPr>
          <p:cNvSpPr/>
          <p:nvPr/>
        </p:nvSpPr>
        <p:spPr>
          <a:xfrm>
            <a:off x="1201051" y="2820161"/>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02</a:t>
            </a:r>
            <a:endParaRPr lang="en-US" sz="1300" noProof="0" dirty="0"/>
          </a:p>
        </p:txBody>
      </p:sp>
      <p:sp>
        <p:nvSpPr>
          <p:cNvPr id="99" name="Text 11">
            <a:extLst>
              <a:ext uri="{FF2B5EF4-FFF2-40B4-BE49-F238E27FC236}">
                <a16:creationId xmlns:a16="http://schemas.microsoft.com/office/drawing/2014/main" id="{2695B5AC-B497-C888-D4FC-3F1D89732E7F}"/>
              </a:ext>
            </a:extLst>
          </p:cNvPr>
          <p:cNvSpPr/>
          <p:nvPr/>
        </p:nvSpPr>
        <p:spPr>
          <a:xfrm>
            <a:off x="1676539" y="3813095"/>
            <a:ext cx="3611880" cy="310896"/>
          </a:xfrm>
          <a:prstGeom prst="rect">
            <a:avLst/>
          </a:prstGeom>
          <a:noFill/>
          <a:ln/>
        </p:spPr>
        <p:txBody>
          <a:bodyPr wrap="square" lIns="0" tIns="0" rIns="0" bIns="0" rtlCol="0" anchor="ctr"/>
          <a:lstStyle/>
          <a:p>
            <a:pPr marL="0" indent="0" algn="l">
              <a:buNone/>
            </a:pPr>
            <a:r>
              <a:rPr lang="en-US" sz="1200" b="1" noProof="0" dirty="0">
                <a:solidFill>
                  <a:srgbClr val="1B2A3B"/>
                </a:solidFill>
              </a:rPr>
              <a:t>How ST ChatGPT answers : RAG workflow, data sources &amp; demo</a:t>
            </a:r>
            <a:endParaRPr lang="en-US" sz="1200" noProof="0" dirty="0"/>
          </a:p>
        </p:txBody>
      </p:sp>
      <p:sp>
        <p:nvSpPr>
          <p:cNvPr id="100" name="Text 12">
            <a:extLst>
              <a:ext uri="{FF2B5EF4-FFF2-40B4-BE49-F238E27FC236}">
                <a16:creationId xmlns:a16="http://schemas.microsoft.com/office/drawing/2014/main" id="{E153BBBC-128B-E1CA-3825-0FA82C87DE0F}"/>
              </a:ext>
            </a:extLst>
          </p:cNvPr>
          <p:cNvSpPr/>
          <p:nvPr/>
        </p:nvSpPr>
        <p:spPr>
          <a:xfrm>
            <a:off x="1676539" y="4163855"/>
            <a:ext cx="3611880" cy="256032"/>
          </a:xfrm>
          <a:prstGeom prst="rect">
            <a:avLst/>
          </a:prstGeom>
          <a:noFill/>
          <a:ln/>
        </p:spPr>
        <p:txBody>
          <a:bodyPr wrap="square" lIns="0" tIns="0" rIns="0" bIns="0" rtlCol="0" anchor="ctr"/>
          <a:lstStyle/>
          <a:p>
            <a:pPr marL="0" indent="0" algn="l">
              <a:buNone/>
            </a:pPr>
            <a:r>
              <a:rPr lang="en-US" sz="900" noProof="0" dirty="0">
                <a:solidFill>
                  <a:srgbClr val="64748B"/>
                </a:solidFill>
              </a:rPr>
              <a:t>Persona, Knowledge Base, Data Sources</a:t>
            </a:r>
            <a:endParaRPr lang="en-US" sz="900" noProof="0" dirty="0"/>
          </a:p>
        </p:txBody>
      </p:sp>
      <p:sp>
        <p:nvSpPr>
          <p:cNvPr id="102" name="Shape 14">
            <a:extLst>
              <a:ext uri="{FF2B5EF4-FFF2-40B4-BE49-F238E27FC236}">
                <a16:creationId xmlns:a16="http://schemas.microsoft.com/office/drawing/2014/main" id="{ACAF5776-C31A-86ED-9147-6873B93C06AD}"/>
              </a:ext>
            </a:extLst>
          </p:cNvPr>
          <p:cNvSpPr/>
          <p:nvPr/>
        </p:nvSpPr>
        <p:spPr>
          <a:xfrm>
            <a:off x="1201051" y="3716273"/>
            <a:ext cx="384048" cy="749808"/>
          </a:xfrm>
          <a:prstGeom prst="rect">
            <a:avLst/>
          </a:prstGeom>
          <a:solidFill>
            <a:srgbClr val="3CB4E6"/>
          </a:solidFill>
          <a:ln w="12700">
            <a:solidFill>
              <a:srgbClr val="3CB4E6"/>
            </a:solidFill>
            <a:prstDash val="solid"/>
          </a:ln>
        </p:spPr>
        <p:txBody>
          <a:bodyPr/>
          <a:lstStyle/>
          <a:p>
            <a:endParaRPr lang="en-US" noProof="0" dirty="0"/>
          </a:p>
        </p:txBody>
      </p:sp>
      <p:sp>
        <p:nvSpPr>
          <p:cNvPr id="103" name="Text 15">
            <a:extLst>
              <a:ext uri="{FF2B5EF4-FFF2-40B4-BE49-F238E27FC236}">
                <a16:creationId xmlns:a16="http://schemas.microsoft.com/office/drawing/2014/main" id="{DC8AFD6D-C7C1-1271-9B1E-CBC5A1552CDF}"/>
              </a:ext>
            </a:extLst>
          </p:cNvPr>
          <p:cNvSpPr/>
          <p:nvPr/>
        </p:nvSpPr>
        <p:spPr>
          <a:xfrm>
            <a:off x="1201051" y="3716273"/>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03</a:t>
            </a:r>
            <a:endParaRPr lang="en-US" sz="1300" noProof="0" dirty="0"/>
          </a:p>
        </p:txBody>
      </p:sp>
      <p:sp>
        <p:nvSpPr>
          <p:cNvPr id="104" name="Text 16">
            <a:extLst>
              <a:ext uri="{FF2B5EF4-FFF2-40B4-BE49-F238E27FC236}">
                <a16:creationId xmlns:a16="http://schemas.microsoft.com/office/drawing/2014/main" id="{69534930-536D-6447-00F7-B1AA3FD92FD2}"/>
              </a:ext>
            </a:extLst>
          </p:cNvPr>
          <p:cNvSpPr/>
          <p:nvPr/>
        </p:nvSpPr>
        <p:spPr>
          <a:xfrm>
            <a:off x="1692451" y="2950093"/>
            <a:ext cx="370332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ST ChatGPT : platform overview &amp; access request</a:t>
            </a:r>
            <a:endParaRPr lang="en-US" sz="1200" noProof="0" dirty="0">
              <a:solidFill>
                <a:schemeClr val="tx2">
                  <a:lumMod val="40000"/>
                  <a:lumOff val="60000"/>
                </a:schemeClr>
              </a:solidFill>
            </a:endParaRPr>
          </a:p>
        </p:txBody>
      </p:sp>
      <p:sp>
        <p:nvSpPr>
          <p:cNvPr id="105" name="Text 17">
            <a:extLst>
              <a:ext uri="{FF2B5EF4-FFF2-40B4-BE49-F238E27FC236}">
                <a16:creationId xmlns:a16="http://schemas.microsoft.com/office/drawing/2014/main" id="{4B97200C-4EDC-333B-FE2E-386328C5D15B}"/>
              </a:ext>
            </a:extLst>
          </p:cNvPr>
          <p:cNvSpPr/>
          <p:nvPr/>
        </p:nvSpPr>
        <p:spPr>
          <a:xfrm>
            <a:off x="1676539" y="3287463"/>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What our project is building</a:t>
            </a:r>
          </a:p>
        </p:txBody>
      </p:sp>
      <p:sp>
        <p:nvSpPr>
          <p:cNvPr id="106" name="Shape 18">
            <a:extLst>
              <a:ext uri="{FF2B5EF4-FFF2-40B4-BE49-F238E27FC236}">
                <a16:creationId xmlns:a16="http://schemas.microsoft.com/office/drawing/2014/main" id="{86C0AFC4-815C-4DCF-2E7F-749661ED969D}"/>
              </a:ext>
            </a:extLst>
          </p:cNvPr>
          <p:cNvSpPr/>
          <p:nvPr/>
        </p:nvSpPr>
        <p:spPr>
          <a:xfrm>
            <a:off x="1201051" y="4612385"/>
            <a:ext cx="4206240" cy="749808"/>
          </a:xfrm>
          <a:prstGeom prst="rect">
            <a:avLst/>
          </a:prstGeom>
          <a:solidFill>
            <a:schemeClr val="bg2"/>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07" name="Shape 19">
            <a:extLst>
              <a:ext uri="{FF2B5EF4-FFF2-40B4-BE49-F238E27FC236}">
                <a16:creationId xmlns:a16="http://schemas.microsoft.com/office/drawing/2014/main" id="{01D54E95-57CE-3371-1D81-609507013D04}"/>
              </a:ext>
            </a:extLst>
          </p:cNvPr>
          <p:cNvSpPr/>
          <p:nvPr/>
        </p:nvSpPr>
        <p:spPr>
          <a:xfrm>
            <a:off x="1201051" y="4612385"/>
            <a:ext cx="384048" cy="749808"/>
          </a:xfrm>
          <a:prstGeom prst="rect">
            <a:avLst/>
          </a:prstGeom>
          <a:solidFill>
            <a:schemeClr val="bg2"/>
          </a:solidFill>
          <a:ln w="12700">
            <a:solidFill>
              <a:schemeClr val="bg1">
                <a:lumMod val="75000"/>
              </a:schemeClr>
            </a:solidFill>
            <a:prstDash val="solid"/>
          </a:ln>
        </p:spPr>
        <p:txBody>
          <a:bodyPr/>
          <a:lstStyle/>
          <a:p>
            <a:endParaRPr lang="en-US" noProof="0" dirty="0"/>
          </a:p>
        </p:txBody>
      </p:sp>
      <p:sp>
        <p:nvSpPr>
          <p:cNvPr id="108" name="Text 20">
            <a:extLst>
              <a:ext uri="{FF2B5EF4-FFF2-40B4-BE49-F238E27FC236}">
                <a16:creationId xmlns:a16="http://schemas.microsoft.com/office/drawing/2014/main" id="{74EB794E-9EB9-FC72-0EFC-B3534F748703}"/>
              </a:ext>
            </a:extLst>
          </p:cNvPr>
          <p:cNvSpPr/>
          <p:nvPr/>
        </p:nvSpPr>
        <p:spPr>
          <a:xfrm>
            <a:off x="1201051" y="4612385"/>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04</a:t>
            </a:r>
            <a:endParaRPr lang="en-US" sz="1300" noProof="0" dirty="0"/>
          </a:p>
        </p:txBody>
      </p:sp>
      <p:sp>
        <p:nvSpPr>
          <p:cNvPr id="109" name="Text 21">
            <a:extLst>
              <a:ext uri="{FF2B5EF4-FFF2-40B4-BE49-F238E27FC236}">
                <a16:creationId xmlns:a16="http://schemas.microsoft.com/office/drawing/2014/main" id="{AAF8DE08-C684-0F58-F2FC-39F1D78F223A}"/>
              </a:ext>
            </a:extLst>
          </p:cNvPr>
          <p:cNvSpPr/>
          <p:nvPr/>
        </p:nvSpPr>
        <p:spPr>
          <a:xfrm>
            <a:off x="1676539" y="4685537"/>
            <a:ext cx="361188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The Data preprocessing pipeline</a:t>
            </a:r>
            <a:endParaRPr lang="en-US" sz="1200" noProof="0" dirty="0">
              <a:solidFill>
                <a:schemeClr val="tx2">
                  <a:lumMod val="40000"/>
                  <a:lumOff val="60000"/>
                </a:schemeClr>
              </a:solidFill>
            </a:endParaRPr>
          </a:p>
        </p:txBody>
      </p:sp>
      <p:sp>
        <p:nvSpPr>
          <p:cNvPr id="110" name="Text 22">
            <a:extLst>
              <a:ext uri="{FF2B5EF4-FFF2-40B4-BE49-F238E27FC236}">
                <a16:creationId xmlns:a16="http://schemas.microsoft.com/office/drawing/2014/main" id="{35DC7E36-DA07-DFAE-D688-F8BCF0BCB07F}"/>
              </a:ext>
            </a:extLst>
          </p:cNvPr>
          <p:cNvSpPr/>
          <p:nvPr/>
        </p:nvSpPr>
        <p:spPr>
          <a:xfrm>
            <a:off x="1676539" y="5014721"/>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Ingest → Clean → Enrich → Deliver</a:t>
            </a:r>
          </a:p>
        </p:txBody>
      </p:sp>
      <p:sp>
        <p:nvSpPr>
          <p:cNvPr id="111" name="Shape 23">
            <a:extLst>
              <a:ext uri="{FF2B5EF4-FFF2-40B4-BE49-F238E27FC236}">
                <a16:creationId xmlns:a16="http://schemas.microsoft.com/office/drawing/2014/main" id="{F5B823E4-ECAD-CBF1-0B6C-365E1334A9C4}"/>
              </a:ext>
            </a:extLst>
          </p:cNvPr>
          <p:cNvSpPr/>
          <p:nvPr/>
        </p:nvSpPr>
        <p:spPr>
          <a:xfrm>
            <a:off x="6840914" y="1924049"/>
            <a:ext cx="4206240" cy="749808"/>
          </a:xfrm>
          <a:prstGeom prst="rect">
            <a:avLst/>
          </a:prstGeom>
          <a:solidFill>
            <a:schemeClr val="bg2"/>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12" name="Shape 24">
            <a:extLst>
              <a:ext uri="{FF2B5EF4-FFF2-40B4-BE49-F238E27FC236}">
                <a16:creationId xmlns:a16="http://schemas.microsoft.com/office/drawing/2014/main" id="{C7A28BBF-ADC4-0580-626B-15DADDB58605}"/>
              </a:ext>
            </a:extLst>
          </p:cNvPr>
          <p:cNvSpPr/>
          <p:nvPr/>
        </p:nvSpPr>
        <p:spPr>
          <a:xfrm>
            <a:off x="6840914" y="1924049"/>
            <a:ext cx="384048" cy="749808"/>
          </a:xfrm>
          <a:prstGeom prst="rect">
            <a:avLst/>
          </a:prstGeom>
          <a:solidFill>
            <a:schemeClr val="bg2"/>
          </a:solidFill>
          <a:ln w="12700">
            <a:solidFill>
              <a:schemeClr val="bg1">
                <a:lumMod val="75000"/>
              </a:schemeClr>
            </a:solidFill>
            <a:prstDash val="solid"/>
          </a:ln>
        </p:spPr>
        <p:txBody>
          <a:bodyPr/>
          <a:lstStyle/>
          <a:p>
            <a:endParaRPr lang="en-US" noProof="0" dirty="0"/>
          </a:p>
        </p:txBody>
      </p:sp>
      <p:sp>
        <p:nvSpPr>
          <p:cNvPr id="113" name="Text 25">
            <a:extLst>
              <a:ext uri="{FF2B5EF4-FFF2-40B4-BE49-F238E27FC236}">
                <a16:creationId xmlns:a16="http://schemas.microsoft.com/office/drawing/2014/main" id="{40D7BF92-45D3-B32F-B121-38AE094EF8EE}"/>
              </a:ext>
            </a:extLst>
          </p:cNvPr>
          <p:cNvSpPr/>
          <p:nvPr/>
        </p:nvSpPr>
        <p:spPr>
          <a:xfrm>
            <a:off x="6840914" y="1924049"/>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05</a:t>
            </a:r>
            <a:endParaRPr lang="en-US" sz="1300" noProof="0" dirty="0"/>
          </a:p>
        </p:txBody>
      </p:sp>
      <p:sp>
        <p:nvSpPr>
          <p:cNvPr id="114" name="Text 26">
            <a:extLst>
              <a:ext uri="{FF2B5EF4-FFF2-40B4-BE49-F238E27FC236}">
                <a16:creationId xmlns:a16="http://schemas.microsoft.com/office/drawing/2014/main" id="{5D7643F9-2882-EC5F-AB30-F6C5E04A1E66}"/>
              </a:ext>
            </a:extLst>
          </p:cNvPr>
          <p:cNvSpPr/>
          <p:nvPr/>
        </p:nvSpPr>
        <p:spPr>
          <a:xfrm>
            <a:off x="7316402" y="1997201"/>
            <a:ext cx="361188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Tests , Results &amp; evaluation</a:t>
            </a:r>
            <a:endParaRPr lang="en-US" sz="1200" noProof="0" dirty="0">
              <a:solidFill>
                <a:schemeClr val="tx2">
                  <a:lumMod val="40000"/>
                  <a:lumOff val="60000"/>
                </a:schemeClr>
              </a:solidFill>
            </a:endParaRPr>
          </a:p>
        </p:txBody>
      </p:sp>
      <p:sp>
        <p:nvSpPr>
          <p:cNvPr id="115" name="Text 27">
            <a:extLst>
              <a:ext uri="{FF2B5EF4-FFF2-40B4-BE49-F238E27FC236}">
                <a16:creationId xmlns:a16="http://schemas.microsoft.com/office/drawing/2014/main" id="{96B872B9-1C5B-CEDF-0913-82BFE9DF6A83}"/>
              </a:ext>
            </a:extLst>
          </p:cNvPr>
          <p:cNvSpPr/>
          <p:nvPr/>
        </p:nvSpPr>
        <p:spPr>
          <a:xfrm>
            <a:off x="7316402" y="2326385"/>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benchmark , concrete numbers</a:t>
            </a:r>
          </a:p>
        </p:txBody>
      </p:sp>
      <p:sp>
        <p:nvSpPr>
          <p:cNvPr id="116" name="Shape 28">
            <a:extLst>
              <a:ext uri="{FF2B5EF4-FFF2-40B4-BE49-F238E27FC236}">
                <a16:creationId xmlns:a16="http://schemas.microsoft.com/office/drawing/2014/main" id="{777B2FF9-F819-C98A-4B60-11D99A159E94}"/>
              </a:ext>
            </a:extLst>
          </p:cNvPr>
          <p:cNvSpPr/>
          <p:nvPr/>
        </p:nvSpPr>
        <p:spPr>
          <a:xfrm>
            <a:off x="6840914" y="2820161"/>
            <a:ext cx="4206240" cy="749808"/>
          </a:xfrm>
          <a:prstGeom prst="rect">
            <a:avLst/>
          </a:prstGeom>
          <a:solidFill>
            <a:schemeClr val="bg2"/>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17" name="Shape 29">
            <a:extLst>
              <a:ext uri="{FF2B5EF4-FFF2-40B4-BE49-F238E27FC236}">
                <a16:creationId xmlns:a16="http://schemas.microsoft.com/office/drawing/2014/main" id="{CA2C0C2A-AA81-CAA4-5651-87905725F6D2}"/>
              </a:ext>
            </a:extLst>
          </p:cNvPr>
          <p:cNvSpPr/>
          <p:nvPr/>
        </p:nvSpPr>
        <p:spPr>
          <a:xfrm>
            <a:off x="6840914" y="2820161"/>
            <a:ext cx="384048" cy="749808"/>
          </a:xfrm>
          <a:prstGeom prst="rect">
            <a:avLst/>
          </a:prstGeom>
          <a:solidFill>
            <a:schemeClr val="bg2"/>
          </a:solidFill>
          <a:ln w="12700">
            <a:solidFill>
              <a:schemeClr val="bg1">
                <a:lumMod val="75000"/>
              </a:schemeClr>
            </a:solidFill>
            <a:prstDash val="solid"/>
          </a:ln>
        </p:spPr>
        <p:txBody>
          <a:bodyPr/>
          <a:lstStyle/>
          <a:p>
            <a:endParaRPr lang="en-US" noProof="0" dirty="0"/>
          </a:p>
        </p:txBody>
      </p:sp>
      <p:sp>
        <p:nvSpPr>
          <p:cNvPr id="118" name="Text 30">
            <a:extLst>
              <a:ext uri="{FF2B5EF4-FFF2-40B4-BE49-F238E27FC236}">
                <a16:creationId xmlns:a16="http://schemas.microsoft.com/office/drawing/2014/main" id="{EDE2E159-A666-E08C-33BA-AAD9BC8FFBE9}"/>
              </a:ext>
            </a:extLst>
          </p:cNvPr>
          <p:cNvSpPr/>
          <p:nvPr/>
        </p:nvSpPr>
        <p:spPr>
          <a:xfrm>
            <a:off x="6840914" y="2820161"/>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06</a:t>
            </a:r>
            <a:endParaRPr lang="en-US" sz="1300" noProof="0" dirty="0"/>
          </a:p>
        </p:txBody>
      </p:sp>
      <p:sp>
        <p:nvSpPr>
          <p:cNvPr id="119" name="Text 31">
            <a:extLst>
              <a:ext uri="{FF2B5EF4-FFF2-40B4-BE49-F238E27FC236}">
                <a16:creationId xmlns:a16="http://schemas.microsoft.com/office/drawing/2014/main" id="{45D7CFCA-E5A9-A3B9-FDD9-448CE50971D8}"/>
              </a:ext>
            </a:extLst>
          </p:cNvPr>
          <p:cNvSpPr/>
          <p:nvPr/>
        </p:nvSpPr>
        <p:spPr>
          <a:xfrm>
            <a:off x="7316402" y="2893313"/>
            <a:ext cx="361188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Challenges encountered</a:t>
            </a:r>
            <a:endParaRPr lang="en-US" sz="1200" noProof="0" dirty="0">
              <a:solidFill>
                <a:schemeClr val="tx2">
                  <a:lumMod val="40000"/>
                  <a:lumOff val="60000"/>
                </a:schemeClr>
              </a:solidFill>
            </a:endParaRPr>
          </a:p>
        </p:txBody>
      </p:sp>
      <p:sp>
        <p:nvSpPr>
          <p:cNvPr id="120" name="Text 32">
            <a:extLst>
              <a:ext uri="{FF2B5EF4-FFF2-40B4-BE49-F238E27FC236}">
                <a16:creationId xmlns:a16="http://schemas.microsoft.com/office/drawing/2014/main" id="{F62FC09C-CBC2-4343-F9A6-780E26A49EC3}"/>
              </a:ext>
            </a:extLst>
          </p:cNvPr>
          <p:cNvSpPr/>
          <p:nvPr/>
        </p:nvSpPr>
        <p:spPr>
          <a:xfrm>
            <a:off x="7316402" y="3222497"/>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Concrete technical challenges</a:t>
            </a:r>
          </a:p>
        </p:txBody>
      </p:sp>
      <p:sp>
        <p:nvSpPr>
          <p:cNvPr id="121" name="Shape 33">
            <a:extLst>
              <a:ext uri="{FF2B5EF4-FFF2-40B4-BE49-F238E27FC236}">
                <a16:creationId xmlns:a16="http://schemas.microsoft.com/office/drawing/2014/main" id="{2B3255E0-C766-F7AA-1C63-9EE276C961A1}"/>
              </a:ext>
            </a:extLst>
          </p:cNvPr>
          <p:cNvSpPr/>
          <p:nvPr/>
        </p:nvSpPr>
        <p:spPr>
          <a:xfrm>
            <a:off x="6840914" y="3716273"/>
            <a:ext cx="4206240" cy="749808"/>
          </a:xfrm>
          <a:prstGeom prst="rect">
            <a:avLst/>
          </a:prstGeom>
          <a:solidFill>
            <a:schemeClr val="bg2"/>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22" name="Shape 34">
            <a:extLst>
              <a:ext uri="{FF2B5EF4-FFF2-40B4-BE49-F238E27FC236}">
                <a16:creationId xmlns:a16="http://schemas.microsoft.com/office/drawing/2014/main" id="{B6D33605-26BB-74DC-7E54-0656CE3500B7}"/>
              </a:ext>
            </a:extLst>
          </p:cNvPr>
          <p:cNvSpPr/>
          <p:nvPr/>
        </p:nvSpPr>
        <p:spPr>
          <a:xfrm>
            <a:off x="6840914" y="3716273"/>
            <a:ext cx="384048" cy="749808"/>
          </a:xfrm>
          <a:prstGeom prst="rect">
            <a:avLst/>
          </a:prstGeom>
          <a:solidFill>
            <a:schemeClr val="bg2"/>
          </a:solidFill>
          <a:ln w="12700">
            <a:solidFill>
              <a:schemeClr val="bg1">
                <a:lumMod val="75000"/>
              </a:schemeClr>
            </a:solidFill>
            <a:prstDash val="solid"/>
          </a:ln>
        </p:spPr>
        <p:txBody>
          <a:bodyPr/>
          <a:lstStyle/>
          <a:p>
            <a:endParaRPr lang="en-US" noProof="0" dirty="0"/>
          </a:p>
        </p:txBody>
      </p:sp>
      <p:sp>
        <p:nvSpPr>
          <p:cNvPr id="123" name="Text 35">
            <a:extLst>
              <a:ext uri="{FF2B5EF4-FFF2-40B4-BE49-F238E27FC236}">
                <a16:creationId xmlns:a16="http://schemas.microsoft.com/office/drawing/2014/main" id="{D6D3FEC5-74CB-F3B3-FBCD-4D12F4640265}"/>
              </a:ext>
            </a:extLst>
          </p:cNvPr>
          <p:cNvSpPr/>
          <p:nvPr/>
        </p:nvSpPr>
        <p:spPr>
          <a:xfrm>
            <a:off x="6840914" y="3716273"/>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07</a:t>
            </a:r>
            <a:endParaRPr lang="en-US" sz="1300" noProof="0" dirty="0"/>
          </a:p>
        </p:txBody>
      </p:sp>
      <p:sp>
        <p:nvSpPr>
          <p:cNvPr id="124" name="Text 36">
            <a:extLst>
              <a:ext uri="{FF2B5EF4-FFF2-40B4-BE49-F238E27FC236}">
                <a16:creationId xmlns:a16="http://schemas.microsoft.com/office/drawing/2014/main" id="{FCC9CA1E-97F4-8C5A-5FA7-4C66BEFF87C0}"/>
              </a:ext>
            </a:extLst>
          </p:cNvPr>
          <p:cNvSpPr/>
          <p:nvPr/>
        </p:nvSpPr>
        <p:spPr>
          <a:xfrm>
            <a:off x="7316402" y="3789425"/>
            <a:ext cx="361188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Next Steps &amp; Perspectives</a:t>
            </a:r>
            <a:endParaRPr lang="en-US" sz="1200" noProof="0" dirty="0">
              <a:solidFill>
                <a:schemeClr val="tx2">
                  <a:lumMod val="40000"/>
                  <a:lumOff val="60000"/>
                </a:schemeClr>
              </a:solidFill>
            </a:endParaRPr>
          </a:p>
        </p:txBody>
      </p:sp>
      <p:sp>
        <p:nvSpPr>
          <p:cNvPr id="125" name="Text 37">
            <a:extLst>
              <a:ext uri="{FF2B5EF4-FFF2-40B4-BE49-F238E27FC236}">
                <a16:creationId xmlns:a16="http://schemas.microsoft.com/office/drawing/2014/main" id="{C605A00A-733B-FD18-32A4-344B945ADDBD}"/>
              </a:ext>
            </a:extLst>
          </p:cNvPr>
          <p:cNvSpPr/>
          <p:nvPr/>
        </p:nvSpPr>
        <p:spPr>
          <a:xfrm>
            <a:off x="7316402" y="4118609"/>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What remains and how to get there</a:t>
            </a:r>
          </a:p>
        </p:txBody>
      </p:sp>
      <p:sp>
        <p:nvSpPr>
          <p:cNvPr id="126" name="Shape 38">
            <a:extLst>
              <a:ext uri="{FF2B5EF4-FFF2-40B4-BE49-F238E27FC236}">
                <a16:creationId xmlns:a16="http://schemas.microsoft.com/office/drawing/2014/main" id="{97AADADE-9D3C-DA1D-DB17-BE69FDC8EB90}"/>
              </a:ext>
            </a:extLst>
          </p:cNvPr>
          <p:cNvSpPr/>
          <p:nvPr/>
        </p:nvSpPr>
        <p:spPr>
          <a:xfrm>
            <a:off x="6840914" y="4612385"/>
            <a:ext cx="4206240" cy="749808"/>
          </a:xfrm>
          <a:prstGeom prst="rect">
            <a:avLst/>
          </a:prstGeom>
          <a:solidFill>
            <a:schemeClr val="bg2"/>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27" name="Shape 39">
            <a:extLst>
              <a:ext uri="{FF2B5EF4-FFF2-40B4-BE49-F238E27FC236}">
                <a16:creationId xmlns:a16="http://schemas.microsoft.com/office/drawing/2014/main" id="{1EC5769C-56CC-DC13-AC49-D0D00AF0F301}"/>
              </a:ext>
            </a:extLst>
          </p:cNvPr>
          <p:cNvSpPr/>
          <p:nvPr/>
        </p:nvSpPr>
        <p:spPr>
          <a:xfrm>
            <a:off x="6840914" y="4612385"/>
            <a:ext cx="384048" cy="749808"/>
          </a:xfrm>
          <a:prstGeom prst="rect">
            <a:avLst/>
          </a:prstGeom>
          <a:solidFill>
            <a:schemeClr val="bg2"/>
          </a:solidFill>
          <a:ln w="12700">
            <a:solidFill>
              <a:srgbClr val="425A78"/>
            </a:solidFill>
            <a:prstDash val="solid"/>
          </a:ln>
        </p:spPr>
        <p:txBody>
          <a:bodyPr/>
          <a:lstStyle/>
          <a:p>
            <a:endParaRPr lang="en-US" noProof="0" dirty="0"/>
          </a:p>
        </p:txBody>
      </p:sp>
      <p:sp>
        <p:nvSpPr>
          <p:cNvPr id="128" name="Text 40">
            <a:extLst>
              <a:ext uri="{FF2B5EF4-FFF2-40B4-BE49-F238E27FC236}">
                <a16:creationId xmlns:a16="http://schemas.microsoft.com/office/drawing/2014/main" id="{483D2DC7-E746-12FF-F59D-A560F819F98C}"/>
              </a:ext>
            </a:extLst>
          </p:cNvPr>
          <p:cNvSpPr/>
          <p:nvPr/>
        </p:nvSpPr>
        <p:spPr>
          <a:xfrm>
            <a:off x="6840914" y="4612385"/>
            <a:ext cx="384048" cy="749808"/>
          </a:xfrm>
          <a:prstGeom prst="rect">
            <a:avLst/>
          </a:prstGeom>
          <a:noFill/>
          <a:ln>
            <a:solidFill>
              <a:schemeClr val="bg1">
                <a:lumMod val="75000"/>
              </a:schemeClr>
            </a:solidFill>
          </a:ln>
        </p:spPr>
        <p:txBody>
          <a:bodyPr wrap="square" lIns="0" tIns="0" rIns="0" bIns="0" rtlCol="0" anchor="ctr"/>
          <a:lstStyle/>
          <a:p>
            <a:pPr marL="0" indent="0" algn="ctr">
              <a:buNone/>
            </a:pPr>
            <a:r>
              <a:rPr lang="en-US" sz="1300" b="1" noProof="0" dirty="0">
                <a:solidFill>
                  <a:srgbClr val="FFFFFF"/>
                </a:solidFill>
              </a:rPr>
              <a:t>08</a:t>
            </a:r>
            <a:endParaRPr lang="en-US" sz="1300" noProof="0" dirty="0"/>
          </a:p>
        </p:txBody>
      </p:sp>
      <p:sp>
        <p:nvSpPr>
          <p:cNvPr id="129" name="Text 41">
            <a:extLst>
              <a:ext uri="{FF2B5EF4-FFF2-40B4-BE49-F238E27FC236}">
                <a16:creationId xmlns:a16="http://schemas.microsoft.com/office/drawing/2014/main" id="{DF8E655A-9119-4BAE-5C6A-1F2DA575CCD3}"/>
              </a:ext>
            </a:extLst>
          </p:cNvPr>
          <p:cNvSpPr/>
          <p:nvPr/>
        </p:nvSpPr>
        <p:spPr>
          <a:xfrm>
            <a:off x="7316402" y="4685537"/>
            <a:ext cx="361188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Q&amp;A</a:t>
            </a:r>
            <a:endParaRPr lang="en-US" sz="1200" noProof="0" dirty="0">
              <a:solidFill>
                <a:schemeClr val="tx2">
                  <a:lumMod val="40000"/>
                  <a:lumOff val="60000"/>
                </a:schemeClr>
              </a:solidFill>
            </a:endParaRPr>
          </a:p>
        </p:txBody>
      </p:sp>
      <p:sp>
        <p:nvSpPr>
          <p:cNvPr id="130" name="Text 42">
            <a:extLst>
              <a:ext uri="{FF2B5EF4-FFF2-40B4-BE49-F238E27FC236}">
                <a16:creationId xmlns:a16="http://schemas.microsoft.com/office/drawing/2014/main" id="{AFA3F0FD-37F6-D7A4-496E-A276A2FA56A5}"/>
              </a:ext>
            </a:extLst>
          </p:cNvPr>
          <p:cNvSpPr/>
          <p:nvPr/>
        </p:nvSpPr>
        <p:spPr>
          <a:xfrm>
            <a:off x="7316402" y="5014721"/>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Open discussion</a:t>
            </a:r>
          </a:p>
        </p:txBody>
      </p:sp>
      <p:sp>
        <p:nvSpPr>
          <p:cNvPr id="2" name="Slide Number Placeholder 1">
            <a:extLst>
              <a:ext uri="{FF2B5EF4-FFF2-40B4-BE49-F238E27FC236}">
                <a16:creationId xmlns:a16="http://schemas.microsoft.com/office/drawing/2014/main" id="{5D6C5D95-271B-D078-04DD-D3552B64C5BC}"/>
              </a:ext>
            </a:extLst>
          </p:cNvPr>
          <p:cNvSpPr>
            <a:spLocks noGrp="1"/>
          </p:cNvSpPr>
          <p:nvPr>
            <p:ph type="sldNum" sz="quarter" idx="11"/>
          </p:nvPr>
        </p:nvSpPr>
        <p:spPr/>
        <p:txBody>
          <a:bodyPr/>
          <a:lstStyle/>
          <a:p>
            <a:fld id="{40A7B169-58CE-4E65-B1F9-ACF9E46440C2}" type="slidenum">
              <a:rPr lang="en-US" noProof="0" smtClean="0"/>
              <a:t>12</a:t>
            </a:fld>
            <a:endParaRPr lang="en-US" noProof="0" dirty="0"/>
          </a:p>
        </p:txBody>
      </p:sp>
      <p:sp>
        <p:nvSpPr>
          <p:cNvPr id="5" name="Text 6">
            <a:extLst>
              <a:ext uri="{FF2B5EF4-FFF2-40B4-BE49-F238E27FC236}">
                <a16:creationId xmlns:a16="http://schemas.microsoft.com/office/drawing/2014/main" id="{349786D2-85CA-E410-4CD8-B4783770AE14}"/>
              </a:ext>
            </a:extLst>
          </p:cNvPr>
          <p:cNvSpPr/>
          <p:nvPr/>
        </p:nvSpPr>
        <p:spPr>
          <a:xfrm>
            <a:off x="1692451" y="1997265"/>
            <a:ext cx="361188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Project context </a:t>
            </a:r>
            <a:endParaRPr lang="en-US" sz="1200" noProof="0" dirty="0">
              <a:solidFill>
                <a:schemeClr val="tx2">
                  <a:lumMod val="40000"/>
                  <a:lumOff val="60000"/>
                </a:schemeClr>
              </a:solidFill>
            </a:endParaRPr>
          </a:p>
        </p:txBody>
      </p:sp>
      <p:sp>
        <p:nvSpPr>
          <p:cNvPr id="6" name="Text 7">
            <a:extLst>
              <a:ext uri="{FF2B5EF4-FFF2-40B4-BE49-F238E27FC236}">
                <a16:creationId xmlns:a16="http://schemas.microsoft.com/office/drawing/2014/main" id="{936612F5-B416-3D75-DF20-991D33E92B52}"/>
              </a:ext>
            </a:extLst>
          </p:cNvPr>
          <p:cNvSpPr/>
          <p:nvPr/>
        </p:nvSpPr>
        <p:spPr>
          <a:xfrm>
            <a:off x="1692451" y="2308161"/>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The daily problem it solves</a:t>
            </a:r>
          </a:p>
        </p:txBody>
      </p:sp>
    </p:spTree>
    <p:extLst>
      <p:ext uri="{BB962C8B-B14F-4D97-AF65-F5344CB8AC3E}">
        <p14:creationId xmlns:p14="http://schemas.microsoft.com/office/powerpoint/2010/main" val="6971121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CB338-5D31-4F29-CA31-B3A5993D37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8292D6-28C4-52B0-DDE8-31DCF17256A9}"/>
              </a:ext>
            </a:extLst>
          </p:cNvPr>
          <p:cNvSpPr>
            <a:spLocks noGrp="1"/>
          </p:cNvSpPr>
          <p:nvPr>
            <p:ph type="title"/>
          </p:nvPr>
        </p:nvSpPr>
        <p:spPr>
          <a:xfrm>
            <a:off x="242477" y="-53443"/>
            <a:ext cx="11609159" cy="1247050"/>
          </a:xfrm>
        </p:spPr>
        <p:txBody>
          <a:bodyPr/>
          <a:lstStyle/>
          <a:p>
            <a:r>
              <a:rPr lang="en-US" sz="1800" b="1" noProof="0" dirty="0"/>
              <a:t>Data Sources Used</a:t>
            </a:r>
          </a:p>
        </p:txBody>
      </p:sp>
      <p:sp>
        <p:nvSpPr>
          <p:cNvPr id="56" name="TextBox 55">
            <a:extLst>
              <a:ext uri="{FF2B5EF4-FFF2-40B4-BE49-F238E27FC236}">
                <a16:creationId xmlns:a16="http://schemas.microsoft.com/office/drawing/2014/main" id="{41611BE2-F6D1-2BF0-092B-48F3FFFB4846}"/>
              </a:ext>
            </a:extLst>
          </p:cNvPr>
          <p:cNvSpPr txBox="1"/>
          <p:nvPr/>
        </p:nvSpPr>
        <p:spPr>
          <a:xfrm>
            <a:off x="242477" y="615186"/>
            <a:ext cx="6271666" cy="276999"/>
          </a:xfrm>
          <a:prstGeom prst="rect">
            <a:avLst/>
          </a:prstGeom>
          <a:noFill/>
        </p:spPr>
        <p:txBody>
          <a:bodyPr wrap="square">
            <a:spAutoFit/>
          </a:bodyPr>
          <a:lstStyle/>
          <a:p>
            <a:pPr marL="0" indent="0" algn="l">
              <a:buNone/>
            </a:pPr>
            <a:r>
              <a:rPr lang="en-US" sz="1200" b="1" noProof="0" dirty="0">
                <a:solidFill>
                  <a:srgbClr val="425A78"/>
                </a:solidFill>
              </a:rPr>
              <a:t>Where does the information come from?</a:t>
            </a:r>
          </a:p>
        </p:txBody>
      </p:sp>
      <p:sp>
        <p:nvSpPr>
          <p:cNvPr id="57" name="Text 3">
            <a:extLst>
              <a:ext uri="{FF2B5EF4-FFF2-40B4-BE49-F238E27FC236}">
                <a16:creationId xmlns:a16="http://schemas.microsoft.com/office/drawing/2014/main" id="{959B1C83-B658-ED13-81E0-3C8910854AB1}"/>
              </a:ext>
            </a:extLst>
          </p:cNvPr>
          <p:cNvSpPr/>
          <p:nvPr/>
        </p:nvSpPr>
        <p:spPr>
          <a:xfrm>
            <a:off x="340364" y="925138"/>
            <a:ext cx="8229600" cy="256032"/>
          </a:xfrm>
          <a:prstGeom prst="rect">
            <a:avLst/>
          </a:prstGeom>
          <a:noFill/>
          <a:ln/>
        </p:spPr>
        <p:txBody>
          <a:bodyPr wrap="square" lIns="0" tIns="0" rIns="0" bIns="0" rtlCol="0" anchor="ctr"/>
          <a:lstStyle/>
          <a:p>
            <a:r>
              <a:rPr lang="en-US" sz="1200" i="1" noProof="0" dirty="0">
                <a:solidFill>
                  <a:srgbClr val="64748B"/>
                </a:solidFill>
              </a:rPr>
              <a:t>Everything extracted from GitHub STM32Cube public repos — nothing fabricated</a:t>
            </a:r>
          </a:p>
        </p:txBody>
      </p:sp>
      <p:sp>
        <p:nvSpPr>
          <p:cNvPr id="58" name="Shape 4">
            <a:extLst>
              <a:ext uri="{FF2B5EF4-FFF2-40B4-BE49-F238E27FC236}">
                <a16:creationId xmlns:a16="http://schemas.microsoft.com/office/drawing/2014/main" id="{F01571FE-576E-718C-8187-72D40F877950}"/>
              </a:ext>
            </a:extLst>
          </p:cNvPr>
          <p:cNvSpPr/>
          <p:nvPr/>
        </p:nvSpPr>
        <p:spPr>
          <a:xfrm>
            <a:off x="340364" y="1302803"/>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3" name="Shape 5">
            <a:extLst>
              <a:ext uri="{FF2B5EF4-FFF2-40B4-BE49-F238E27FC236}">
                <a16:creationId xmlns:a16="http://schemas.microsoft.com/office/drawing/2014/main" id="{25D1DEA3-8A83-683F-8382-A643A093A221}"/>
              </a:ext>
            </a:extLst>
          </p:cNvPr>
          <p:cNvSpPr/>
          <p:nvPr/>
        </p:nvSpPr>
        <p:spPr>
          <a:xfrm>
            <a:off x="1636341" y="1560814"/>
            <a:ext cx="4114800" cy="1975760"/>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4" name="Shape 6">
            <a:extLst>
              <a:ext uri="{FF2B5EF4-FFF2-40B4-BE49-F238E27FC236}">
                <a16:creationId xmlns:a16="http://schemas.microsoft.com/office/drawing/2014/main" id="{AB8741F6-241A-06A4-F1BE-E7248E7574B7}"/>
              </a:ext>
            </a:extLst>
          </p:cNvPr>
          <p:cNvSpPr/>
          <p:nvPr/>
        </p:nvSpPr>
        <p:spPr>
          <a:xfrm>
            <a:off x="1636341" y="1560815"/>
            <a:ext cx="4114800" cy="365760"/>
          </a:xfrm>
          <a:prstGeom prst="rect">
            <a:avLst/>
          </a:prstGeom>
          <a:noFill/>
          <a:ln w="12700">
            <a:solidFill>
              <a:srgbClr val="000000"/>
            </a:solidFill>
            <a:prstDash val="solid"/>
          </a:ln>
        </p:spPr>
        <p:txBody>
          <a:bodyPr/>
          <a:lstStyle/>
          <a:p>
            <a:endParaRPr lang="en-US" noProof="0" dirty="0"/>
          </a:p>
        </p:txBody>
      </p:sp>
      <p:sp>
        <p:nvSpPr>
          <p:cNvPr id="6" name="Text 7">
            <a:extLst>
              <a:ext uri="{FF2B5EF4-FFF2-40B4-BE49-F238E27FC236}">
                <a16:creationId xmlns:a16="http://schemas.microsoft.com/office/drawing/2014/main" id="{B65E0D42-7FF0-C3DB-4ED6-5C98C3307881}"/>
              </a:ext>
            </a:extLst>
          </p:cNvPr>
          <p:cNvSpPr/>
          <p:nvPr/>
        </p:nvSpPr>
        <p:spPr>
          <a:xfrm>
            <a:off x="2075253" y="1624823"/>
            <a:ext cx="2560320" cy="237744"/>
          </a:xfrm>
          <a:prstGeom prst="rect">
            <a:avLst/>
          </a:prstGeom>
          <a:noFill/>
          <a:ln/>
        </p:spPr>
        <p:txBody>
          <a:bodyPr wrap="square" lIns="0" tIns="0" rIns="0" bIns="0" rtlCol="0" anchor="ctr"/>
          <a:lstStyle/>
          <a:p>
            <a:pPr marL="0" indent="0">
              <a:buNone/>
            </a:pPr>
            <a:r>
              <a:rPr lang="en-US" sz="1200" b="1" noProof="0" dirty="0">
                <a:solidFill>
                  <a:srgbClr val="0D9589"/>
                </a:solidFill>
              </a:rPr>
              <a:t>Issues</a:t>
            </a:r>
            <a:endParaRPr lang="en-US" sz="1200" noProof="0" dirty="0">
              <a:solidFill>
                <a:srgbClr val="0D9589"/>
              </a:solidFill>
            </a:endParaRPr>
          </a:p>
        </p:txBody>
      </p:sp>
      <p:sp>
        <p:nvSpPr>
          <p:cNvPr id="9" name="Text 10">
            <a:extLst>
              <a:ext uri="{FF2B5EF4-FFF2-40B4-BE49-F238E27FC236}">
                <a16:creationId xmlns:a16="http://schemas.microsoft.com/office/drawing/2014/main" id="{14791E5D-5024-74F6-9172-94098D4FC0ED}"/>
              </a:ext>
            </a:extLst>
          </p:cNvPr>
          <p:cNvSpPr/>
          <p:nvPr/>
        </p:nvSpPr>
        <p:spPr>
          <a:xfrm>
            <a:off x="1764357" y="2306328"/>
            <a:ext cx="3858768" cy="749808"/>
          </a:xfrm>
          <a:prstGeom prst="rect">
            <a:avLst/>
          </a:prstGeom>
          <a:noFill/>
          <a:ln/>
        </p:spPr>
        <p:txBody>
          <a:bodyPr wrap="square" lIns="0" tIns="0" rIns="0" bIns="0" rtlCol="0" anchor="ctr"/>
          <a:lstStyle/>
          <a:p>
            <a:pPr marL="0" indent="0">
              <a:buNone/>
            </a:pPr>
            <a:r>
              <a:rPr lang="en-US" sz="1050" noProof="0" dirty="0">
                <a:solidFill>
                  <a:srgbClr val="1B2A3B"/>
                </a:solidFill>
              </a:rPr>
              <a:t>User-reported bugs: title, body, comments, labels, state (open/resolved), </a:t>
            </a:r>
            <a:r>
              <a:rPr lang="en-US" sz="1050" noProof="0" dirty="0" err="1">
                <a:solidFill>
                  <a:srgbClr val="1B2A3B"/>
                </a:solidFill>
              </a:rPr>
              <a:t>github_url</a:t>
            </a:r>
            <a:r>
              <a:rPr lang="en-US" sz="1050" noProof="0" dirty="0">
                <a:solidFill>
                  <a:srgbClr val="1B2A3B"/>
                </a:solidFill>
              </a:rPr>
              <a:t>, timestamps </a:t>
            </a:r>
            <a:endParaRPr lang="en-US" sz="1050" noProof="0" dirty="0"/>
          </a:p>
        </p:txBody>
      </p:sp>
      <p:sp>
        <p:nvSpPr>
          <p:cNvPr id="10" name="Text 11">
            <a:extLst>
              <a:ext uri="{FF2B5EF4-FFF2-40B4-BE49-F238E27FC236}">
                <a16:creationId xmlns:a16="http://schemas.microsoft.com/office/drawing/2014/main" id="{3E7F083B-D680-7824-E6B7-A1BD8EF0200C}"/>
              </a:ext>
            </a:extLst>
          </p:cNvPr>
          <p:cNvSpPr/>
          <p:nvPr/>
        </p:nvSpPr>
        <p:spPr>
          <a:xfrm>
            <a:off x="1746069" y="3229871"/>
            <a:ext cx="3858768" cy="201168"/>
          </a:xfrm>
          <a:prstGeom prst="rect">
            <a:avLst/>
          </a:prstGeom>
          <a:noFill/>
          <a:ln/>
        </p:spPr>
        <p:txBody>
          <a:bodyPr wrap="square" lIns="0" tIns="0" rIns="0" bIns="0" rtlCol="0" anchor="ctr"/>
          <a:lstStyle/>
          <a:p>
            <a:r>
              <a:rPr lang="en-US" sz="850" i="1" noProof="0" dirty="0">
                <a:solidFill>
                  <a:srgbClr val="64748B"/>
                </a:solidFill>
              </a:rPr>
              <a:t>Source: STM32CubeH7 and extensible to other series</a:t>
            </a:r>
            <a:endParaRPr lang="en-US" sz="850" noProof="0" dirty="0"/>
          </a:p>
        </p:txBody>
      </p:sp>
      <p:sp>
        <p:nvSpPr>
          <p:cNvPr id="11" name="Shape 12">
            <a:extLst>
              <a:ext uri="{FF2B5EF4-FFF2-40B4-BE49-F238E27FC236}">
                <a16:creationId xmlns:a16="http://schemas.microsoft.com/office/drawing/2014/main" id="{D1BCCED1-BCAE-3E3C-829B-812F7076EF5B}"/>
              </a:ext>
            </a:extLst>
          </p:cNvPr>
          <p:cNvSpPr/>
          <p:nvPr/>
        </p:nvSpPr>
        <p:spPr>
          <a:xfrm>
            <a:off x="6263205" y="1577984"/>
            <a:ext cx="4114800" cy="1975760"/>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2" name="Shape 13">
            <a:extLst>
              <a:ext uri="{FF2B5EF4-FFF2-40B4-BE49-F238E27FC236}">
                <a16:creationId xmlns:a16="http://schemas.microsoft.com/office/drawing/2014/main" id="{4F102B04-0932-D20C-180D-FD8717B721C8}"/>
              </a:ext>
            </a:extLst>
          </p:cNvPr>
          <p:cNvSpPr/>
          <p:nvPr/>
        </p:nvSpPr>
        <p:spPr>
          <a:xfrm>
            <a:off x="6263205" y="1577985"/>
            <a:ext cx="4114800" cy="365760"/>
          </a:xfrm>
          <a:prstGeom prst="rect">
            <a:avLst/>
          </a:prstGeom>
          <a:noFill/>
          <a:ln w="12700">
            <a:solidFill>
              <a:srgbClr val="000000"/>
            </a:solidFill>
            <a:prstDash val="solid"/>
          </a:ln>
        </p:spPr>
        <p:txBody>
          <a:bodyPr/>
          <a:lstStyle/>
          <a:p>
            <a:endParaRPr lang="en-US" noProof="0" dirty="0"/>
          </a:p>
        </p:txBody>
      </p:sp>
      <p:pic>
        <p:nvPicPr>
          <p:cNvPr id="13" name="Image 1" descr="preencoded.png">
            <a:extLst>
              <a:ext uri="{FF2B5EF4-FFF2-40B4-BE49-F238E27FC236}">
                <a16:creationId xmlns:a16="http://schemas.microsoft.com/office/drawing/2014/main" id="{968DB4CA-A17C-60E2-FECA-07E1B54F9B91}"/>
              </a:ext>
            </a:extLst>
          </p:cNvPr>
          <p:cNvPicPr>
            <a:picLocks noChangeAspect="1"/>
          </p:cNvPicPr>
          <p:nvPr/>
        </p:nvPicPr>
        <p:blipFill>
          <a:blip r:embed="rId3"/>
          <a:stretch>
            <a:fillRect/>
          </a:stretch>
        </p:blipFill>
        <p:spPr>
          <a:xfrm>
            <a:off x="6372933" y="1641993"/>
            <a:ext cx="256032" cy="256032"/>
          </a:xfrm>
          <a:prstGeom prst="rect">
            <a:avLst/>
          </a:prstGeom>
        </p:spPr>
      </p:pic>
      <p:sp>
        <p:nvSpPr>
          <p:cNvPr id="14" name="Text 14">
            <a:extLst>
              <a:ext uri="{FF2B5EF4-FFF2-40B4-BE49-F238E27FC236}">
                <a16:creationId xmlns:a16="http://schemas.microsoft.com/office/drawing/2014/main" id="{3F5A0BE5-8D55-A257-0F78-3B44C3A789EA}"/>
              </a:ext>
            </a:extLst>
          </p:cNvPr>
          <p:cNvSpPr/>
          <p:nvPr/>
        </p:nvSpPr>
        <p:spPr>
          <a:xfrm>
            <a:off x="6702117" y="1641993"/>
            <a:ext cx="2560320" cy="237744"/>
          </a:xfrm>
          <a:prstGeom prst="rect">
            <a:avLst/>
          </a:prstGeom>
          <a:noFill/>
          <a:ln/>
        </p:spPr>
        <p:txBody>
          <a:bodyPr wrap="square" lIns="0" tIns="0" rIns="0" bIns="0" rtlCol="0" anchor="ctr"/>
          <a:lstStyle/>
          <a:p>
            <a:pPr marL="0" indent="0">
              <a:buNone/>
            </a:pPr>
            <a:r>
              <a:rPr lang="en-US" sz="1200" b="1" noProof="0" dirty="0">
                <a:solidFill>
                  <a:srgbClr val="0D9488"/>
                </a:solidFill>
              </a:rPr>
              <a:t>Technical Files</a:t>
            </a:r>
            <a:endParaRPr lang="en-US" sz="1200" noProof="0" dirty="0">
              <a:solidFill>
                <a:srgbClr val="0D9488"/>
              </a:solidFill>
            </a:endParaRPr>
          </a:p>
        </p:txBody>
      </p:sp>
      <p:sp>
        <p:nvSpPr>
          <p:cNvPr id="18" name="Text 18">
            <a:extLst>
              <a:ext uri="{FF2B5EF4-FFF2-40B4-BE49-F238E27FC236}">
                <a16:creationId xmlns:a16="http://schemas.microsoft.com/office/drawing/2014/main" id="{8662DE01-52E9-7247-C0BC-841225D311B9}"/>
              </a:ext>
            </a:extLst>
          </p:cNvPr>
          <p:cNvSpPr/>
          <p:nvPr/>
        </p:nvSpPr>
        <p:spPr>
          <a:xfrm>
            <a:off x="6370451" y="3229871"/>
            <a:ext cx="3858768" cy="201168"/>
          </a:xfrm>
          <a:prstGeom prst="rect">
            <a:avLst/>
          </a:prstGeom>
          <a:noFill/>
          <a:ln/>
        </p:spPr>
        <p:txBody>
          <a:bodyPr wrap="square" lIns="0" tIns="0" rIns="0" bIns="0" rtlCol="0" anchor="ctr"/>
          <a:lstStyle/>
          <a:p>
            <a:r>
              <a:rPr lang="en-US" sz="850" i="1" noProof="0" dirty="0">
                <a:solidFill>
                  <a:srgbClr val="64748B"/>
                </a:solidFill>
              </a:rPr>
              <a:t>Source: STM32CubeH7 and extensible to other series</a:t>
            </a:r>
            <a:endParaRPr lang="en-US" sz="850" noProof="0" dirty="0"/>
          </a:p>
        </p:txBody>
      </p:sp>
      <p:sp>
        <p:nvSpPr>
          <p:cNvPr id="19" name="Shape 19">
            <a:extLst>
              <a:ext uri="{FF2B5EF4-FFF2-40B4-BE49-F238E27FC236}">
                <a16:creationId xmlns:a16="http://schemas.microsoft.com/office/drawing/2014/main" id="{81F4761B-5A42-DC88-A38F-EFB062F8FB88}"/>
              </a:ext>
            </a:extLst>
          </p:cNvPr>
          <p:cNvSpPr/>
          <p:nvPr/>
        </p:nvSpPr>
        <p:spPr>
          <a:xfrm>
            <a:off x="1636341" y="4128430"/>
            <a:ext cx="4114800" cy="1627632"/>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20" name="Shape 20">
            <a:extLst>
              <a:ext uri="{FF2B5EF4-FFF2-40B4-BE49-F238E27FC236}">
                <a16:creationId xmlns:a16="http://schemas.microsoft.com/office/drawing/2014/main" id="{D9AFA03F-DAB3-6123-2A5F-A2E85664E38A}"/>
              </a:ext>
            </a:extLst>
          </p:cNvPr>
          <p:cNvSpPr/>
          <p:nvPr/>
        </p:nvSpPr>
        <p:spPr>
          <a:xfrm>
            <a:off x="1636341" y="4128430"/>
            <a:ext cx="4114800" cy="365760"/>
          </a:xfrm>
          <a:prstGeom prst="rect">
            <a:avLst/>
          </a:prstGeom>
          <a:solidFill>
            <a:srgbClr val="1B2A3B"/>
          </a:solidFill>
          <a:ln w="12700">
            <a:solidFill>
              <a:srgbClr val="000000"/>
            </a:solidFill>
            <a:prstDash val="solid"/>
          </a:ln>
        </p:spPr>
        <p:txBody>
          <a:bodyPr/>
          <a:lstStyle/>
          <a:p>
            <a:endParaRPr lang="en-US" noProof="0" dirty="0"/>
          </a:p>
        </p:txBody>
      </p:sp>
      <p:pic>
        <p:nvPicPr>
          <p:cNvPr id="21" name="Image 2" descr="preencoded.png">
            <a:extLst>
              <a:ext uri="{FF2B5EF4-FFF2-40B4-BE49-F238E27FC236}">
                <a16:creationId xmlns:a16="http://schemas.microsoft.com/office/drawing/2014/main" id="{2630C6B3-609C-7335-C7B0-10AECFE1C357}"/>
              </a:ext>
            </a:extLst>
          </p:cNvPr>
          <p:cNvPicPr>
            <a:picLocks noChangeAspect="1"/>
          </p:cNvPicPr>
          <p:nvPr/>
        </p:nvPicPr>
        <p:blipFill>
          <a:blip r:embed="rId4"/>
          <a:stretch>
            <a:fillRect/>
          </a:stretch>
        </p:blipFill>
        <p:spPr>
          <a:xfrm>
            <a:off x="1746069" y="4192438"/>
            <a:ext cx="210312" cy="210312"/>
          </a:xfrm>
          <a:prstGeom prst="rect">
            <a:avLst/>
          </a:prstGeom>
        </p:spPr>
      </p:pic>
      <p:sp>
        <p:nvSpPr>
          <p:cNvPr id="22" name="Text 21">
            <a:extLst>
              <a:ext uri="{FF2B5EF4-FFF2-40B4-BE49-F238E27FC236}">
                <a16:creationId xmlns:a16="http://schemas.microsoft.com/office/drawing/2014/main" id="{CCACA7AD-5D05-D758-DA94-0D2E5C749A25}"/>
              </a:ext>
            </a:extLst>
          </p:cNvPr>
          <p:cNvSpPr/>
          <p:nvPr/>
        </p:nvSpPr>
        <p:spPr>
          <a:xfrm>
            <a:off x="2075253" y="4192438"/>
            <a:ext cx="2560320" cy="237744"/>
          </a:xfrm>
          <a:prstGeom prst="rect">
            <a:avLst/>
          </a:prstGeom>
          <a:noFill/>
          <a:ln/>
        </p:spPr>
        <p:txBody>
          <a:bodyPr wrap="square" lIns="0" tIns="0" rIns="0" bIns="0" rtlCol="0" anchor="ctr"/>
          <a:lstStyle/>
          <a:p>
            <a:pPr marL="0" indent="0">
              <a:buNone/>
            </a:pPr>
            <a:r>
              <a:rPr lang="en-US" sz="1200" b="1" noProof="0" dirty="0">
                <a:solidFill>
                  <a:srgbClr val="0D9488"/>
                </a:solidFill>
              </a:rPr>
              <a:t>PRs &amp; Commits</a:t>
            </a:r>
            <a:endParaRPr lang="en-US" sz="1200" noProof="0" dirty="0">
              <a:solidFill>
                <a:srgbClr val="0D9488"/>
              </a:solidFill>
            </a:endParaRPr>
          </a:p>
        </p:txBody>
      </p:sp>
      <p:sp>
        <p:nvSpPr>
          <p:cNvPr id="24" name="Text 23">
            <a:extLst>
              <a:ext uri="{FF2B5EF4-FFF2-40B4-BE49-F238E27FC236}">
                <a16:creationId xmlns:a16="http://schemas.microsoft.com/office/drawing/2014/main" id="{7C12B8DD-ECBC-1949-698B-21896818061D}"/>
              </a:ext>
            </a:extLst>
          </p:cNvPr>
          <p:cNvSpPr/>
          <p:nvPr/>
        </p:nvSpPr>
        <p:spPr>
          <a:xfrm>
            <a:off x="4374533" y="4228492"/>
            <a:ext cx="1380309" cy="310896"/>
          </a:xfrm>
          <a:prstGeom prst="rect">
            <a:avLst/>
          </a:prstGeom>
          <a:noFill/>
          <a:ln/>
        </p:spPr>
        <p:txBody>
          <a:bodyPr wrap="square" lIns="0" tIns="0" rIns="0" bIns="0" rtlCol="0" anchor="ctr"/>
          <a:lstStyle/>
          <a:p>
            <a:pPr marL="0" indent="0" algn="ctr">
              <a:buNone/>
            </a:pPr>
            <a:r>
              <a:rPr lang="en-US" sz="1100" b="1" noProof="0" dirty="0">
                <a:solidFill>
                  <a:schemeClr val="bg1"/>
                </a:solidFill>
              </a:rPr>
              <a:t>Resolver Cases</a:t>
            </a:r>
          </a:p>
          <a:p>
            <a:pPr marL="0" indent="0" algn="ctr">
              <a:buNone/>
            </a:pPr>
            <a:endParaRPr lang="en-US" sz="1100" noProof="0" dirty="0">
              <a:solidFill>
                <a:schemeClr val="bg1"/>
              </a:solidFill>
            </a:endParaRPr>
          </a:p>
        </p:txBody>
      </p:sp>
      <p:sp>
        <p:nvSpPr>
          <p:cNvPr id="25" name="Text 24">
            <a:extLst>
              <a:ext uri="{FF2B5EF4-FFF2-40B4-BE49-F238E27FC236}">
                <a16:creationId xmlns:a16="http://schemas.microsoft.com/office/drawing/2014/main" id="{B622E726-7D2F-5CE7-9471-71373EFD6860}"/>
              </a:ext>
            </a:extLst>
          </p:cNvPr>
          <p:cNvSpPr/>
          <p:nvPr/>
        </p:nvSpPr>
        <p:spPr>
          <a:xfrm>
            <a:off x="1764357" y="4567342"/>
            <a:ext cx="3858768" cy="749808"/>
          </a:xfrm>
          <a:prstGeom prst="rect">
            <a:avLst/>
          </a:prstGeom>
          <a:noFill/>
          <a:ln/>
        </p:spPr>
        <p:txBody>
          <a:bodyPr wrap="square" lIns="0" tIns="0" rIns="0" bIns="0" rtlCol="0" anchor="ctr"/>
          <a:lstStyle/>
          <a:p>
            <a:pPr marL="0" indent="0">
              <a:buNone/>
            </a:pPr>
            <a:r>
              <a:rPr lang="en-US" sz="1050" noProof="0" dirty="0">
                <a:solidFill>
                  <a:srgbClr val="1B2A3B"/>
                </a:solidFill>
              </a:rPr>
              <a:t>When a bug is resolved, we trace the PR and commit messages that provide the confirmed fix</a:t>
            </a:r>
            <a:endParaRPr lang="en-US" sz="1050" noProof="0" dirty="0"/>
          </a:p>
        </p:txBody>
      </p:sp>
      <p:sp>
        <p:nvSpPr>
          <p:cNvPr id="26" name="Text 25">
            <a:extLst>
              <a:ext uri="{FF2B5EF4-FFF2-40B4-BE49-F238E27FC236}">
                <a16:creationId xmlns:a16="http://schemas.microsoft.com/office/drawing/2014/main" id="{9481BABC-BF29-6AD6-F059-0945D3788C32}"/>
              </a:ext>
            </a:extLst>
          </p:cNvPr>
          <p:cNvSpPr/>
          <p:nvPr/>
        </p:nvSpPr>
        <p:spPr>
          <a:xfrm>
            <a:off x="1764357" y="5481742"/>
            <a:ext cx="3858768" cy="201168"/>
          </a:xfrm>
          <a:prstGeom prst="rect">
            <a:avLst/>
          </a:prstGeom>
          <a:noFill/>
          <a:ln/>
        </p:spPr>
        <p:txBody>
          <a:bodyPr wrap="square" lIns="0" tIns="0" rIns="0" bIns="0" rtlCol="0" anchor="ctr"/>
          <a:lstStyle/>
          <a:p>
            <a:r>
              <a:rPr lang="en-US" sz="850" i="1" noProof="0" dirty="0">
                <a:solidFill>
                  <a:srgbClr val="64748B"/>
                </a:solidFill>
              </a:rPr>
              <a:t>Source: Generated by pipeline</a:t>
            </a:r>
            <a:endParaRPr lang="en-US" sz="850" noProof="0" dirty="0"/>
          </a:p>
        </p:txBody>
      </p:sp>
      <p:sp>
        <p:nvSpPr>
          <p:cNvPr id="27" name="Shape 26">
            <a:extLst>
              <a:ext uri="{FF2B5EF4-FFF2-40B4-BE49-F238E27FC236}">
                <a16:creationId xmlns:a16="http://schemas.microsoft.com/office/drawing/2014/main" id="{D81FCE9E-069A-7940-1AC5-EAB2941BBF9A}"/>
              </a:ext>
            </a:extLst>
          </p:cNvPr>
          <p:cNvSpPr/>
          <p:nvPr/>
        </p:nvSpPr>
        <p:spPr>
          <a:xfrm>
            <a:off x="6263205" y="4100998"/>
            <a:ext cx="4114800" cy="1627632"/>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28" name="Shape 27">
            <a:extLst>
              <a:ext uri="{FF2B5EF4-FFF2-40B4-BE49-F238E27FC236}">
                <a16:creationId xmlns:a16="http://schemas.microsoft.com/office/drawing/2014/main" id="{A1D4D34E-39BE-6E1D-6C92-74F0C85CC082}"/>
              </a:ext>
            </a:extLst>
          </p:cNvPr>
          <p:cNvSpPr/>
          <p:nvPr/>
        </p:nvSpPr>
        <p:spPr>
          <a:xfrm>
            <a:off x="6263205" y="4100998"/>
            <a:ext cx="4114800" cy="365760"/>
          </a:xfrm>
          <a:prstGeom prst="rect">
            <a:avLst/>
          </a:prstGeom>
          <a:solidFill>
            <a:srgbClr val="1B2A3B"/>
          </a:solidFill>
          <a:ln w="12700">
            <a:solidFill>
              <a:srgbClr val="000000"/>
            </a:solidFill>
            <a:prstDash val="solid"/>
          </a:ln>
        </p:spPr>
        <p:txBody>
          <a:bodyPr/>
          <a:lstStyle/>
          <a:p>
            <a:endParaRPr lang="en-US" noProof="0" dirty="0"/>
          </a:p>
        </p:txBody>
      </p:sp>
      <p:pic>
        <p:nvPicPr>
          <p:cNvPr id="29" name="Image 3" descr="preencoded.png">
            <a:extLst>
              <a:ext uri="{FF2B5EF4-FFF2-40B4-BE49-F238E27FC236}">
                <a16:creationId xmlns:a16="http://schemas.microsoft.com/office/drawing/2014/main" id="{C58D82D7-EACE-E29B-0B45-98F946588503}"/>
              </a:ext>
            </a:extLst>
          </p:cNvPr>
          <p:cNvPicPr>
            <a:picLocks noChangeAspect="1"/>
          </p:cNvPicPr>
          <p:nvPr/>
        </p:nvPicPr>
        <p:blipFill>
          <a:blip r:embed="rId5"/>
          <a:stretch>
            <a:fillRect/>
          </a:stretch>
        </p:blipFill>
        <p:spPr>
          <a:xfrm>
            <a:off x="6372933" y="4165006"/>
            <a:ext cx="237744" cy="237744"/>
          </a:xfrm>
          <a:prstGeom prst="rect">
            <a:avLst/>
          </a:prstGeom>
        </p:spPr>
      </p:pic>
      <p:sp>
        <p:nvSpPr>
          <p:cNvPr id="30" name="Text 28">
            <a:extLst>
              <a:ext uri="{FF2B5EF4-FFF2-40B4-BE49-F238E27FC236}">
                <a16:creationId xmlns:a16="http://schemas.microsoft.com/office/drawing/2014/main" id="{36E51ACE-B701-E7CA-72E6-F1300BCBDBF4}"/>
              </a:ext>
            </a:extLst>
          </p:cNvPr>
          <p:cNvSpPr/>
          <p:nvPr/>
        </p:nvSpPr>
        <p:spPr>
          <a:xfrm>
            <a:off x="6702117" y="4165006"/>
            <a:ext cx="2560320" cy="237744"/>
          </a:xfrm>
          <a:prstGeom prst="rect">
            <a:avLst/>
          </a:prstGeom>
          <a:noFill/>
          <a:ln/>
        </p:spPr>
        <p:txBody>
          <a:bodyPr wrap="square" lIns="0" tIns="0" rIns="0" bIns="0" rtlCol="0" anchor="ctr"/>
          <a:lstStyle/>
          <a:p>
            <a:pPr marL="0" indent="0">
              <a:buNone/>
            </a:pPr>
            <a:r>
              <a:rPr lang="en-US" sz="1200" b="1" noProof="0" dirty="0">
                <a:solidFill>
                  <a:srgbClr val="0D9589"/>
                </a:solidFill>
              </a:rPr>
              <a:t>Diagnostic cards</a:t>
            </a:r>
            <a:endParaRPr lang="en-US" sz="1200" noProof="0" dirty="0">
              <a:solidFill>
                <a:srgbClr val="0D9589"/>
              </a:solidFill>
            </a:endParaRPr>
          </a:p>
        </p:txBody>
      </p:sp>
      <p:sp>
        <p:nvSpPr>
          <p:cNvPr id="32" name="Text 30">
            <a:extLst>
              <a:ext uri="{FF2B5EF4-FFF2-40B4-BE49-F238E27FC236}">
                <a16:creationId xmlns:a16="http://schemas.microsoft.com/office/drawing/2014/main" id="{EAFAE803-629D-2B00-9018-2EC5D484BBAA}"/>
              </a:ext>
            </a:extLst>
          </p:cNvPr>
          <p:cNvSpPr/>
          <p:nvPr/>
        </p:nvSpPr>
        <p:spPr>
          <a:xfrm>
            <a:off x="8386789" y="4128430"/>
            <a:ext cx="1983813" cy="310896"/>
          </a:xfrm>
          <a:prstGeom prst="rect">
            <a:avLst/>
          </a:prstGeom>
          <a:noFill/>
          <a:ln/>
        </p:spPr>
        <p:txBody>
          <a:bodyPr wrap="square" lIns="0" tIns="0" rIns="0" bIns="0" rtlCol="0" anchor="ctr"/>
          <a:lstStyle/>
          <a:p>
            <a:pPr marL="0" indent="0" algn="ctr">
              <a:buNone/>
            </a:pPr>
            <a:r>
              <a:rPr lang="en-US" sz="1100" b="1" noProof="0" dirty="0">
                <a:solidFill>
                  <a:srgbClr val="FFFFFF"/>
                </a:solidFill>
              </a:rPr>
              <a:t>Intelligent synthesis layer </a:t>
            </a:r>
            <a:endParaRPr lang="en-US" sz="1100" noProof="0" dirty="0"/>
          </a:p>
        </p:txBody>
      </p:sp>
      <p:sp>
        <p:nvSpPr>
          <p:cNvPr id="33" name="Text 31">
            <a:extLst>
              <a:ext uri="{FF2B5EF4-FFF2-40B4-BE49-F238E27FC236}">
                <a16:creationId xmlns:a16="http://schemas.microsoft.com/office/drawing/2014/main" id="{9F8161AF-6C39-BBD8-46FF-47022F5025DD}"/>
              </a:ext>
            </a:extLst>
          </p:cNvPr>
          <p:cNvSpPr/>
          <p:nvPr/>
        </p:nvSpPr>
        <p:spPr>
          <a:xfrm>
            <a:off x="6391221" y="4539910"/>
            <a:ext cx="3858768" cy="749808"/>
          </a:xfrm>
          <a:prstGeom prst="rect">
            <a:avLst/>
          </a:prstGeom>
          <a:noFill/>
          <a:ln/>
        </p:spPr>
        <p:txBody>
          <a:bodyPr wrap="square" lIns="0" tIns="0" rIns="0" bIns="0" rtlCol="0" anchor="ctr"/>
          <a:lstStyle/>
          <a:p>
            <a:pPr marL="0" indent="0">
              <a:buNone/>
            </a:pPr>
            <a:r>
              <a:rPr lang="en-US" sz="1050" noProof="0" dirty="0">
                <a:solidFill>
                  <a:srgbClr val="1B2A3B"/>
                </a:solidFill>
              </a:rPr>
              <a:t>Structured cards: Problem → Evidence → Solution. Built automatically from resolved issues</a:t>
            </a:r>
            <a:endParaRPr lang="en-US" sz="1050" noProof="0" dirty="0"/>
          </a:p>
        </p:txBody>
      </p:sp>
      <p:sp>
        <p:nvSpPr>
          <p:cNvPr id="34" name="Text 32">
            <a:extLst>
              <a:ext uri="{FF2B5EF4-FFF2-40B4-BE49-F238E27FC236}">
                <a16:creationId xmlns:a16="http://schemas.microsoft.com/office/drawing/2014/main" id="{3DF49356-2B38-18EE-D423-E83010E7DF04}"/>
              </a:ext>
            </a:extLst>
          </p:cNvPr>
          <p:cNvSpPr/>
          <p:nvPr/>
        </p:nvSpPr>
        <p:spPr>
          <a:xfrm>
            <a:off x="6391221" y="5454310"/>
            <a:ext cx="3858768" cy="201168"/>
          </a:xfrm>
          <a:prstGeom prst="rect">
            <a:avLst/>
          </a:prstGeom>
          <a:noFill/>
          <a:ln/>
        </p:spPr>
        <p:txBody>
          <a:bodyPr wrap="square" lIns="0" tIns="0" rIns="0" bIns="0" rtlCol="0" anchor="ctr"/>
          <a:lstStyle/>
          <a:p>
            <a:pPr marL="0" indent="0">
              <a:buNone/>
            </a:pPr>
            <a:r>
              <a:rPr lang="en-US" sz="850" i="1" noProof="0" dirty="0">
                <a:solidFill>
                  <a:srgbClr val="64748B"/>
                </a:solidFill>
              </a:rPr>
              <a:t>Source: Generated by pipeline</a:t>
            </a:r>
            <a:endParaRPr lang="en-US" sz="850" noProof="0" dirty="0"/>
          </a:p>
        </p:txBody>
      </p:sp>
      <p:pic>
        <p:nvPicPr>
          <p:cNvPr id="36" name="Graphic 35" descr="Exclamation mark with solid fill">
            <a:extLst>
              <a:ext uri="{FF2B5EF4-FFF2-40B4-BE49-F238E27FC236}">
                <a16:creationId xmlns:a16="http://schemas.microsoft.com/office/drawing/2014/main" id="{FAD1758D-232D-57CA-E224-0CFDE09CE63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757191" y="1617667"/>
            <a:ext cx="219456" cy="219456"/>
          </a:xfrm>
          <a:prstGeom prst="rect">
            <a:avLst/>
          </a:prstGeom>
        </p:spPr>
      </p:pic>
      <p:sp>
        <p:nvSpPr>
          <p:cNvPr id="5" name="Plus Sign 4">
            <a:extLst>
              <a:ext uri="{FF2B5EF4-FFF2-40B4-BE49-F238E27FC236}">
                <a16:creationId xmlns:a16="http://schemas.microsoft.com/office/drawing/2014/main" id="{A3C03228-7527-80F9-72DF-A79AB1936DDB}"/>
              </a:ext>
            </a:extLst>
          </p:cNvPr>
          <p:cNvSpPr/>
          <p:nvPr/>
        </p:nvSpPr>
        <p:spPr>
          <a:xfrm>
            <a:off x="5838774" y="3619643"/>
            <a:ext cx="416564" cy="408518"/>
          </a:xfrm>
          <a:prstGeom prst="mathPlus">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sp>
        <p:nvSpPr>
          <p:cNvPr id="15" name="TextBox 14">
            <a:extLst>
              <a:ext uri="{FF2B5EF4-FFF2-40B4-BE49-F238E27FC236}">
                <a16:creationId xmlns:a16="http://schemas.microsoft.com/office/drawing/2014/main" id="{A69628CE-B624-73A0-5FF4-8D4AF3CD9ADA}"/>
              </a:ext>
            </a:extLst>
          </p:cNvPr>
          <p:cNvSpPr txBox="1"/>
          <p:nvPr/>
        </p:nvSpPr>
        <p:spPr>
          <a:xfrm>
            <a:off x="1415280" y="6162404"/>
            <a:ext cx="12545025" cy="276999"/>
          </a:xfrm>
          <a:prstGeom prst="rect">
            <a:avLst/>
          </a:prstGeom>
          <a:noFill/>
        </p:spPr>
        <p:txBody>
          <a:bodyPr wrap="square">
            <a:spAutoFit/>
          </a:bodyPr>
          <a:lstStyle/>
          <a:p>
            <a:r>
              <a:rPr lang="en-US" sz="1200" b="1" i="1" u="sng" noProof="0" dirty="0"/>
              <a:t>For Each </a:t>
            </a:r>
            <a:r>
              <a:rPr lang="en-US" sz="1200" b="1" i="1" u="sng" noProof="0" dirty="0">
                <a:effectLst/>
              </a:rPr>
              <a:t>STM32Cube series</a:t>
            </a:r>
            <a:r>
              <a:rPr lang="en-US" sz="1200" b="1" i="1" u="sng" noProof="0" dirty="0"/>
              <a:t> </a:t>
            </a:r>
            <a:r>
              <a:rPr lang="en-US" sz="1200" noProof="0" dirty="0"/>
              <a:t>: </a:t>
            </a:r>
            <a:r>
              <a:rPr lang="en-US" sz="1200" b="0" i="0" noProof="0" dirty="0">
                <a:effectLst/>
              </a:rPr>
              <a:t>we unify </a:t>
            </a:r>
            <a:r>
              <a:rPr lang="en-US" sz="1200" b="1" i="0" noProof="0" dirty="0">
                <a:solidFill>
                  <a:srgbClr val="0D9589"/>
                </a:solidFill>
                <a:effectLst/>
              </a:rPr>
              <a:t>issues</a:t>
            </a:r>
            <a:r>
              <a:rPr lang="en-US" sz="1200" b="1" i="0" noProof="0" dirty="0">
                <a:effectLst/>
              </a:rPr>
              <a:t>, </a:t>
            </a:r>
            <a:r>
              <a:rPr lang="en-US" sz="1200" b="1" i="0" noProof="0" dirty="0">
                <a:solidFill>
                  <a:srgbClr val="0D9589"/>
                </a:solidFill>
                <a:effectLst/>
              </a:rPr>
              <a:t>PRs and commits (</a:t>
            </a:r>
            <a:r>
              <a:rPr lang="en-US" sz="1200" b="1" noProof="0" dirty="0">
                <a:solidFill>
                  <a:srgbClr val="0D9589"/>
                </a:solidFill>
              </a:rPr>
              <a:t>Resolver Cases</a:t>
            </a:r>
            <a:r>
              <a:rPr lang="en-US" sz="1200" b="0" i="0" noProof="0" dirty="0">
                <a:solidFill>
                  <a:srgbClr val="0D9589"/>
                </a:solidFill>
                <a:effectLst/>
              </a:rPr>
              <a:t>) </a:t>
            </a:r>
            <a:r>
              <a:rPr lang="en-US" sz="1200" b="0" i="0" noProof="0" dirty="0">
                <a:effectLst/>
              </a:rPr>
              <a:t>to produce </a:t>
            </a:r>
            <a:r>
              <a:rPr lang="en-US" sz="1200" b="1" noProof="0" dirty="0">
                <a:solidFill>
                  <a:srgbClr val="0D9589"/>
                </a:solidFill>
              </a:rPr>
              <a:t>d</a:t>
            </a:r>
            <a:r>
              <a:rPr lang="en-US" sz="1200" b="1" i="0" noProof="0" dirty="0">
                <a:solidFill>
                  <a:srgbClr val="0D9589"/>
                </a:solidFill>
                <a:effectLst/>
              </a:rPr>
              <a:t>iagnostic cards</a:t>
            </a:r>
            <a:r>
              <a:rPr lang="en-US" sz="1200" b="0" i="0" noProof="0" dirty="0">
                <a:effectLst/>
              </a:rPr>
              <a:t>.</a:t>
            </a:r>
            <a:endParaRPr lang="en-US" sz="1200" noProof="0" dirty="0"/>
          </a:p>
        </p:txBody>
      </p:sp>
      <p:sp>
        <p:nvSpPr>
          <p:cNvPr id="23" name="TextBox 22">
            <a:extLst>
              <a:ext uri="{FF2B5EF4-FFF2-40B4-BE49-F238E27FC236}">
                <a16:creationId xmlns:a16="http://schemas.microsoft.com/office/drawing/2014/main" id="{9D1EBE23-EEF6-6B6E-A5A3-7D44E5B5E367}"/>
              </a:ext>
            </a:extLst>
          </p:cNvPr>
          <p:cNvSpPr txBox="1"/>
          <p:nvPr/>
        </p:nvSpPr>
        <p:spPr>
          <a:xfrm>
            <a:off x="6370451" y="2141056"/>
            <a:ext cx="3934402" cy="1015663"/>
          </a:xfrm>
          <a:prstGeom prst="rect">
            <a:avLst/>
          </a:prstGeom>
          <a:noFill/>
        </p:spPr>
        <p:txBody>
          <a:bodyPr wrap="square">
            <a:spAutoFit/>
          </a:bodyPr>
          <a:lstStyle/>
          <a:p>
            <a:pPr algn="l">
              <a:buFont typeface="Arial" panose="020B0604020202020204" pitchFamily="34" charset="0"/>
              <a:buChar char="•"/>
            </a:pPr>
            <a:r>
              <a:rPr lang="en-US" sz="1000" b="1" i="0" noProof="0" dirty="0">
                <a:solidFill>
                  <a:srgbClr val="000000"/>
                </a:solidFill>
                <a:effectLst/>
              </a:rPr>
              <a:t>Source code files:</a:t>
            </a:r>
            <a:r>
              <a:rPr lang="en-US" sz="1000" b="0" i="0" noProof="0" dirty="0">
                <a:solidFill>
                  <a:srgbClr val="000000"/>
                </a:solidFill>
                <a:effectLst/>
              </a:rPr>
              <a:t> drivers (HAL, LL) , middleware, utilities, components, BSP board files.</a:t>
            </a:r>
          </a:p>
          <a:p>
            <a:pPr algn="l">
              <a:buFont typeface="Arial" panose="020B0604020202020204" pitchFamily="34" charset="0"/>
              <a:buChar char="•"/>
            </a:pPr>
            <a:r>
              <a:rPr lang="en-US" sz="1000" b="1" i="0" noProof="0" dirty="0">
                <a:solidFill>
                  <a:srgbClr val="000000"/>
                </a:solidFill>
                <a:effectLst/>
              </a:rPr>
              <a:t>Technical documentation:</a:t>
            </a:r>
            <a:r>
              <a:rPr lang="en-US" sz="1000" b="0" i="0" noProof="0" dirty="0">
                <a:solidFill>
                  <a:srgbClr val="000000"/>
                </a:solidFill>
                <a:effectLst/>
              </a:rPr>
              <a:t> release notes, project README, PDF documentation.</a:t>
            </a:r>
          </a:p>
          <a:p>
            <a:pPr algn="l">
              <a:buFont typeface="Arial" panose="020B0604020202020204" pitchFamily="34" charset="0"/>
              <a:buChar char="•"/>
            </a:pPr>
            <a:r>
              <a:rPr lang="en-US" sz="1000" b="1" i="0" noProof="0" dirty="0">
                <a:solidFill>
                  <a:srgbClr val="000000"/>
                </a:solidFill>
                <a:effectLst/>
              </a:rPr>
              <a:t>Configuration/metadata files useful for context:</a:t>
            </a:r>
            <a:r>
              <a:rPr lang="en-US" sz="1000" b="0" i="0" noProof="0" dirty="0">
                <a:solidFill>
                  <a:srgbClr val="000000"/>
                </a:solidFill>
                <a:effectLst/>
              </a:rPr>
              <a:t> package.xml, security-related files, etc.</a:t>
            </a:r>
          </a:p>
        </p:txBody>
      </p:sp>
      <p:sp>
        <p:nvSpPr>
          <p:cNvPr id="7" name="Slide Number Placeholder 6">
            <a:extLst>
              <a:ext uri="{FF2B5EF4-FFF2-40B4-BE49-F238E27FC236}">
                <a16:creationId xmlns:a16="http://schemas.microsoft.com/office/drawing/2014/main" id="{86AEBFA1-08A8-668B-3FE0-6DECDAE5AFBC}"/>
              </a:ext>
            </a:extLst>
          </p:cNvPr>
          <p:cNvSpPr>
            <a:spLocks noGrp="1"/>
          </p:cNvSpPr>
          <p:nvPr>
            <p:ph type="sldNum" sz="quarter" idx="12"/>
          </p:nvPr>
        </p:nvSpPr>
        <p:spPr/>
        <p:txBody>
          <a:bodyPr/>
          <a:lstStyle/>
          <a:p>
            <a:fld id="{40A7B169-58CE-4E65-B1F9-ACF9E46440C2}" type="slidenum">
              <a:rPr lang="en-US" noProof="0" smtClean="0"/>
              <a:t>13</a:t>
            </a:fld>
            <a:endParaRPr lang="en-US" noProof="0" dirty="0"/>
          </a:p>
        </p:txBody>
      </p:sp>
    </p:spTree>
    <p:extLst>
      <p:ext uri="{BB962C8B-B14F-4D97-AF65-F5344CB8AC3E}">
        <p14:creationId xmlns:p14="http://schemas.microsoft.com/office/powerpoint/2010/main" val="13975637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FB645-E870-A9ED-CE70-88F648BD2C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E2BBAB-9699-D0C7-28BC-1F0CEB271AF6}"/>
              </a:ext>
            </a:extLst>
          </p:cNvPr>
          <p:cNvSpPr>
            <a:spLocks noGrp="1"/>
          </p:cNvSpPr>
          <p:nvPr>
            <p:ph type="title"/>
          </p:nvPr>
        </p:nvSpPr>
        <p:spPr>
          <a:xfrm>
            <a:off x="242477" y="-53443"/>
            <a:ext cx="11609159" cy="1247050"/>
          </a:xfrm>
        </p:spPr>
        <p:txBody>
          <a:bodyPr/>
          <a:lstStyle/>
          <a:p>
            <a:r>
              <a:rPr lang="en-US" sz="1800" b="1" noProof="0" dirty="0"/>
              <a:t> The ST ChatGPT Platform</a:t>
            </a:r>
          </a:p>
        </p:txBody>
      </p:sp>
      <p:sp>
        <p:nvSpPr>
          <p:cNvPr id="56" name="TextBox 55">
            <a:extLst>
              <a:ext uri="{FF2B5EF4-FFF2-40B4-BE49-F238E27FC236}">
                <a16:creationId xmlns:a16="http://schemas.microsoft.com/office/drawing/2014/main" id="{88982F0C-A12C-915A-D0ED-FC61F14C39F8}"/>
              </a:ext>
            </a:extLst>
          </p:cNvPr>
          <p:cNvSpPr txBox="1"/>
          <p:nvPr/>
        </p:nvSpPr>
        <p:spPr>
          <a:xfrm>
            <a:off x="242477" y="615186"/>
            <a:ext cx="6271666" cy="276999"/>
          </a:xfrm>
          <a:prstGeom prst="rect">
            <a:avLst/>
          </a:prstGeom>
          <a:noFill/>
        </p:spPr>
        <p:txBody>
          <a:bodyPr wrap="square">
            <a:spAutoFit/>
          </a:bodyPr>
          <a:lstStyle/>
          <a:p>
            <a:pPr marL="0" indent="0" algn="l">
              <a:buNone/>
            </a:pPr>
            <a:r>
              <a:rPr lang="en-US" sz="1200" b="1" noProof="0" dirty="0">
                <a:solidFill>
                  <a:srgbClr val="425A78"/>
                </a:solidFill>
              </a:rPr>
              <a:t>How does the platform work?</a:t>
            </a:r>
          </a:p>
        </p:txBody>
      </p:sp>
      <p:sp>
        <p:nvSpPr>
          <p:cNvPr id="57" name="Text 3">
            <a:extLst>
              <a:ext uri="{FF2B5EF4-FFF2-40B4-BE49-F238E27FC236}">
                <a16:creationId xmlns:a16="http://schemas.microsoft.com/office/drawing/2014/main" id="{32EE9F63-FEE1-5B84-D3EC-AD04C353B880}"/>
              </a:ext>
            </a:extLst>
          </p:cNvPr>
          <p:cNvSpPr/>
          <p:nvPr/>
        </p:nvSpPr>
        <p:spPr>
          <a:xfrm>
            <a:off x="340364" y="925138"/>
            <a:ext cx="8229600" cy="256032"/>
          </a:xfrm>
          <a:prstGeom prst="rect">
            <a:avLst/>
          </a:prstGeom>
          <a:noFill/>
          <a:ln/>
        </p:spPr>
        <p:txBody>
          <a:bodyPr wrap="square" lIns="0" tIns="0" rIns="0" bIns="0" rtlCol="0" anchor="ctr"/>
          <a:lstStyle/>
          <a:p>
            <a:r>
              <a:rPr lang="en-US" sz="1200" i="1" noProof="0" dirty="0">
                <a:solidFill>
                  <a:srgbClr val="64748B"/>
                </a:solidFill>
              </a:rPr>
              <a:t>Full chain: from question to sourced, traceable answer</a:t>
            </a:r>
          </a:p>
        </p:txBody>
      </p:sp>
      <p:sp>
        <p:nvSpPr>
          <p:cNvPr id="58" name="Shape 4">
            <a:extLst>
              <a:ext uri="{FF2B5EF4-FFF2-40B4-BE49-F238E27FC236}">
                <a16:creationId xmlns:a16="http://schemas.microsoft.com/office/drawing/2014/main" id="{E1795EE5-DF70-D42A-1E36-DF72192E0517}"/>
              </a:ext>
            </a:extLst>
          </p:cNvPr>
          <p:cNvSpPr/>
          <p:nvPr/>
        </p:nvSpPr>
        <p:spPr>
          <a:xfrm>
            <a:off x="340364" y="1302803"/>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63" name="Shape 5">
            <a:extLst>
              <a:ext uri="{FF2B5EF4-FFF2-40B4-BE49-F238E27FC236}">
                <a16:creationId xmlns:a16="http://schemas.microsoft.com/office/drawing/2014/main" id="{01F71E1C-F78E-6EAF-833B-C34D0D0D83D7}"/>
              </a:ext>
            </a:extLst>
          </p:cNvPr>
          <p:cNvSpPr/>
          <p:nvPr/>
        </p:nvSpPr>
        <p:spPr>
          <a:xfrm>
            <a:off x="1891063" y="2803774"/>
            <a:ext cx="1170432" cy="1170432"/>
          </a:xfrm>
          <a:prstGeom prst="ellipse">
            <a:avLst/>
          </a:prstGeom>
          <a:solidFill>
            <a:srgbClr val="1B2A3B"/>
          </a:solidFill>
          <a:ln w="12700">
            <a:solidFill>
              <a:srgbClr val="000000"/>
            </a:solidFill>
            <a:prstDash val="solid"/>
          </a:ln>
          <a:effectLst>
            <a:outerShdw blurRad="101600" dist="38100" dir="8100000" algn="bl" rotWithShape="0">
              <a:srgbClr val="000000">
                <a:alpha val="10000"/>
              </a:srgbClr>
            </a:outerShdw>
          </a:effectLst>
        </p:spPr>
        <p:txBody>
          <a:bodyPr/>
          <a:lstStyle/>
          <a:p>
            <a:endParaRPr lang="en-US" noProof="0" dirty="0"/>
          </a:p>
        </p:txBody>
      </p:sp>
      <p:pic>
        <p:nvPicPr>
          <p:cNvPr id="64" name="Image 0" descr="preencoded.png">
            <a:extLst>
              <a:ext uri="{FF2B5EF4-FFF2-40B4-BE49-F238E27FC236}">
                <a16:creationId xmlns:a16="http://schemas.microsoft.com/office/drawing/2014/main" id="{1CF819DA-01B6-56A2-777B-AACE2D2E3AC0}"/>
              </a:ext>
            </a:extLst>
          </p:cNvPr>
          <p:cNvPicPr>
            <a:picLocks noChangeAspect="1"/>
          </p:cNvPicPr>
          <p:nvPr/>
        </p:nvPicPr>
        <p:blipFill>
          <a:blip r:embed="rId3"/>
          <a:stretch>
            <a:fillRect/>
          </a:stretch>
        </p:blipFill>
        <p:spPr>
          <a:xfrm>
            <a:off x="2238535" y="3100954"/>
            <a:ext cx="475488" cy="475488"/>
          </a:xfrm>
          <a:prstGeom prst="rect">
            <a:avLst/>
          </a:prstGeom>
        </p:spPr>
      </p:pic>
      <p:sp>
        <p:nvSpPr>
          <p:cNvPr id="65" name="Text 6">
            <a:extLst>
              <a:ext uri="{FF2B5EF4-FFF2-40B4-BE49-F238E27FC236}">
                <a16:creationId xmlns:a16="http://schemas.microsoft.com/office/drawing/2014/main" id="{936C4325-AD2B-9814-8A73-2F835203DD59}"/>
              </a:ext>
            </a:extLst>
          </p:cNvPr>
          <p:cNvSpPr/>
          <p:nvPr/>
        </p:nvSpPr>
        <p:spPr>
          <a:xfrm>
            <a:off x="1781335" y="4056502"/>
            <a:ext cx="1389888" cy="274320"/>
          </a:xfrm>
          <a:prstGeom prst="rect">
            <a:avLst/>
          </a:prstGeom>
          <a:noFill/>
          <a:ln/>
        </p:spPr>
        <p:txBody>
          <a:bodyPr wrap="square" lIns="0" tIns="0" rIns="0" bIns="0" rtlCol="0" anchor="ctr"/>
          <a:lstStyle/>
          <a:p>
            <a:pPr marL="0" indent="0" algn="ctr">
              <a:buNone/>
            </a:pPr>
            <a:r>
              <a:rPr lang="en-US" sz="1000" b="1" noProof="0" dirty="0">
                <a:solidFill>
                  <a:srgbClr val="1B2A3B"/>
                </a:solidFill>
              </a:rPr>
              <a:t>User Prompt</a:t>
            </a:r>
            <a:endParaRPr lang="en-US" sz="1000" noProof="0" dirty="0"/>
          </a:p>
        </p:txBody>
      </p:sp>
      <p:pic>
        <p:nvPicPr>
          <p:cNvPr id="67" name="Image 1" descr="preencoded.png">
            <a:extLst>
              <a:ext uri="{FF2B5EF4-FFF2-40B4-BE49-F238E27FC236}">
                <a16:creationId xmlns:a16="http://schemas.microsoft.com/office/drawing/2014/main" id="{6E7FAFB5-53C5-01E1-8162-7E0C38AF5F46}"/>
              </a:ext>
            </a:extLst>
          </p:cNvPr>
          <p:cNvPicPr>
            <a:picLocks noChangeAspect="1"/>
          </p:cNvPicPr>
          <p:nvPr/>
        </p:nvPicPr>
        <p:blipFill>
          <a:blip r:embed="rId4"/>
          <a:stretch>
            <a:fillRect/>
          </a:stretch>
        </p:blipFill>
        <p:spPr>
          <a:xfrm>
            <a:off x="3171223" y="3260974"/>
            <a:ext cx="329184" cy="329184"/>
          </a:xfrm>
          <a:prstGeom prst="rect">
            <a:avLst/>
          </a:prstGeom>
        </p:spPr>
      </p:pic>
      <p:sp>
        <p:nvSpPr>
          <p:cNvPr id="68" name="Shape 8">
            <a:extLst>
              <a:ext uri="{FF2B5EF4-FFF2-40B4-BE49-F238E27FC236}">
                <a16:creationId xmlns:a16="http://schemas.microsoft.com/office/drawing/2014/main" id="{2F1CB542-2A72-D4AA-B76C-FC1AAB3566A6}"/>
              </a:ext>
            </a:extLst>
          </p:cNvPr>
          <p:cNvSpPr/>
          <p:nvPr/>
        </p:nvSpPr>
        <p:spPr>
          <a:xfrm>
            <a:off x="3610135" y="2803774"/>
            <a:ext cx="1170432" cy="1170432"/>
          </a:xfrm>
          <a:prstGeom prst="ellipse">
            <a:avLst/>
          </a:prstGeom>
          <a:noFill/>
          <a:ln w="12700">
            <a:solidFill>
              <a:srgbClr val="000000"/>
            </a:solidFill>
            <a:prstDash val="solid"/>
          </a:ln>
          <a:effectLst>
            <a:outerShdw blurRad="101600" dist="38100" dir="8100000" algn="bl" rotWithShape="0">
              <a:srgbClr val="000000">
                <a:alpha val="10000"/>
              </a:srgbClr>
            </a:outerShdw>
          </a:effectLst>
        </p:spPr>
        <p:txBody>
          <a:bodyPr/>
          <a:lstStyle/>
          <a:p>
            <a:endParaRPr lang="en-US" noProof="0" dirty="0"/>
          </a:p>
        </p:txBody>
      </p:sp>
      <p:pic>
        <p:nvPicPr>
          <p:cNvPr id="69" name="Image 2" descr="preencoded.png">
            <a:extLst>
              <a:ext uri="{FF2B5EF4-FFF2-40B4-BE49-F238E27FC236}">
                <a16:creationId xmlns:a16="http://schemas.microsoft.com/office/drawing/2014/main" id="{DD724B51-12E0-0D44-3931-FBED0C2F165F}"/>
              </a:ext>
            </a:extLst>
          </p:cNvPr>
          <p:cNvPicPr>
            <a:picLocks noChangeAspect="1"/>
          </p:cNvPicPr>
          <p:nvPr/>
        </p:nvPicPr>
        <p:blipFill>
          <a:blip r:embed="rId5"/>
          <a:stretch>
            <a:fillRect/>
          </a:stretch>
        </p:blipFill>
        <p:spPr>
          <a:xfrm>
            <a:off x="3957607" y="3176028"/>
            <a:ext cx="475488" cy="475488"/>
          </a:xfrm>
          <a:prstGeom prst="rect">
            <a:avLst/>
          </a:prstGeom>
        </p:spPr>
      </p:pic>
      <p:sp>
        <p:nvSpPr>
          <p:cNvPr id="70" name="Text 9">
            <a:extLst>
              <a:ext uri="{FF2B5EF4-FFF2-40B4-BE49-F238E27FC236}">
                <a16:creationId xmlns:a16="http://schemas.microsoft.com/office/drawing/2014/main" id="{D124B230-A157-9B1E-7E09-3D761AA0ADE9}"/>
              </a:ext>
            </a:extLst>
          </p:cNvPr>
          <p:cNvSpPr/>
          <p:nvPr/>
        </p:nvSpPr>
        <p:spPr>
          <a:xfrm>
            <a:off x="3500407" y="4056502"/>
            <a:ext cx="1389888" cy="274320"/>
          </a:xfrm>
          <a:prstGeom prst="rect">
            <a:avLst/>
          </a:prstGeom>
          <a:noFill/>
          <a:ln/>
        </p:spPr>
        <p:txBody>
          <a:bodyPr wrap="square" lIns="0" tIns="0" rIns="0" bIns="0" rtlCol="0" anchor="ctr"/>
          <a:lstStyle/>
          <a:p>
            <a:pPr marL="0" indent="0" algn="ctr">
              <a:buNone/>
            </a:pPr>
            <a:r>
              <a:rPr lang="en-US" sz="1000" b="1" noProof="0" dirty="0">
                <a:solidFill>
                  <a:srgbClr val="1B2A3B"/>
                </a:solidFill>
              </a:rPr>
              <a:t>Search</a:t>
            </a:r>
            <a:endParaRPr lang="en-US" sz="1000" noProof="0" dirty="0"/>
          </a:p>
        </p:txBody>
      </p:sp>
      <p:pic>
        <p:nvPicPr>
          <p:cNvPr id="72" name="Image 3" descr="preencoded.png">
            <a:extLst>
              <a:ext uri="{FF2B5EF4-FFF2-40B4-BE49-F238E27FC236}">
                <a16:creationId xmlns:a16="http://schemas.microsoft.com/office/drawing/2014/main" id="{9B11BBDB-F3F1-5D30-7D90-11AC12BB874B}"/>
              </a:ext>
            </a:extLst>
          </p:cNvPr>
          <p:cNvPicPr>
            <a:picLocks noChangeAspect="1"/>
          </p:cNvPicPr>
          <p:nvPr/>
        </p:nvPicPr>
        <p:blipFill>
          <a:blip r:embed="rId4"/>
          <a:stretch>
            <a:fillRect/>
          </a:stretch>
        </p:blipFill>
        <p:spPr>
          <a:xfrm>
            <a:off x="4890295" y="3260974"/>
            <a:ext cx="329184" cy="329184"/>
          </a:xfrm>
          <a:prstGeom prst="rect">
            <a:avLst/>
          </a:prstGeom>
        </p:spPr>
      </p:pic>
      <p:sp>
        <p:nvSpPr>
          <p:cNvPr id="73" name="Shape 11">
            <a:extLst>
              <a:ext uri="{FF2B5EF4-FFF2-40B4-BE49-F238E27FC236}">
                <a16:creationId xmlns:a16="http://schemas.microsoft.com/office/drawing/2014/main" id="{318E120B-BD81-780F-5920-77BE1C67D411}"/>
              </a:ext>
            </a:extLst>
          </p:cNvPr>
          <p:cNvSpPr/>
          <p:nvPr/>
        </p:nvSpPr>
        <p:spPr>
          <a:xfrm>
            <a:off x="5329207" y="2803774"/>
            <a:ext cx="1170432" cy="1170432"/>
          </a:xfrm>
          <a:prstGeom prst="ellipse">
            <a:avLst/>
          </a:prstGeom>
          <a:noFill/>
          <a:ln w="12700">
            <a:solidFill>
              <a:srgbClr val="000000"/>
            </a:solidFill>
            <a:prstDash val="solid"/>
          </a:ln>
          <a:effectLst>
            <a:outerShdw blurRad="101600" dist="38100" dir="8100000" algn="bl" rotWithShape="0">
              <a:srgbClr val="000000">
                <a:alpha val="10000"/>
              </a:srgbClr>
            </a:outerShdw>
          </a:effectLst>
        </p:spPr>
        <p:txBody>
          <a:bodyPr/>
          <a:lstStyle/>
          <a:p>
            <a:endParaRPr lang="en-US" noProof="0" dirty="0"/>
          </a:p>
        </p:txBody>
      </p:sp>
      <p:pic>
        <p:nvPicPr>
          <p:cNvPr id="74" name="Image 4" descr="preencoded.png">
            <a:extLst>
              <a:ext uri="{FF2B5EF4-FFF2-40B4-BE49-F238E27FC236}">
                <a16:creationId xmlns:a16="http://schemas.microsoft.com/office/drawing/2014/main" id="{6C7AD692-4B95-3507-CA1E-C4877DC49276}"/>
              </a:ext>
            </a:extLst>
          </p:cNvPr>
          <p:cNvPicPr>
            <a:picLocks noChangeAspect="1"/>
          </p:cNvPicPr>
          <p:nvPr/>
        </p:nvPicPr>
        <p:blipFill>
          <a:blip r:embed="rId6"/>
          <a:stretch>
            <a:fillRect/>
          </a:stretch>
        </p:blipFill>
        <p:spPr>
          <a:xfrm>
            <a:off x="5667535" y="3149006"/>
            <a:ext cx="475488" cy="475488"/>
          </a:xfrm>
          <a:prstGeom prst="rect">
            <a:avLst/>
          </a:prstGeom>
        </p:spPr>
      </p:pic>
      <p:sp>
        <p:nvSpPr>
          <p:cNvPr id="75" name="Text 12">
            <a:extLst>
              <a:ext uri="{FF2B5EF4-FFF2-40B4-BE49-F238E27FC236}">
                <a16:creationId xmlns:a16="http://schemas.microsoft.com/office/drawing/2014/main" id="{52340E1D-CD82-4691-9203-A607082964ED}"/>
              </a:ext>
            </a:extLst>
          </p:cNvPr>
          <p:cNvSpPr/>
          <p:nvPr/>
        </p:nvSpPr>
        <p:spPr>
          <a:xfrm>
            <a:off x="5219479" y="4056502"/>
            <a:ext cx="1389888" cy="274320"/>
          </a:xfrm>
          <a:prstGeom prst="rect">
            <a:avLst/>
          </a:prstGeom>
          <a:noFill/>
          <a:ln/>
        </p:spPr>
        <p:txBody>
          <a:bodyPr wrap="square" lIns="0" tIns="0" rIns="0" bIns="0" rtlCol="0" anchor="ctr"/>
          <a:lstStyle/>
          <a:p>
            <a:pPr marL="0" indent="0" algn="ctr">
              <a:buNone/>
            </a:pPr>
            <a:r>
              <a:rPr lang="en-US" sz="1000" b="1" noProof="0" dirty="0">
                <a:solidFill>
                  <a:srgbClr val="1B2A3B"/>
                </a:solidFill>
              </a:rPr>
              <a:t>Knowledge Base</a:t>
            </a:r>
            <a:endParaRPr lang="en-US" sz="1000" noProof="0" dirty="0"/>
          </a:p>
        </p:txBody>
      </p:sp>
      <p:pic>
        <p:nvPicPr>
          <p:cNvPr id="77" name="Image 5" descr="preencoded.png">
            <a:extLst>
              <a:ext uri="{FF2B5EF4-FFF2-40B4-BE49-F238E27FC236}">
                <a16:creationId xmlns:a16="http://schemas.microsoft.com/office/drawing/2014/main" id="{C16BB8BF-4E52-D866-B745-1703FC9BADF7}"/>
              </a:ext>
            </a:extLst>
          </p:cNvPr>
          <p:cNvPicPr>
            <a:picLocks noChangeAspect="1"/>
          </p:cNvPicPr>
          <p:nvPr/>
        </p:nvPicPr>
        <p:blipFill>
          <a:blip r:embed="rId4"/>
          <a:stretch>
            <a:fillRect/>
          </a:stretch>
        </p:blipFill>
        <p:spPr>
          <a:xfrm>
            <a:off x="6609367" y="3387665"/>
            <a:ext cx="329184" cy="329184"/>
          </a:xfrm>
          <a:prstGeom prst="rect">
            <a:avLst/>
          </a:prstGeom>
        </p:spPr>
      </p:pic>
      <p:sp>
        <p:nvSpPr>
          <p:cNvPr id="78" name="Shape 14">
            <a:extLst>
              <a:ext uri="{FF2B5EF4-FFF2-40B4-BE49-F238E27FC236}">
                <a16:creationId xmlns:a16="http://schemas.microsoft.com/office/drawing/2014/main" id="{6F5CBF2F-EC37-E4D1-09AF-457892F4864C}"/>
              </a:ext>
            </a:extLst>
          </p:cNvPr>
          <p:cNvSpPr/>
          <p:nvPr/>
        </p:nvSpPr>
        <p:spPr>
          <a:xfrm>
            <a:off x="7048279" y="2803774"/>
            <a:ext cx="1170432" cy="1170432"/>
          </a:xfrm>
          <a:prstGeom prst="ellipse">
            <a:avLst/>
          </a:prstGeom>
          <a:noFill/>
          <a:ln w="12700">
            <a:solidFill>
              <a:srgbClr val="000000"/>
            </a:solidFill>
            <a:prstDash val="solid"/>
          </a:ln>
          <a:effectLst>
            <a:outerShdw blurRad="101600" dist="38100" dir="8100000" algn="bl" rotWithShape="0">
              <a:srgbClr val="000000">
                <a:alpha val="10000"/>
              </a:srgbClr>
            </a:outerShdw>
          </a:effectLst>
        </p:spPr>
        <p:txBody>
          <a:bodyPr/>
          <a:lstStyle/>
          <a:p>
            <a:endParaRPr lang="en-US" noProof="0" dirty="0"/>
          </a:p>
        </p:txBody>
      </p:sp>
      <p:pic>
        <p:nvPicPr>
          <p:cNvPr id="79" name="Image 6" descr="preencoded.png">
            <a:extLst>
              <a:ext uri="{FF2B5EF4-FFF2-40B4-BE49-F238E27FC236}">
                <a16:creationId xmlns:a16="http://schemas.microsoft.com/office/drawing/2014/main" id="{AFB0EB77-F699-FF35-0634-0A42D3D1BA60}"/>
              </a:ext>
            </a:extLst>
          </p:cNvPr>
          <p:cNvPicPr>
            <a:picLocks noChangeAspect="1"/>
          </p:cNvPicPr>
          <p:nvPr/>
        </p:nvPicPr>
        <p:blipFill>
          <a:blip r:embed="rId7"/>
          <a:stretch>
            <a:fillRect/>
          </a:stretch>
        </p:blipFill>
        <p:spPr>
          <a:xfrm>
            <a:off x="7380127" y="3141915"/>
            <a:ext cx="475488" cy="475488"/>
          </a:xfrm>
          <a:prstGeom prst="rect">
            <a:avLst/>
          </a:prstGeom>
        </p:spPr>
      </p:pic>
      <p:sp>
        <p:nvSpPr>
          <p:cNvPr id="80" name="Text 15">
            <a:extLst>
              <a:ext uri="{FF2B5EF4-FFF2-40B4-BE49-F238E27FC236}">
                <a16:creationId xmlns:a16="http://schemas.microsoft.com/office/drawing/2014/main" id="{DFEC622B-A731-A2D0-CDA1-700079D645A0}"/>
              </a:ext>
            </a:extLst>
          </p:cNvPr>
          <p:cNvSpPr/>
          <p:nvPr/>
        </p:nvSpPr>
        <p:spPr>
          <a:xfrm>
            <a:off x="6938551" y="4056502"/>
            <a:ext cx="1389888" cy="274320"/>
          </a:xfrm>
          <a:prstGeom prst="rect">
            <a:avLst/>
          </a:prstGeom>
          <a:noFill/>
          <a:ln/>
        </p:spPr>
        <p:txBody>
          <a:bodyPr wrap="square" lIns="0" tIns="0" rIns="0" bIns="0" rtlCol="0" anchor="ctr"/>
          <a:lstStyle/>
          <a:p>
            <a:pPr marL="0" indent="0" algn="ctr">
              <a:buNone/>
            </a:pPr>
            <a:r>
              <a:rPr lang="en-US" sz="1000" b="1" noProof="0" dirty="0">
                <a:solidFill>
                  <a:srgbClr val="1B2A3B"/>
                </a:solidFill>
              </a:rPr>
              <a:t>LLM (AI)</a:t>
            </a:r>
            <a:endParaRPr lang="en-US" sz="1000" noProof="0" dirty="0"/>
          </a:p>
        </p:txBody>
      </p:sp>
      <p:sp>
        <p:nvSpPr>
          <p:cNvPr id="83" name="Shape 17">
            <a:extLst>
              <a:ext uri="{FF2B5EF4-FFF2-40B4-BE49-F238E27FC236}">
                <a16:creationId xmlns:a16="http://schemas.microsoft.com/office/drawing/2014/main" id="{504023C6-077F-3C1B-0334-3FCBAA8162F7}"/>
              </a:ext>
            </a:extLst>
          </p:cNvPr>
          <p:cNvSpPr/>
          <p:nvPr/>
        </p:nvSpPr>
        <p:spPr>
          <a:xfrm>
            <a:off x="8767351" y="2803774"/>
            <a:ext cx="1170432" cy="1170432"/>
          </a:xfrm>
          <a:prstGeom prst="ellipse">
            <a:avLst/>
          </a:prstGeom>
          <a:noFill/>
          <a:ln w="12700">
            <a:solidFill>
              <a:srgbClr val="000000"/>
            </a:solidFill>
            <a:prstDash val="solid"/>
          </a:ln>
          <a:effectLst>
            <a:outerShdw blurRad="101600" dist="38100" dir="8100000" algn="bl" rotWithShape="0">
              <a:srgbClr val="000000">
                <a:alpha val="10000"/>
              </a:srgbClr>
            </a:outerShdw>
          </a:effectLst>
        </p:spPr>
        <p:txBody>
          <a:bodyPr/>
          <a:lstStyle/>
          <a:p>
            <a:endParaRPr lang="en-US" noProof="0" dirty="0"/>
          </a:p>
        </p:txBody>
      </p:sp>
      <p:pic>
        <p:nvPicPr>
          <p:cNvPr id="84" name="Image 8" descr="preencoded.png">
            <a:extLst>
              <a:ext uri="{FF2B5EF4-FFF2-40B4-BE49-F238E27FC236}">
                <a16:creationId xmlns:a16="http://schemas.microsoft.com/office/drawing/2014/main" id="{57A45F68-29E0-0445-E625-116FC0DF4FDC}"/>
              </a:ext>
            </a:extLst>
          </p:cNvPr>
          <p:cNvPicPr>
            <a:picLocks noChangeAspect="1"/>
          </p:cNvPicPr>
          <p:nvPr/>
        </p:nvPicPr>
        <p:blipFill>
          <a:blip r:embed="rId8"/>
          <a:stretch>
            <a:fillRect/>
          </a:stretch>
        </p:blipFill>
        <p:spPr>
          <a:xfrm>
            <a:off x="9114823" y="3164300"/>
            <a:ext cx="475488" cy="475488"/>
          </a:xfrm>
          <a:prstGeom prst="rect">
            <a:avLst/>
          </a:prstGeom>
        </p:spPr>
      </p:pic>
      <p:sp>
        <p:nvSpPr>
          <p:cNvPr id="85" name="Text 18">
            <a:extLst>
              <a:ext uri="{FF2B5EF4-FFF2-40B4-BE49-F238E27FC236}">
                <a16:creationId xmlns:a16="http://schemas.microsoft.com/office/drawing/2014/main" id="{A25853B7-05E5-92B7-97F4-E6F43F810DA8}"/>
              </a:ext>
            </a:extLst>
          </p:cNvPr>
          <p:cNvSpPr/>
          <p:nvPr/>
        </p:nvSpPr>
        <p:spPr>
          <a:xfrm>
            <a:off x="8657623" y="4056502"/>
            <a:ext cx="1389888" cy="274320"/>
          </a:xfrm>
          <a:prstGeom prst="rect">
            <a:avLst/>
          </a:prstGeom>
          <a:noFill/>
          <a:ln/>
        </p:spPr>
        <p:txBody>
          <a:bodyPr wrap="square" lIns="0" tIns="0" rIns="0" bIns="0" rtlCol="0" anchor="ctr"/>
          <a:lstStyle/>
          <a:p>
            <a:pPr marL="0" indent="0" algn="ctr">
              <a:buNone/>
            </a:pPr>
            <a:r>
              <a:rPr lang="en-US" sz="1000" b="1" noProof="0" dirty="0">
                <a:solidFill>
                  <a:srgbClr val="1B2A3B"/>
                </a:solidFill>
              </a:rPr>
              <a:t>Answer</a:t>
            </a:r>
            <a:endParaRPr lang="en-US" sz="1000" noProof="0" dirty="0"/>
          </a:p>
        </p:txBody>
      </p:sp>
      <p:pic>
        <p:nvPicPr>
          <p:cNvPr id="92" name="Graphic 91" descr="Arrow Right with solid fill">
            <a:extLst>
              <a:ext uri="{FF2B5EF4-FFF2-40B4-BE49-F238E27FC236}">
                <a16:creationId xmlns:a16="http://schemas.microsoft.com/office/drawing/2014/main" id="{0BE773ED-3950-D9A4-0464-8A031FA5ABD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156623" y="3155493"/>
            <a:ext cx="370657" cy="370657"/>
          </a:xfrm>
          <a:prstGeom prst="rect">
            <a:avLst/>
          </a:prstGeom>
        </p:spPr>
      </p:pic>
      <p:pic>
        <p:nvPicPr>
          <p:cNvPr id="124" name="Graphic 123" descr="Arrow Right with solid fill">
            <a:extLst>
              <a:ext uri="{FF2B5EF4-FFF2-40B4-BE49-F238E27FC236}">
                <a16:creationId xmlns:a16="http://schemas.microsoft.com/office/drawing/2014/main" id="{F5638596-C122-9F55-D264-4088BE65B50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855641" y="3176028"/>
            <a:ext cx="431535" cy="431535"/>
          </a:xfrm>
          <a:prstGeom prst="rect">
            <a:avLst/>
          </a:prstGeom>
        </p:spPr>
      </p:pic>
      <p:pic>
        <p:nvPicPr>
          <p:cNvPr id="128" name="Graphic 127" descr="Arrow Right with solid fill">
            <a:extLst>
              <a:ext uri="{FF2B5EF4-FFF2-40B4-BE49-F238E27FC236}">
                <a16:creationId xmlns:a16="http://schemas.microsoft.com/office/drawing/2014/main" id="{2B698DB1-7338-3C6D-58C0-8D7F523EA39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288884" y="3179970"/>
            <a:ext cx="417123" cy="417123"/>
          </a:xfrm>
          <a:prstGeom prst="rect">
            <a:avLst/>
          </a:prstGeom>
        </p:spPr>
      </p:pic>
      <p:pic>
        <p:nvPicPr>
          <p:cNvPr id="130" name="Graphic 129" descr="Arrow Right with solid fill">
            <a:extLst>
              <a:ext uri="{FF2B5EF4-FFF2-40B4-BE49-F238E27FC236}">
                <a16:creationId xmlns:a16="http://schemas.microsoft.com/office/drawing/2014/main" id="{95E8CF2C-3F57-CC60-4162-70BADE22FB1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562344" y="3167767"/>
            <a:ext cx="417157" cy="417157"/>
          </a:xfrm>
          <a:prstGeom prst="rect">
            <a:avLst/>
          </a:prstGeom>
        </p:spPr>
      </p:pic>
      <p:sp>
        <p:nvSpPr>
          <p:cNvPr id="4" name="ZoneTexte 3">
            <a:extLst>
              <a:ext uri="{FF2B5EF4-FFF2-40B4-BE49-F238E27FC236}">
                <a16:creationId xmlns:a16="http://schemas.microsoft.com/office/drawing/2014/main" id="{AD033DC7-71B5-563E-2187-950B93145BD0}"/>
              </a:ext>
            </a:extLst>
          </p:cNvPr>
          <p:cNvSpPr txBox="1"/>
          <p:nvPr/>
        </p:nvSpPr>
        <p:spPr>
          <a:xfrm>
            <a:off x="2961290" y="2005789"/>
            <a:ext cx="6269420" cy="369332"/>
          </a:xfrm>
          <a:prstGeom prst="rect">
            <a:avLst/>
          </a:prstGeom>
          <a:noFill/>
        </p:spPr>
        <p:txBody>
          <a:bodyPr wrap="square">
            <a:spAutoFit/>
          </a:bodyPr>
          <a:lstStyle/>
          <a:p>
            <a:r>
              <a:rPr lang="en-US" sz="1800" b="1" noProof="0" dirty="0">
                <a:solidFill>
                  <a:srgbClr val="22C55E"/>
                </a:solidFill>
              </a:rPr>
              <a:t>Status: Knowledge Base currently under construction</a:t>
            </a:r>
          </a:p>
        </p:txBody>
      </p:sp>
      <p:sp>
        <p:nvSpPr>
          <p:cNvPr id="3" name="Slide Number Placeholder 2">
            <a:extLst>
              <a:ext uri="{FF2B5EF4-FFF2-40B4-BE49-F238E27FC236}">
                <a16:creationId xmlns:a16="http://schemas.microsoft.com/office/drawing/2014/main" id="{40234054-65D3-DF09-E42A-5B689DFCC52D}"/>
              </a:ext>
            </a:extLst>
          </p:cNvPr>
          <p:cNvSpPr>
            <a:spLocks noGrp="1"/>
          </p:cNvSpPr>
          <p:nvPr>
            <p:ph type="sldNum" sz="quarter" idx="12"/>
          </p:nvPr>
        </p:nvSpPr>
        <p:spPr/>
        <p:txBody>
          <a:bodyPr/>
          <a:lstStyle/>
          <a:p>
            <a:fld id="{40A7B169-58CE-4E65-B1F9-ACF9E46440C2}" type="slidenum">
              <a:rPr lang="en-US" noProof="0" smtClean="0"/>
              <a:t>14</a:t>
            </a:fld>
            <a:endParaRPr lang="en-US" noProof="0" dirty="0"/>
          </a:p>
        </p:txBody>
      </p:sp>
    </p:spTree>
    <p:extLst>
      <p:ext uri="{BB962C8B-B14F-4D97-AF65-F5344CB8AC3E}">
        <p14:creationId xmlns:p14="http://schemas.microsoft.com/office/powerpoint/2010/main" val="15425974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AB4CC-A6D3-F76B-8EB2-A2E92443A1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E41A63-B9EA-F33B-0F41-4CAD6B51BE21}"/>
              </a:ext>
            </a:extLst>
          </p:cNvPr>
          <p:cNvSpPr>
            <a:spLocks noGrp="1"/>
          </p:cNvSpPr>
          <p:nvPr>
            <p:ph type="title"/>
          </p:nvPr>
        </p:nvSpPr>
        <p:spPr>
          <a:xfrm>
            <a:off x="242477" y="-53443"/>
            <a:ext cx="11609159" cy="1247050"/>
          </a:xfrm>
        </p:spPr>
        <p:txBody>
          <a:bodyPr/>
          <a:lstStyle/>
          <a:p>
            <a:r>
              <a:rPr lang="en-US" sz="1800" b="1" noProof="0" dirty="0"/>
              <a:t> The ST ChatGPT Platform</a:t>
            </a:r>
          </a:p>
        </p:txBody>
      </p:sp>
      <p:sp>
        <p:nvSpPr>
          <p:cNvPr id="56" name="TextBox 55">
            <a:extLst>
              <a:ext uri="{FF2B5EF4-FFF2-40B4-BE49-F238E27FC236}">
                <a16:creationId xmlns:a16="http://schemas.microsoft.com/office/drawing/2014/main" id="{BC1D69C9-18ED-09E2-3515-6435D1ABDE7F}"/>
              </a:ext>
            </a:extLst>
          </p:cNvPr>
          <p:cNvSpPr txBox="1"/>
          <p:nvPr/>
        </p:nvSpPr>
        <p:spPr>
          <a:xfrm>
            <a:off x="242477" y="615186"/>
            <a:ext cx="6271666" cy="276999"/>
          </a:xfrm>
          <a:prstGeom prst="rect">
            <a:avLst/>
          </a:prstGeom>
          <a:noFill/>
        </p:spPr>
        <p:txBody>
          <a:bodyPr wrap="square">
            <a:spAutoFit/>
          </a:bodyPr>
          <a:lstStyle/>
          <a:p>
            <a:pPr marL="0" indent="0" algn="l">
              <a:buNone/>
            </a:pPr>
            <a:r>
              <a:rPr lang="en-US" sz="1200" b="1" noProof="0" dirty="0">
                <a:solidFill>
                  <a:srgbClr val="425A78"/>
                </a:solidFill>
              </a:rPr>
              <a:t>How does the platform work?</a:t>
            </a:r>
          </a:p>
        </p:txBody>
      </p:sp>
      <p:sp>
        <p:nvSpPr>
          <p:cNvPr id="57" name="Text 3">
            <a:extLst>
              <a:ext uri="{FF2B5EF4-FFF2-40B4-BE49-F238E27FC236}">
                <a16:creationId xmlns:a16="http://schemas.microsoft.com/office/drawing/2014/main" id="{E6A57242-D0D4-9175-B673-2BEF6C5DF2E7}"/>
              </a:ext>
            </a:extLst>
          </p:cNvPr>
          <p:cNvSpPr/>
          <p:nvPr/>
        </p:nvSpPr>
        <p:spPr>
          <a:xfrm>
            <a:off x="340364" y="925138"/>
            <a:ext cx="8229600" cy="256032"/>
          </a:xfrm>
          <a:prstGeom prst="rect">
            <a:avLst/>
          </a:prstGeom>
          <a:noFill/>
          <a:ln/>
        </p:spPr>
        <p:txBody>
          <a:bodyPr wrap="square" lIns="0" tIns="0" rIns="0" bIns="0" rtlCol="0" anchor="ctr"/>
          <a:lstStyle/>
          <a:p>
            <a:r>
              <a:rPr lang="en-US" sz="1200" i="1" noProof="0" dirty="0">
                <a:solidFill>
                  <a:srgbClr val="64748B"/>
                </a:solidFill>
              </a:rPr>
              <a:t>Full chain: from question to sourced, traceable answer</a:t>
            </a:r>
          </a:p>
        </p:txBody>
      </p:sp>
      <p:sp>
        <p:nvSpPr>
          <p:cNvPr id="58" name="Shape 4">
            <a:extLst>
              <a:ext uri="{FF2B5EF4-FFF2-40B4-BE49-F238E27FC236}">
                <a16:creationId xmlns:a16="http://schemas.microsoft.com/office/drawing/2014/main" id="{91DE3B7B-CE6A-BBAF-3386-E1E3E0296216}"/>
              </a:ext>
            </a:extLst>
          </p:cNvPr>
          <p:cNvSpPr/>
          <p:nvPr/>
        </p:nvSpPr>
        <p:spPr>
          <a:xfrm>
            <a:off x="340364" y="1302803"/>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63" name="Shape 5">
            <a:extLst>
              <a:ext uri="{FF2B5EF4-FFF2-40B4-BE49-F238E27FC236}">
                <a16:creationId xmlns:a16="http://schemas.microsoft.com/office/drawing/2014/main" id="{8A17D537-17A8-76E4-11CD-628DF83510E2}"/>
              </a:ext>
            </a:extLst>
          </p:cNvPr>
          <p:cNvSpPr/>
          <p:nvPr/>
        </p:nvSpPr>
        <p:spPr>
          <a:xfrm>
            <a:off x="1891063" y="2159751"/>
            <a:ext cx="1170432" cy="1170432"/>
          </a:xfrm>
          <a:prstGeom prst="ellipse">
            <a:avLst/>
          </a:prstGeom>
          <a:solidFill>
            <a:srgbClr val="1B2A3B"/>
          </a:solidFill>
          <a:ln w="12700">
            <a:solidFill>
              <a:srgbClr val="000000"/>
            </a:solidFill>
            <a:prstDash val="solid"/>
          </a:ln>
          <a:effectLst>
            <a:outerShdw blurRad="101600" dist="38100" dir="8100000" algn="bl" rotWithShape="0">
              <a:srgbClr val="000000">
                <a:alpha val="10000"/>
              </a:srgbClr>
            </a:outerShdw>
          </a:effectLst>
        </p:spPr>
        <p:txBody>
          <a:bodyPr/>
          <a:lstStyle/>
          <a:p>
            <a:endParaRPr lang="en-US" noProof="0" dirty="0"/>
          </a:p>
        </p:txBody>
      </p:sp>
      <p:pic>
        <p:nvPicPr>
          <p:cNvPr id="64" name="Image 0" descr="preencoded.png">
            <a:extLst>
              <a:ext uri="{FF2B5EF4-FFF2-40B4-BE49-F238E27FC236}">
                <a16:creationId xmlns:a16="http://schemas.microsoft.com/office/drawing/2014/main" id="{E3D2E855-0AD1-39B8-E78C-B361280C82FA}"/>
              </a:ext>
            </a:extLst>
          </p:cNvPr>
          <p:cNvPicPr>
            <a:picLocks noChangeAspect="1"/>
          </p:cNvPicPr>
          <p:nvPr/>
        </p:nvPicPr>
        <p:blipFill>
          <a:blip r:embed="rId3"/>
          <a:stretch>
            <a:fillRect/>
          </a:stretch>
        </p:blipFill>
        <p:spPr>
          <a:xfrm>
            <a:off x="2238535" y="2456931"/>
            <a:ext cx="475488" cy="475488"/>
          </a:xfrm>
          <a:prstGeom prst="rect">
            <a:avLst/>
          </a:prstGeom>
        </p:spPr>
      </p:pic>
      <p:sp>
        <p:nvSpPr>
          <p:cNvPr id="65" name="Text 6">
            <a:extLst>
              <a:ext uri="{FF2B5EF4-FFF2-40B4-BE49-F238E27FC236}">
                <a16:creationId xmlns:a16="http://schemas.microsoft.com/office/drawing/2014/main" id="{BA85573E-26CD-DEF0-FBB7-23D70876F5FB}"/>
              </a:ext>
            </a:extLst>
          </p:cNvPr>
          <p:cNvSpPr/>
          <p:nvPr/>
        </p:nvSpPr>
        <p:spPr>
          <a:xfrm>
            <a:off x="1781335" y="3412479"/>
            <a:ext cx="1389888" cy="274320"/>
          </a:xfrm>
          <a:prstGeom prst="rect">
            <a:avLst/>
          </a:prstGeom>
          <a:noFill/>
          <a:ln/>
        </p:spPr>
        <p:txBody>
          <a:bodyPr wrap="square" lIns="0" tIns="0" rIns="0" bIns="0" rtlCol="0" anchor="ctr"/>
          <a:lstStyle/>
          <a:p>
            <a:pPr marL="0" indent="0" algn="ctr">
              <a:buNone/>
            </a:pPr>
            <a:r>
              <a:rPr lang="en-US" sz="1000" b="1" noProof="0" dirty="0">
                <a:solidFill>
                  <a:srgbClr val="1B2A3B"/>
                </a:solidFill>
              </a:rPr>
              <a:t>User Prompt</a:t>
            </a:r>
            <a:endParaRPr lang="en-US" sz="1000" noProof="0" dirty="0"/>
          </a:p>
        </p:txBody>
      </p:sp>
      <p:sp>
        <p:nvSpPr>
          <p:cNvPr id="66" name="Text 7">
            <a:extLst>
              <a:ext uri="{FF2B5EF4-FFF2-40B4-BE49-F238E27FC236}">
                <a16:creationId xmlns:a16="http://schemas.microsoft.com/office/drawing/2014/main" id="{81825177-81EF-D9C7-BB06-FEB9279CEE5F}"/>
              </a:ext>
            </a:extLst>
          </p:cNvPr>
          <p:cNvSpPr/>
          <p:nvPr/>
        </p:nvSpPr>
        <p:spPr>
          <a:xfrm>
            <a:off x="1763047" y="3686799"/>
            <a:ext cx="1426464" cy="548640"/>
          </a:xfrm>
          <a:prstGeom prst="rect">
            <a:avLst/>
          </a:prstGeom>
          <a:noFill/>
          <a:ln/>
        </p:spPr>
        <p:txBody>
          <a:bodyPr wrap="square" lIns="0" tIns="0" rIns="0" bIns="0" rtlCol="0" anchor="ctr"/>
          <a:lstStyle/>
          <a:p>
            <a:pPr marL="0" indent="0" algn="ctr">
              <a:buNone/>
            </a:pPr>
            <a:endParaRPr lang="en-US" sz="850" noProof="0" dirty="0"/>
          </a:p>
        </p:txBody>
      </p:sp>
      <p:pic>
        <p:nvPicPr>
          <p:cNvPr id="67" name="Image 1" descr="preencoded.png">
            <a:extLst>
              <a:ext uri="{FF2B5EF4-FFF2-40B4-BE49-F238E27FC236}">
                <a16:creationId xmlns:a16="http://schemas.microsoft.com/office/drawing/2014/main" id="{12C1E77D-3030-77B7-9866-D5C1749BAE3F}"/>
              </a:ext>
            </a:extLst>
          </p:cNvPr>
          <p:cNvPicPr>
            <a:picLocks noChangeAspect="1"/>
          </p:cNvPicPr>
          <p:nvPr/>
        </p:nvPicPr>
        <p:blipFill>
          <a:blip r:embed="rId4"/>
          <a:stretch>
            <a:fillRect/>
          </a:stretch>
        </p:blipFill>
        <p:spPr>
          <a:xfrm>
            <a:off x="3171223" y="2616951"/>
            <a:ext cx="329184" cy="329184"/>
          </a:xfrm>
          <a:prstGeom prst="rect">
            <a:avLst/>
          </a:prstGeom>
        </p:spPr>
      </p:pic>
      <p:sp>
        <p:nvSpPr>
          <p:cNvPr id="68" name="Shape 8">
            <a:extLst>
              <a:ext uri="{FF2B5EF4-FFF2-40B4-BE49-F238E27FC236}">
                <a16:creationId xmlns:a16="http://schemas.microsoft.com/office/drawing/2014/main" id="{14A660E3-9650-D14F-FA42-C51652628CE2}"/>
              </a:ext>
            </a:extLst>
          </p:cNvPr>
          <p:cNvSpPr/>
          <p:nvPr/>
        </p:nvSpPr>
        <p:spPr>
          <a:xfrm>
            <a:off x="3610135" y="2159751"/>
            <a:ext cx="1170432" cy="1170432"/>
          </a:xfrm>
          <a:prstGeom prst="ellipse">
            <a:avLst/>
          </a:prstGeom>
          <a:noFill/>
          <a:ln w="12700">
            <a:solidFill>
              <a:srgbClr val="000000"/>
            </a:solidFill>
            <a:prstDash val="solid"/>
          </a:ln>
          <a:effectLst>
            <a:outerShdw blurRad="101600" dist="38100" dir="8100000" algn="bl" rotWithShape="0">
              <a:srgbClr val="000000">
                <a:alpha val="10000"/>
              </a:srgbClr>
            </a:outerShdw>
          </a:effectLst>
        </p:spPr>
        <p:txBody>
          <a:bodyPr/>
          <a:lstStyle/>
          <a:p>
            <a:endParaRPr lang="en-US" noProof="0" dirty="0"/>
          </a:p>
        </p:txBody>
      </p:sp>
      <p:pic>
        <p:nvPicPr>
          <p:cNvPr id="69" name="Image 2" descr="preencoded.png">
            <a:extLst>
              <a:ext uri="{FF2B5EF4-FFF2-40B4-BE49-F238E27FC236}">
                <a16:creationId xmlns:a16="http://schemas.microsoft.com/office/drawing/2014/main" id="{D0329526-8350-66E6-5943-9C4DA96A602E}"/>
              </a:ext>
            </a:extLst>
          </p:cNvPr>
          <p:cNvPicPr>
            <a:picLocks noChangeAspect="1"/>
          </p:cNvPicPr>
          <p:nvPr/>
        </p:nvPicPr>
        <p:blipFill>
          <a:blip r:embed="rId5"/>
          <a:stretch>
            <a:fillRect/>
          </a:stretch>
        </p:blipFill>
        <p:spPr>
          <a:xfrm>
            <a:off x="3957607" y="2532005"/>
            <a:ext cx="475488" cy="475488"/>
          </a:xfrm>
          <a:prstGeom prst="rect">
            <a:avLst/>
          </a:prstGeom>
        </p:spPr>
      </p:pic>
      <p:sp>
        <p:nvSpPr>
          <p:cNvPr id="70" name="Text 9">
            <a:extLst>
              <a:ext uri="{FF2B5EF4-FFF2-40B4-BE49-F238E27FC236}">
                <a16:creationId xmlns:a16="http://schemas.microsoft.com/office/drawing/2014/main" id="{861008A4-9A3A-891E-8961-B70D76C27075}"/>
              </a:ext>
            </a:extLst>
          </p:cNvPr>
          <p:cNvSpPr/>
          <p:nvPr/>
        </p:nvSpPr>
        <p:spPr>
          <a:xfrm>
            <a:off x="3500407" y="3412479"/>
            <a:ext cx="1389888" cy="274320"/>
          </a:xfrm>
          <a:prstGeom prst="rect">
            <a:avLst/>
          </a:prstGeom>
          <a:noFill/>
          <a:ln/>
        </p:spPr>
        <p:txBody>
          <a:bodyPr wrap="square" lIns="0" tIns="0" rIns="0" bIns="0" rtlCol="0" anchor="ctr"/>
          <a:lstStyle/>
          <a:p>
            <a:pPr marL="0" indent="0" algn="ctr">
              <a:buNone/>
            </a:pPr>
            <a:r>
              <a:rPr lang="en-US" sz="1000" b="1" noProof="0" dirty="0">
                <a:solidFill>
                  <a:srgbClr val="1B2A3B"/>
                </a:solidFill>
              </a:rPr>
              <a:t>Search</a:t>
            </a:r>
            <a:endParaRPr lang="en-US" sz="1000" noProof="0" dirty="0"/>
          </a:p>
        </p:txBody>
      </p:sp>
      <p:sp>
        <p:nvSpPr>
          <p:cNvPr id="71" name="Text 10">
            <a:extLst>
              <a:ext uri="{FF2B5EF4-FFF2-40B4-BE49-F238E27FC236}">
                <a16:creationId xmlns:a16="http://schemas.microsoft.com/office/drawing/2014/main" id="{D5B32FB5-E3F2-B332-3004-68D9C1DC27FE}"/>
              </a:ext>
            </a:extLst>
          </p:cNvPr>
          <p:cNvSpPr/>
          <p:nvPr/>
        </p:nvSpPr>
        <p:spPr>
          <a:xfrm>
            <a:off x="3482119" y="3686799"/>
            <a:ext cx="1426464" cy="548640"/>
          </a:xfrm>
          <a:prstGeom prst="rect">
            <a:avLst/>
          </a:prstGeom>
          <a:noFill/>
          <a:ln/>
        </p:spPr>
        <p:txBody>
          <a:bodyPr wrap="square" lIns="0" tIns="0" rIns="0" bIns="0" rtlCol="0" anchor="ctr"/>
          <a:lstStyle/>
          <a:p>
            <a:pPr marL="0" indent="0" algn="ctr">
              <a:buNone/>
            </a:pPr>
            <a:endParaRPr lang="en-US" sz="850" noProof="0" dirty="0"/>
          </a:p>
        </p:txBody>
      </p:sp>
      <p:pic>
        <p:nvPicPr>
          <p:cNvPr id="72" name="Image 3" descr="preencoded.png">
            <a:extLst>
              <a:ext uri="{FF2B5EF4-FFF2-40B4-BE49-F238E27FC236}">
                <a16:creationId xmlns:a16="http://schemas.microsoft.com/office/drawing/2014/main" id="{75BC5416-2DC3-E714-520B-F5AA326A4BD9}"/>
              </a:ext>
            </a:extLst>
          </p:cNvPr>
          <p:cNvPicPr>
            <a:picLocks noChangeAspect="1"/>
          </p:cNvPicPr>
          <p:nvPr/>
        </p:nvPicPr>
        <p:blipFill>
          <a:blip r:embed="rId4"/>
          <a:stretch>
            <a:fillRect/>
          </a:stretch>
        </p:blipFill>
        <p:spPr>
          <a:xfrm>
            <a:off x="4890295" y="2616951"/>
            <a:ext cx="329184" cy="329184"/>
          </a:xfrm>
          <a:prstGeom prst="rect">
            <a:avLst/>
          </a:prstGeom>
        </p:spPr>
      </p:pic>
      <p:sp>
        <p:nvSpPr>
          <p:cNvPr id="73" name="Shape 11">
            <a:extLst>
              <a:ext uri="{FF2B5EF4-FFF2-40B4-BE49-F238E27FC236}">
                <a16:creationId xmlns:a16="http://schemas.microsoft.com/office/drawing/2014/main" id="{03B5C4B2-9654-8975-5CAF-F578FD1D2C32}"/>
              </a:ext>
            </a:extLst>
          </p:cNvPr>
          <p:cNvSpPr/>
          <p:nvPr/>
        </p:nvSpPr>
        <p:spPr>
          <a:xfrm>
            <a:off x="5329207" y="2159751"/>
            <a:ext cx="1170432" cy="1170432"/>
          </a:xfrm>
          <a:prstGeom prst="ellipse">
            <a:avLst/>
          </a:prstGeom>
          <a:noFill/>
          <a:ln w="12700">
            <a:solidFill>
              <a:srgbClr val="000000"/>
            </a:solidFill>
            <a:prstDash val="solid"/>
          </a:ln>
          <a:effectLst>
            <a:outerShdw blurRad="101600" dist="38100" dir="8100000" algn="bl" rotWithShape="0">
              <a:srgbClr val="000000">
                <a:alpha val="10000"/>
              </a:srgbClr>
            </a:outerShdw>
          </a:effectLst>
        </p:spPr>
        <p:txBody>
          <a:bodyPr/>
          <a:lstStyle/>
          <a:p>
            <a:endParaRPr lang="en-US" noProof="0" dirty="0"/>
          </a:p>
        </p:txBody>
      </p:sp>
      <p:pic>
        <p:nvPicPr>
          <p:cNvPr id="74" name="Image 4" descr="preencoded.png">
            <a:extLst>
              <a:ext uri="{FF2B5EF4-FFF2-40B4-BE49-F238E27FC236}">
                <a16:creationId xmlns:a16="http://schemas.microsoft.com/office/drawing/2014/main" id="{35FCC4AC-F922-D988-DA41-8AB1898BBD5B}"/>
              </a:ext>
            </a:extLst>
          </p:cNvPr>
          <p:cNvPicPr>
            <a:picLocks noChangeAspect="1"/>
          </p:cNvPicPr>
          <p:nvPr/>
        </p:nvPicPr>
        <p:blipFill>
          <a:blip r:embed="rId6"/>
          <a:stretch>
            <a:fillRect/>
          </a:stretch>
        </p:blipFill>
        <p:spPr>
          <a:xfrm>
            <a:off x="5667535" y="2504983"/>
            <a:ext cx="475488" cy="475488"/>
          </a:xfrm>
          <a:prstGeom prst="rect">
            <a:avLst/>
          </a:prstGeom>
        </p:spPr>
      </p:pic>
      <p:sp>
        <p:nvSpPr>
          <p:cNvPr id="75" name="Text 12">
            <a:extLst>
              <a:ext uri="{FF2B5EF4-FFF2-40B4-BE49-F238E27FC236}">
                <a16:creationId xmlns:a16="http://schemas.microsoft.com/office/drawing/2014/main" id="{7A3E19C7-A272-B481-6119-5821A3ED10A1}"/>
              </a:ext>
            </a:extLst>
          </p:cNvPr>
          <p:cNvSpPr/>
          <p:nvPr/>
        </p:nvSpPr>
        <p:spPr>
          <a:xfrm>
            <a:off x="5219479" y="3412479"/>
            <a:ext cx="1389888" cy="274320"/>
          </a:xfrm>
          <a:prstGeom prst="rect">
            <a:avLst/>
          </a:prstGeom>
          <a:noFill/>
          <a:ln/>
        </p:spPr>
        <p:txBody>
          <a:bodyPr wrap="square" lIns="0" tIns="0" rIns="0" bIns="0" rtlCol="0" anchor="ctr"/>
          <a:lstStyle/>
          <a:p>
            <a:pPr marL="0" indent="0" algn="ctr">
              <a:buNone/>
            </a:pPr>
            <a:r>
              <a:rPr lang="en-US" sz="1000" b="1" noProof="0" dirty="0">
                <a:solidFill>
                  <a:srgbClr val="1B2A3B"/>
                </a:solidFill>
              </a:rPr>
              <a:t>Knowledge Base</a:t>
            </a:r>
            <a:endParaRPr lang="en-US" sz="1000" noProof="0" dirty="0"/>
          </a:p>
        </p:txBody>
      </p:sp>
      <p:sp>
        <p:nvSpPr>
          <p:cNvPr id="76" name="Text 13">
            <a:extLst>
              <a:ext uri="{FF2B5EF4-FFF2-40B4-BE49-F238E27FC236}">
                <a16:creationId xmlns:a16="http://schemas.microsoft.com/office/drawing/2014/main" id="{806877E6-98D5-3672-5EB0-FA3F90D56982}"/>
              </a:ext>
            </a:extLst>
          </p:cNvPr>
          <p:cNvSpPr/>
          <p:nvPr/>
        </p:nvSpPr>
        <p:spPr>
          <a:xfrm>
            <a:off x="5201191" y="3686799"/>
            <a:ext cx="1426464" cy="548640"/>
          </a:xfrm>
          <a:prstGeom prst="rect">
            <a:avLst/>
          </a:prstGeom>
          <a:noFill/>
          <a:ln/>
        </p:spPr>
        <p:txBody>
          <a:bodyPr wrap="square" lIns="0" tIns="0" rIns="0" bIns="0" rtlCol="0" anchor="ctr"/>
          <a:lstStyle/>
          <a:p>
            <a:pPr marL="0" indent="0" algn="ctr">
              <a:buNone/>
            </a:pPr>
            <a:endParaRPr lang="en-US" sz="850" noProof="0" dirty="0"/>
          </a:p>
        </p:txBody>
      </p:sp>
      <p:pic>
        <p:nvPicPr>
          <p:cNvPr id="77" name="Image 5" descr="preencoded.png">
            <a:extLst>
              <a:ext uri="{FF2B5EF4-FFF2-40B4-BE49-F238E27FC236}">
                <a16:creationId xmlns:a16="http://schemas.microsoft.com/office/drawing/2014/main" id="{FA520962-BCAD-97B7-21A3-858DE46BDB52}"/>
              </a:ext>
            </a:extLst>
          </p:cNvPr>
          <p:cNvPicPr>
            <a:picLocks noChangeAspect="1"/>
          </p:cNvPicPr>
          <p:nvPr/>
        </p:nvPicPr>
        <p:blipFill>
          <a:blip r:embed="rId4"/>
          <a:stretch>
            <a:fillRect/>
          </a:stretch>
        </p:blipFill>
        <p:spPr>
          <a:xfrm>
            <a:off x="6609367" y="2743642"/>
            <a:ext cx="329184" cy="329184"/>
          </a:xfrm>
          <a:prstGeom prst="rect">
            <a:avLst/>
          </a:prstGeom>
        </p:spPr>
      </p:pic>
      <p:sp>
        <p:nvSpPr>
          <p:cNvPr id="78" name="Shape 14">
            <a:extLst>
              <a:ext uri="{FF2B5EF4-FFF2-40B4-BE49-F238E27FC236}">
                <a16:creationId xmlns:a16="http://schemas.microsoft.com/office/drawing/2014/main" id="{AE05C96A-2D2A-56B8-70C4-AA3C6EC2BCFB}"/>
              </a:ext>
            </a:extLst>
          </p:cNvPr>
          <p:cNvSpPr/>
          <p:nvPr/>
        </p:nvSpPr>
        <p:spPr>
          <a:xfrm>
            <a:off x="7048279" y="2159751"/>
            <a:ext cx="1170432" cy="1170432"/>
          </a:xfrm>
          <a:prstGeom prst="ellipse">
            <a:avLst/>
          </a:prstGeom>
          <a:noFill/>
          <a:ln w="12700">
            <a:solidFill>
              <a:srgbClr val="000000"/>
            </a:solidFill>
            <a:prstDash val="solid"/>
          </a:ln>
          <a:effectLst>
            <a:outerShdw blurRad="101600" dist="38100" dir="8100000" algn="bl" rotWithShape="0">
              <a:srgbClr val="000000">
                <a:alpha val="10000"/>
              </a:srgbClr>
            </a:outerShdw>
          </a:effectLst>
        </p:spPr>
        <p:txBody>
          <a:bodyPr/>
          <a:lstStyle/>
          <a:p>
            <a:endParaRPr lang="en-US" noProof="0" dirty="0"/>
          </a:p>
        </p:txBody>
      </p:sp>
      <p:pic>
        <p:nvPicPr>
          <p:cNvPr id="79" name="Image 6" descr="preencoded.png">
            <a:extLst>
              <a:ext uri="{FF2B5EF4-FFF2-40B4-BE49-F238E27FC236}">
                <a16:creationId xmlns:a16="http://schemas.microsoft.com/office/drawing/2014/main" id="{3810D31B-4C74-799D-4FAD-DF7D9FCBF2F5}"/>
              </a:ext>
            </a:extLst>
          </p:cNvPr>
          <p:cNvPicPr>
            <a:picLocks noChangeAspect="1"/>
          </p:cNvPicPr>
          <p:nvPr/>
        </p:nvPicPr>
        <p:blipFill>
          <a:blip r:embed="rId7"/>
          <a:stretch>
            <a:fillRect/>
          </a:stretch>
        </p:blipFill>
        <p:spPr>
          <a:xfrm>
            <a:off x="7380127" y="2497892"/>
            <a:ext cx="475488" cy="475488"/>
          </a:xfrm>
          <a:prstGeom prst="rect">
            <a:avLst/>
          </a:prstGeom>
        </p:spPr>
      </p:pic>
      <p:sp>
        <p:nvSpPr>
          <p:cNvPr id="80" name="Text 15">
            <a:extLst>
              <a:ext uri="{FF2B5EF4-FFF2-40B4-BE49-F238E27FC236}">
                <a16:creationId xmlns:a16="http://schemas.microsoft.com/office/drawing/2014/main" id="{73D16A88-4AFD-936B-7705-496126DAED9D}"/>
              </a:ext>
            </a:extLst>
          </p:cNvPr>
          <p:cNvSpPr/>
          <p:nvPr/>
        </p:nvSpPr>
        <p:spPr>
          <a:xfrm>
            <a:off x="6938551" y="3412479"/>
            <a:ext cx="1389888" cy="274320"/>
          </a:xfrm>
          <a:prstGeom prst="rect">
            <a:avLst/>
          </a:prstGeom>
          <a:noFill/>
          <a:ln/>
        </p:spPr>
        <p:txBody>
          <a:bodyPr wrap="square" lIns="0" tIns="0" rIns="0" bIns="0" rtlCol="0" anchor="ctr"/>
          <a:lstStyle/>
          <a:p>
            <a:pPr marL="0" indent="0" algn="ctr">
              <a:buNone/>
            </a:pPr>
            <a:r>
              <a:rPr lang="en-US" sz="1000" b="1" noProof="0" dirty="0">
                <a:solidFill>
                  <a:srgbClr val="1B2A3B"/>
                </a:solidFill>
              </a:rPr>
              <a:t>LLM (AI)</a:t>
            </a:r>
            <a:endParaRPr lang="en-US" sz="1000" noProof="0" dirty="0"/>
          </a:p>
        </p:txBody>
      </p:sp>
      <p:sp>
        <p:nvSpPr>
          <p:cNvPr id="81" name="Text 16">
            <a:extLst>
              <a:ext uri="{FF2B5EF4-FFF2-40B4-BE49-F238E27FC236}">
                <a16:creationId xmlns:a16="http://schemas.microsoft.com/office/drawing/2014/main" id="{6FD166C4-55F0-2002-FBB1-3D1E3664409A}"/>
              </a:ext>
            </a:extLst>
          </p:cNvPr>
          <p:cNvSpPr/>
          <p:nvPr/>
        </p:nvSpPr>
        <p:spPr>
          <a:xfrm>
            <a:off x="6920263" y="3686799"/>
            <a:ext cx="1426464" cy="548640"/>
          </a:xfrm>
          <a:prstGeom prst="rect">
            <a:avLst/>
          </a:prstGeom>
          <a:noFill/>
          <a:ln/>
        </p:spPr>
        <p:txBody>
          <a:bodyPr wrap="square" lIns="0" tIns="0" rIns="0" bIns="0" rtlCol="0" anchor="ctr"/>
          <a:lstStyle/>
          <a:p>
            <a:pPr marL="0" indent="0" algn="ctr">
              <a:buNone/>
            </a:pPr>
            <a:endParaRPr lang="en-US" sz="850" noProof="0" dirty="0"/>
          </a:p>
        </p:txBody>
      </p:sp>
      <p:sp>
        <p:nvSpPr>
          <p:cNvPr id="83" name="Shape 17">
            <a:extLst>
              <a:ext uri="{FF2B5EF4-FFF2-40B4-BE49-F238E27FC236}">
                <a16:creationId xmlns:a16="http://schemas.microsoft.com/office/drawing/2014/main" id="{8D490808-FA57-7A40-9EC7-DDD71C4F774A}"/>
              </a:ext>
            </a:extLst>
          </p:cNvPr>
          <p:cNvSpPr/>
          <p:nvPr/>
        </p:nvSpPr>
        <p:spPr>
          <a:xfrm>
            <a:off x="8767351" y="2159751"/>
            <a:ext cx="1170432" cy="1170432"/>
          </a:xfrm>
          <a:prstGeom prst="ellipse">
            <a:avLst/>
          </a:prstGeom>
          <a:noFill/>
          <a:ln w="12700">
            <a:solidFill>
              <a:srgbClr val="000000"/>
            </a:solidFill>
            <a:prstDash val="solid"/>
          </a:ln>
          <a:effectLst>
            <a:outerShdw blurRad="101600" dist="38100" dir="8100000" algn="bl" rotWithShape="0">
              <a:srgbClr val="000000">
                <a:alpha val="10000"/>
              </a:srgbClr>
            </a:outerShdw>
          </a:effectLst>
        </p:spPr>
        <p:txBody>
          <a:bodyPr/>
          <a:lstStyle/>
          <a:p>
            <a:endParaRPr lang="en-US" noProof="0" dirty="0"/>
          </a:p>
        </p:txBody>
      </p:sp>
      <p:pic>
        <p:nvPicPr>
          <p:cNvPr id="84" name="Image 8" descr="preencoded.png">
            <a:extLst>
              <a:ext uri="{FF2B5EF4-FFF2-40B4-BE49-F238E27FC236}">
                <a16:creationId xmlns:a16="http://schemas.microsoft.com/office/drawing/2014/main" id="{79681675-3E60-8264-091D-D4FCE34057CF}"/>
              </a:ext>
            </a:extLst>
          </p:cNvPr>
          <p:cNvPicPr>
            <a:picLocks noChangeAspect="1"/>
          </p:cNvPicPr>
          <p:nvPr/>
        </p:nvPicPr>
        <p:blipFill>
          <a:blip r:embed="rId8"/>
          <a:stretch>
            <a:fillRect/>
          </a:stretch>
        </p:blipFill>
        <p:spPr>
          <a:xfrm>
            <a:off x="9114823" y="2520277"/>
            <a:ext cx="475488" cy="475488"/>
          </a:xfrm>
          <a:prstGeom prst="rect">
            <a:avLst/>
          </a:prstGeom>
        </p:spPr>
      </p:pic>
      <p:sp>
        <p:nvSpPr>
          <p:cNvPr id="85" name="Text 18">
            <a:extLst>
              <a:ext uri="{FF2B5EF4-FFF2-40B4-BE49-F238E27FC236}">
                <a16:creationId xmlns:a16="http://schemas.microsoft.com/office/drawing/2014/main" id="{1DCDAB94-8177-5908-DF60-373B82248704}"/>
              </a:ext>
            </a:extLst>
          </p:cNvPr>
          <p:cNvSpPr/>
          <p:nvPr/>
        </p:nvSpPr>
        <p:spPr>
          <a:xfrm>
            <a:off x="8657623" y="3412479"/>
            <a:ext cx="1389888" cy="274320"/>
          </a:xfrm>
          <a:prstGeom prst="rect">
            <a:avLst/>
          </a:prstGeom>
          <a:noFill/>
          <a:ln/>
        </p:spPr>
        <p:txBody>
          <a:bodyPr wrap="square" lIns="0" tIns="0" rIns="0" bIns="0" rtlCol="0" anchor="ctr"/>
          <a:lstStyle/>
          <a:p>
            <a:pPr marL="0" indent="0" algn="ctr">
              <a:buNone/>
            </a:pPr>
            <a:r>
              <a:rPr lang="en-US" sz="1000" b="1" noProof="0" dirty="0">
                <a:solidFill>
                  <a:srgbClr val="1B2A3B"/>
                </a:solidFill>
              </a:rPr>
              <a:t>Answer</a:t>
            </a:r>
            <a:endParaRPr lang="en-US" sz="1000" noProof="0" dirty="0"/>
          </a:p>
        </p:txBody>
      </p:sp>
      <p:sp>
        <p:nvSpPr>
          <p:cNvPr id="86" name="Text 19">
            <a:extLst>
              <a:ext uri="{FF2B5EF4-FFF2-40B4-BE49-F238E27FC236}">
                <a16:creationId xmlns:a16="http://schemas.microsoft.com/office/drawing/2014/main" id="{956AAE5E-85A5-22BE-A1C1-9617B6630801}"/>
              </a:ext>
            </a:extLst>
          </p:cNvPr>
          <p:cNvSpPr/>
          <p:nvPr/>
        </p:nvSpPr>
        <p:spPr>
          <a:xfrm>
            <a:off x="8639335" y="3686799"/>
            <a:ext cx="1426464" cy="548640"/>
          </a:xfrm>
          <a:prstGeom prst="rect">
            <a:avLst/>
          </a:prstGeom>
          <a:noFill/>
          <a:ln/>
        </p:spPr>
        <p:txBody>
          <a:bodyPr wrap="square" lIns="0" tIns="0" rIns="0" bIns="0" rtlCol="0" anchor="ctr"/>
          <a:lstStyle/>
          <a:p>
            <a:pPr marL="0" indent="0" algn="ctr">
              <a:buNone/>
            </a:pPr>
            <a:endParaRPr lang="en-US" sz="850" noProof="0" dirty="0"/>
          </a:p>
        </p:txBody>
      </p:sp>
      <p:pic>
        <p:nvPicPr>
          <p:cNvPr id="92" name="Graphic 91" descr="Arrow Right with solid fill">
            <a:extLst>
              <a:ext uri="{FF2B5EF4-FFF2-40B4-BE49-F238E27FC236}">
                <a16:creationId xmlns:a16="http://schemas.microsoft.com/office/drawing/2014/main" id="{D7689B2B-DAC7-BD99-AE43-BC2D30A089C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156623" y="2511470"/>
            <a:ext cx="370657" cy="370657"/>
          </a:xfrm>
          <a:prstGeom prst="rect">
            <a:avLst/>
          </a:prstGeom>
        </p:spPr>
      </p:pic>
      <p:pic>
        <p:nvPicPr>
          <p:cNvPr id="124" name="Graphic 123" descr="Arrow Right with solid fill">
            <a:extLst>
              <a:ext uri="{FF2B5EF4-FFF2-40B4-BE49-F238E27FC236}">
                <a16:creationId xmlns:a16="http://schemas.microsoft.com/office/drawing/2014/main" id="{1E84056B-C3A5-CD77-607B-683500BE91FF}"/>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855641" y="2532005"/>
            <a:ext cx="431535" cy="431535"/>
          </a:xfrm>
          <a:prstGeom prst="rect">
            <a:avLst/>
          </a:prstGeom>
        </p:spPr>
      </p:pic>
      <p:pic>
        <p:nvPicPr>
          <p:cNvPr id="128" name="Graphic 127" descr="Arrow Right with solid fill">
            <a:extLst>
              <a:ext uri="{FF2B5EF4-FFF2-40B4-BE49-F238E27FC236}">
                <a16:creationId xmlns:a16="http://schemas.microsoft.com/office/drawing/2014/main" id="{68CE199A-E222-A98D-30E0-5E3903A6F1E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288884" y="2535947"/>
            <a:ext cx="417123" cy="417123"/>
          </a:xfrm>
          <a:prstGeom prst="rect">
            <a:avLst/>
          </a:prstGeom>
        </p:spPr>
      </p:pic>
      <p:pic>
        <p:nvPicPr>
          <p:cNvPr id="130" name="Graphic 129" descr="Arrow Right with solid fill">
            <a:extLst>
              <a:ext uri="{FF2B5EF4-FFF2-40B4-BE49-F238E27FC236}">
                <a16:creationId xmlns:a16="http://schemas.microsoft.com/office/drawing/2014/main" id="{6BD4D03E-6B6B-5F67-81CB-A7CA300D23B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562344" y="2523744"/>
            <a:ext cx="417157" cy="417157"/>
          </a:xfrm>
          <a:prstGeom prst="rect">
            <a:avLst/>
          </a:prstGeom>
        </p:spPr>
      </p:pic>
      <p:sp>
        <p:nvSpPr>
          <p:cNvPr id="4" name="ZoneTexte 3">
            <a:extLst>
              <a:ext uri="{FF2B5EF4-FFF2-40B4-BE49-F238E27FC236}">
                <a16:creationId xmlns:a16="http://schemas.microsoft.com/office/drawing/2014/main" id="{004F9FA5-2AD5-C378-08F9-591B413C1049}"/>
              </a:ext>
            </a:extLst>
          </p:cNvPr>
          <p:cNvSpPr txBox="1"/>
          <p:nvPr/>
        </p:nvSpPr>
        <p:spPr>
          <a:xfrm>
            <a:off x="2961290" y="1528165"/>
            <a:ext cx="6269420" cy="369332"/>
          </a:xfrm>
          <a:prstGeom prst="rect">
            <a:avLst/>
          </a:prstGeom>
          <a:noFill/>
        </p:spPr>
        <p:txBody>
          <a:bodyPr wrap="square">
            <a:spAutoFit/>
          </a:bodyPr>
          <a:lstStyle/>
          <a:p>
            <a:r>
              <a:rPr lang="en-US" sz="1800" b="1" noProof="0" dirty="0">
                <a:solidFill>
                  <a:srgbClr val="22C55E"/>
                </a:solidFill>
              </a:rPr>
              <a:t>Status: Knowledge Base currently under construction</a:t>
            </a:r>
          </a:p>
        </p:txBody>
      </p:sp>
      <p:sp>
        <p:nvSpPr>
          <p:cNvPr id="5" name="Shape 24">
            <a:extLst>
              <a:ext uri="{FF2B5EF4-FFF2-40B4-BE49-F238E27FC236}">
                <a16:creationId xmlns:a16="http://schemas.microsoft.com/office/drawing/2014/main" id="{215B70AE-3361-9F54-33BE-B8EF525F4278}"/>
              </a:ext>
            </a:extLst>
          </p:cNvPr>
          <p:cNvSpPr/>
          <p:nvPr/>
        </p:nvSpPr>
        <p:spPr>
          <a:xfrm>
            <a:off x="3299240" y="1990165"/>
            <a:ext cx="5233032" cy="2164296"/>
          </a:xfrm>
          <a:prstGeom prst="rect">
            <a:avLst/>
          </a:prstGeom>
          <a:noFill/>
          <a:ln w="12700">
            <a:solidFill>
              <a:srgbClr val="000000"/>
            </a:solidFill>
            <a:prstDash val="solid"/>
          </a:ln>
        </p:spPr>
        <p:txBody>
          <a:bodyPr/>
          <a:lstStyle/>
          <a:p>
            <a:endParaRPr lang="en-US" b="1" noProof="0" dirty="0"/>
          </a:p>
          <a:p>
            <a:endParaRPr lang="en-US" b="1" noProof="0" dirty="0"/>
          </a:p>
          <a:p>
            <a:endParaRPr lang="en-US" b="1" noProof="0" dirty="0"/>
          </a:p>
          <a:p>
            <a:endParaRPr lang="en-US" b="1" noProof="0" dirty="0"/>
          </a:p>
          <a:p>
            <a:endParaRPr lang="en-US" b="1" noProof="0" dirty="0"/>
          </a:p>
          <a:p>
            <a:endParaRPr lang="en-US" b="1" noProof="0" dirty="0"/>
          </a:p>
          <a:p>
            <a:endParaRPr lang="en-US" b="1" noProof="0" dirty="0"/>
          </a:p>
          <a:p>
            <a:endParaRPr lang="en-US" b="1" noProof="0" dirty="0"/>
          </a:p>
        </p:txBody>
      </p:sp>
      <p:sp>
        <p:nvSpPr>
          <p:cNvPr id="3" name="TextBox 138">
            <a:extLst>
              <a:ext uri="{FF2B5EF4-FFF2-40B4-BE49-F238E27FC236}">
                <a16:creationId xmlns:a16="http://schemas.microsoft.com/office/drawing/2014/main" id="{9C4EDF4D-DE93-4A87-CFDF-1E895871636A}"/>
              </a:ext>
            </a:extLst>
          </p:cNvPr>
          <p:cNvSpPr txBox="1"/>
          <p:nvPr/>
        </p:nvSpPr>
        <p:spPr>
          <a:xfrm>
            <a:off x="3667558" y="4402785"/>
            <a:ext cx="4846320" cy="276999"/>
          </a:xfrm>
          <a:prstGeom prst="rect">
            <a:avLst/>
          </a:prstGeom>
          <a:noFill/>
        </p:spPr>
        <p:txBody>
          <a:bodyPr wrap="square">
            <a:spAutoFit/>
          </a:bodyPr>
          <a:lstStyle/>
          <a:p>
            <a:pPr algn="ctr"/>
            <a:r>
              <a:rPr lang="en-US" sz="1200" b="0" i="1" noProof="0" dirty="0">
                <a:solidFill>
                  <a:srgbClr val="64748B"/>
                </a:solidFill>
              </a:rPr>
              <a:t>Th</a:t>
            </a:r>
            <a:r>
              <a:rPr lang="en-US" sz="1200" i="1" noProof="0" dirty="0">
                <a:solidFill>
                  <a:srgbClr val="64748B"/>
                </a:solidFill>
              </a:rPr>
              <a:t>ese</a:t>
            </a:r>
            <a:r>
              <a:rPr lang="en-US" sz="1200" b="0" i="1" noProof="0" dirty="0">
                <a:solidFill>
                  <a:srgbClr val="64748B"/>
                </a:solidFill>
              </a:rPr>
              <a:t> 3 steps you just saw on this diagram...</a:t>
            </a:r>
          </a:p>
        </p:txBody>
      </p:sp>
      <p:sp>
        <p:nvSpPr>
          <p:cNvPr id="6" name="TextBox 139">
            <a:extLst>
              <a:ext uri="{FF2B5EF4-FFF2-40B4-BE49-F238E27FC236}">
                <a16:creationId xmlns:a16="http://schemas.microsoft.com/office/drawing/2014/main" id="{0DFB137E-5991-B0E2-EEFE-E4F5D918C218}"/>
              </a:ext>
            </a:extLst>
          </p:cNvPr>
          <p:cNvSpPr txBox="1"/>
          <p:nvPr/>
        </p:nvSpPr>
        <p:spPr>
          <a:xfrm>
            <a:off x="3667558" y="4768545"/>
            <a:ext cx="4846320" cy="338554"/>
          </a:xfrm>
          <a:prstGeom prst="rect">
            <a:avLst/>
          </a:prstGeom>
          <a:noFill/>
        </p:spPr>
        <p:txBody>
          <a:bodyPr wrap="square">
            <a:spAutoFit/>
          </a:bodyPr>
          <a:lstStyle/>
          <a:p>
            <a:pPr algn="ctr"/>
            <a:r>
              <a:rPr lang="en-US" sz="1600" b="1" i="0" noProof="0" dirty="0"/>
              <a:t>...have a name.</a:t>
            </a:r>
          </a:p>
        </p:txBody>
      </p:sp>
      <p:sp>
        <p:nvSpPr>
          <p:cNvPr id="7" name="Slide Number Placeholder 6">
            <a:extLst>
              <a:ext uri="{FF2B5EF4-FFF2-40B4-BE49-F238E27FC236}">
                <a16:creationId xmlns:a16="http://schemas.microsoft.com/office/drawing/2014/main" id="{9E15F118-AFD7-1240-638F-8D1746FAF172}"/>
              </a:ext>
            </a:extLst>
          </p:cNvPr>
          <p:cNvSpPr>
            <a:spLocks noGrp="1"/>
          </p:cNvSpPr>
          <p:nvPr>
            <p:ph type="sldNum" sz="quarter" idx="12"/>
          </p:nvPr>
        </p:nvSpPr>
        <p:spPr/>
        <p:txBody>
          <a:bodyPr/>
          <a:lstStyle/>
          <a:p>
            <a:fld id="{40A7B169-58CE-4E65-B1F9-ACF9E46440C2}" type="slidenum">
              <a:rPr lang="en-US" noProof="0" smtClean="0"/>
              <a:t>15</a:t>
            </a:fld>
            <a:endParaRPr lang="en-US" noProof="0" dirty="0"/>
          </a:p>
        </p:txBody>
      </p:sp>
    </p:spTree>
    <p:extLst>
      <p:ext uri="{BB962C8B-B14F-4D97-AF65-F5344CB8AC3E}">
        <p14:creationId xmlns:p14="http://schemas.microsoft.com/office/powerpoint/2010/main" val="15796547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2C641-FA0C-E498-CF24-F5426CB752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9FEE68-F699-BD7C-15CA-322CD9BEA4C5}"/>
              </a:ext>
            </a:extLst>
          </p:cNvPr>
          <p:cNvSpPr>
            <a:spLocks noGrp="1"/>
          </p:cNvSpPr>
          <p:nvPr>
            <p:ph type="title"/>
          </p:nvPr>
        </p:nvSpPr>
        <p:spPr>
          <a:xfrm>
            <a:off x="242477" y="-53443"/>
            <a:ext cx="11609159" cy="1247050"/>
          </a:xfrm>
        </p:spPr>
        <p:txBody>
          <a:bodyPr/>
          <a:lstStyle/>
          <a:p>
            <a:r>
              <a:rPr lang="en-US" sz="1800" b="1" noProof="0" dirty="0"/>
              <a:t> The ST ChatGPT Platform</a:t>
            </a:r>
          </a:p>
        </p:txBody>
      </p:sp>
      <p:sp>
        <p:nvSpPr>
          <p:cNvPr id="56" name="TextBox 55">
            <a:extLst>
              <a:ext uri="{FF2B5EF4-FFF2-40B4-BE49-F238E27FC236}">
                <a16:creationId xmlns:a16="http://schemas.microsoft.com/office/drawing/2014/main" id="{68441C48-6120-4FB2-93BA-3EBD0FA836B8}"/>
              </a:ext>
            </a:extLst>
          </p:cNvPr>
          <p:cNvSpPr txBox="1"/>
          <p:nvPr/>
        </p:nvSpPr>
        <p:spPr>
          <a:xfrm>
            <a:off x="242477" y="615186"/>
            <a:ext cx="6271666" cy="276999"/>
          </a:xfrm>
          <a:prstGeom prst="rect">
            <a:avLst/>
          </a:prstGeom>
          <a:noFill/>
        </p:spPr>
        <p:txBody>
          <a:bodyPr wrap="square">
            <a:spAutoFit/>
          </a:bodyPr>
          <a:lstStyle/>
          <a:p>
            <a:pPr marL="0" indent="0" algn="l">
              <a:buNone/>
            </a:pPr>
            <a:r>
              <a:rPr lang="en-US" sz="1200" b="1" noProof="0" dirty="0">
                <a:solidFill>
                  <a:srgbClr val="425A78"/>
                </a:solidFill>
              </a:rPr>
              <a:t>How does the platform work?</a:t>
            </a:r>
          </a:p>
        </p:txBody>
      </p:sp>
      <p:sp>
        <p:nvSpPr>
          <p:cNvPr id="57" name="Text 3">
            <a:extLst>
              <a:ext uri="{FF2B5EF4-FFF2-40B4-BE49-F238E27FC236}">
                <a16:creationId xmlns:a16="http://schemas.microsoft.com/office/drawing/2014/main" id="{BC9BF6BC-B636-435E-4459-DE0E90057F98}"/>
              </a:ext>
            </a:extLst>
          </p:cNvPr>
          <p:cNvSpPr/>
          <p:nvPr/>
        </p:nvSpPr>
        <p:spPr>
          <a:xfrm>
            <a:off x="340364" y="925138"/>
            <a:ext cx="8229600" cy="256032"/>
          </a:xfrm>
          <a:prstGeom prst="rect">
            <a:avLst/>
          </a:prstGeom>
          <a:noFill/>
          <a:ln/>
        </p:spPr>
        <p:txBody>
          <a:bodyPr wrap="square" lIns="0" tIns="0" rIns="0" bIns="0" rtlCol="0" anchor="ctr"/>
          <a:lstStyle/>
          <a:p>
            <a:r>
              <a:rPr lang="en-US" sz="1200" i="1" noProof="0" dirty="0">
                <a:solidFill>
                  <a:srgbClr val="64748B"/>
                </a:solidFill>
              </a:rPr>
              <a:t>Full chain: from question to sourced, traceable answer</a:t>
            </a:r>
          </a:p>
        </p:txBody>
      </p:sp>
      <p:sp>
        <p:nvSpPr>
          <p:cNvPr id="58" name="Shape 4">
            <a:extLst>
              <a:ext uri="{FF2B5EF4-FFF2-40B4-BE49-F238E27FC236}">
                <a16:creationId xmlns:a16="http://schemas.microsoft.com/office/drawing/2014/main" id="{A6CDD36A-DF51-C020-1480-44D5C93E21A3}"/>
              </a:ext>
            </a:extLst>
          </p:cNvPr>
          <p:cNvSpPr/>
          <p:nvPr/>
        </p:nvSpPr>
        <p:spPr>
          <a:xfrm>
            <a:off x="340364" y="1302803"/>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63" name="Shape 5">
            <a:extLst>
              <a:ext uri="{FF2B5EF4-FFF2-40B4-BE49-F238E27FC236}">
                <a16:creationId xmlns:a16="http://schemas.microsoft.com/office/drawing/2014/main" id="{B7B9070F-A2B6-BB1E-D6ED-1EFEC3644E5A}"/>
              </a:ext>
            </a:extLst>
          </p:cNvPr>
          <p:cNvSpPr/>
          <p:nvPr/>
        </p:nvSpPr>
        <p:spPr>
          <a:xfrm>
            <a:off x="1891063" y="2159751"/>
            <a:ext cx="1170432" cy="1170432"/>
          </a:xfrm>
          <a:prstGeom prst="ellipse">
            <a:avLst/>
          </a:prstGeom>
          <a:solidFill>
            <a:srgbClr val="1B2A3B"/>
          </a:solidFill>
          <a:ln w="12700">
            <a:solidFill>
              <a:srgbClr val="000000"/>
            </a:solidFill>
            <a:prstDash val="solid"/>
          </a:ln>
          <a:effectLst>
            <a:outerShdw blurRad="101600" dist="38100" dir="8100000" algn="bl" rotWithShape="0">
              <a:srgbClr val="000000">
                <a:alpha val="10000"/>
              </a:srgbClr>
            </a:outerShdw>
          </a:effectLst>
        </p:spPr>
        <p:txBody>
          <a:bodyPr/>
          <a:lstStyle/>
          <a:p>
            <a:endParaRPr lang="en-US" noProof="0" dirty="0"/>
          </a:p>
        </p:txBody>
      </p:sp>
      <p:pic>
        <p:nvPicPr>
          <p:cNvPr id="64" name="Image 0" descr="preencoded.png">
            <a:extLst>
              <a:ext uri="{FF2B5EF4-FFF2-40B4-BE49-F238E27FC236}">
                <a16:creationId xmlns:a16="http://schemas.microsoft.com/office/drawing/2014/main" id="{C0AEE2B8-07A2-1E17-ECB1-DDC7FDE30CCF}"/>
              </a:ext>
            </a:extLst>
          </p:cNvPr>
          <p:cNvPicPr>
            <a:picLocks noChangeAspect="1"/>
          </p:cNvPicPr>
          <p:nvPr/>
        </p:nvPicPr>
        <p:blipFill>
          <a:blip r:embed="rId3"/>
          <a:stretch>
            <a:fillRect/>
          </a:stretch>
        </p:blipFill>
        <p:spPr>
          <a:xfrm>
            <a:off x="2238535" y="2456931"/>
            <a:ext cx="475488" cy="475488"/>
          </a:xfrm>
          <a:prstGeom prst="rect">
            <a:avLst/>
          </a:prstGeom>
        </p:spPr>
      </p:pic>
      <p:sp>
        <p:nvSpPr>
          <p:cNvPr id="65" name="Text 6">
            <a:extLst>
              <a:ext uri="{FF2B5EF4-FFF2-40B4-BE49-F238E27FC236}">
                <a16:creationId xmlns:a16="http://schemas.microsoft.com/office/drawing/2014/main" id="{F036C9ED-A413-47A2-00F4-4A029884A6BA}"/>
              </a:ext>
            </a:extLst>
          </p:cNvPr>
          <p:cNvSpPr/>
          <p:nvPr/>
        </p:nvSpPr>
        <p:spPr>
          <a:xfrm>
            <a:off x="1781335" y="3412479"/>
            <a:ext cx="1389888" cy="274320"/>
          </a:xfrm>
          <a:prstGeom prst="rect">
            <a:avLst/>
          </a:prstGeom>
          <a:noFill/>
          <a:ln/>
        </p:spPr>
        <p:txBody>
          <a:bodyPr wrap="square" lIns="0" tIns="0" rIns="0" bIns="0" rtlCol="0" anchor="ctr"/>
          <a:lstStyle/>
          <a:p>
            <a:pPr marL="0" indent="0" algn="ctr">
              <a:buNone/>
            </a:pPr>
            <a:r>
              <a:rPr lang="en-US" sz="1000" b="1" noProof="0" dirty="0">
                <a:solidFill>
                  <a:srgbClr val="1B2A3B"/>
                </a:solidFill>
              </a:rPr>
              <a:t>User Prompt</a:t>
            </a:r>
            <a:endParaRPr lang="en-US" sz="1000" noProof="0" dirty="0"/>
          </a:p>
        </p:txBody>
      </p:sp>
      <p:sp>
        <p:nvSpPr>
          <p:cNvPr id="66" name="Text 7">
            <a:extLst>
              <a:ext uri="{FF2B5EF4-FFF2-40B4-BE49-F238E27FC236}">
                <a16:creationId xmlns:a16="http://schemas.microsoft.com/office/drawing/2014/main" id="{D039FA24-9F62-6703-CB69-50364165D655}"/>
              </a:ext>
            </a:extLst>
          </p:cNvPr>
          <p:cNvSpPr/>
          <p:nvPr/>
        </p:nvSpPr>
        <p:spPr>
          <a:xfrm>
            <a:off x="1763047" y="3686799"/>
            <a:ext cx="1426464" cy="548640"/>
          </a:xfrm>
          <a:prstGeom prst="rect">
            <a:avLst/>
          </a:prstGeom>
          <a:noFill/>
          <a:ln/>
        </p:spPr>
        <p:txBody>
          <a:bodyPr wrap="square" lIns="0" tIns="0" rIns="0" bIns="0" rtlCol="0" anchor="ctr"/>
          <a:lstStyle/>
          <a:p>
            <a:pPr marL="0" indent="0" algn="ctr">
              <a:buNone/>
            </a:pPr>
            <a:endParaRPr lang="en-US" sz="850" noProof="0" dirty="0"/>
          </a:p>
        </p:txBody>
      </p:sp>
      <p:pic>
        <p:nvPicPr>
          <p:cNvPr id="67" name="Image 1" descr="preencoded.png">
            <a:extLst>
              <a:ext uri="{FF2B5EF4-FFF2-40B4-BE49-F238E27FC236}">
                <a16:creationId xmlns:a16="http://schemas.microsoft.com/office/drawing/2014/main" id="{1FC49B68-633A-F4C0-1EF6-2C99E6B48209}"/>
              </a:ext>
            </a:extLst>
          </p:cNvPr>
          <p:cNvPicPr>
            <a:picLocks noChangeAspect="1"/>
          </p:cNvPicPr>
          <p:nvPr/>
        </p:nvPicPr>
        <p:blipFill>
          <a:blip r:embed="rId4"/>
          <a:stretch>
            <a:fillRect/>
          </a:stretch>
        </p:blipFill>
        <p:spPr>
          <a:xfrm>
            <a:off x="3171223" y="2616951"/>
            <a:ext cx="329184" cy="329184"/>
          </a:xfrm>
          <a:prstGeom prst="rect">
            <a:avLst/>
          </a:prstGeom>
        </p:spPr>
      </p:pic>
      <p:sp>
        <p:nvSpPr>
          <p:cNvPr id="68" name="Shape 8">
            <a:extLst>
              <a:ext uri="{FF2B5EF4-FFF2-40B4-BE49-F238E27FC236}">
                <a16:creationId xmlns:a16="http://schemas.microsoft.com/office/drawing/2014/main" id="{B41F2981-DA74-2F33-CF9F-2860D1E5E8E2}"/>
              </a:ext>
            </a:extLst>
          </p:cNvPr>
          <p:cNvSpPr/>
          <p:nvPr/>
        </p:nvSpPr>
        <p:spPr>
          <a:xfrm>
            <a:off x="3610135" y="2159751"/>
            <a:ext cx="1170432" cy="1170432"/>
          </a:xfrm>
          <a:prstGeom prst="ellipse">
            <a:avLst/>
          </a:prstGeom>
          <a:noFill/>
          <a:ln w="12700">
            <a:solidFill>
              <a:srgbClr val="000000"/>
            </a:solidFill>
            <a:prstDash val="solid"/>
          </a:ln>
          <a:effectLst>
            <a:outerShdw blurRad="101600" dist="38100" dir="8100000" algn="bl" rotWithShape="0">
              <a:srgbClr val="000000">
                <a:alpha val="10000"/>
              </a:srgbClr>
            </a:outerShdw>
          </a:effectLst>
        </p:spPr>
        <p:txBody>
          <a:bodyPr/>
          <a:lstStyle/>
          <a:p>
            <a:endParaRPr lang="en-US" noProof="0" dirty="0"/>
          </a:p>
        </p:txBody>
      </p:sp>
      <p:pic>
        <p:nvPicPr>
          <p:cNvPr id="69" name="Image 2" descr="preencoded.png">
            <a:extLst>
              <a:ext uri="{FF2B5EF4-FFF2-40B4-BE49-F238E27FC236}">
                <a16:creationId xmlns:a16="http://schemas.microsoft.com/office/drawing/2014/main" id="{C6AFB2DE-C669-6DD0-9B64-BF2B29F228F7}"/>
              </a:ext>
            </a:extLst>
          </p:cNvPr>
          <p:cNvPicPr>
            <a:picLocks noChangeAspect="1"/>
          </p:cNvPicPr>
          <p:nvPr/>
        </p:nvPicPr>
        <p:blipFill>
          <a:blip r:embed="rId5"/>
          <a:stretch>
            <a:fillRect/>
          </a:stretch>
        </p:blipFill>
        <p:spPr>
          <a:xfrm>
            <a:off x="3957607" y="2532005"/>
            <a:ext cx="475488" cy="475488"/>
          </a:xfrm>
          <a:prstGeom prst="rect">
            <a:avLst/>
          </a:prstGeom>
        </p:spPr>
      </p:pic>
      <p:sp>
        <p:nvSpPr>
          <p:cNvPr id="70" name="Text 9">
            <a:extLst>
              <a:ext uri="{FF2B5EF4-FFF2-40B4-BE49-F238E27FC236}">
                <a16:creationId xmlns:a16="http://schemas.microsoft.com/office/drawing/2014/main" id="{E8EA4351-94BF-5079-F4CD-6CD3C0AD20A4}"/>
              </a:ext>
            </a:extLst>
          </p:cNvPr>
          <p:cNvSpPr/>
          <p:nvPr/>
        </p:nvSpPr>
        <p:spPr>
          <a:xfrm>
            <a:off x="3500407" y="3412479"/>
            <a:ext cx="1389888" cy="274320"/>
          </a:xfrm>
          <a:prstGeom prst="rect">
            <a:avLst/>
          </a:prstGeom>
          <a:noFill/>
          <a:ln/>
        </p:spPr>
        <p:txBody>
          <a:bodyPr wrap="square" lIns="0" tIns="0" rIns="0" bIns="0" rtlCol="0" anchor="ctr"/>
          <a:lstStyle/>
          <a:p>
            <a:pPr marL="0" indent="0" algn="ctr">
              <a:buNone/>
            </a:pPr>
            <a:r>
              <a:rPr lang="en-US" sz="1000" b="1" noProof="0" dirty="0">
                <a:solidFill>
                  <a:srgbClr val="1B2A3B"/>
                </a:solidFill>
              </a:rPr>
              <a:t>Search</a:t>
            </a:r>
            <a:endParaRPr lang="en-US" sz="1000" noProof="0" dirty="0"/>
          </a:p>
        </p:txBody>
      </p:sp>
      <p:sp>
        <p:nvSpPr>
          <p:cNvPr id="71" name="Text 10">
            <a:extLst>
              <a:ext uri="{FF2B5EF4-FFF2-40B4-BE49-F238E27FC236}">
                <a16:creationId xmlns:a16="http://schemas.microsoft.com/office/drawing/2014/main" id="{7F92E806-8457-C3C1-656E-CF0FECC51610}"/>
              </a:ext>
            </a:extLst>
          </p:cNvPr>
          <p:cNvSpPr/>
          <p:nvPr/>
        </p:nvSpPr>
        <p:spPr>
          <a:xfrm>
            <a:off x="3482119" y="3686799"/>
            <a:ext cx="1426464" cy="548640"/>
          </a:xfrm>
          <a:prstGeom prst="rect">
            <a:avLst/>
          </a:prstGeom>
          <a:noFill/>
          <a:ln/>
        </p:spPr>
        <p:txBody>
          <a:bodyPr wrap="square" lIns="0" tIns="0" rIns="0" bIns="0" rtlCol="0" anchor="ctr"/>
          <a:lstStyle/>
          <a:p>
            <a:pPr marL="0" indent="0" algn="ctr">
              <a:buNone/>
            </a:pPr>
            <a:endParaRPr lang="en-US" sz="850" noProof="0" dirty="0"/>
          </a:p>
        </p:txBody>
      </p:sp>
      <p:pic>
        <p:nvPicPr>
          <p:cNvPr id="72" name="Image 3" descr="preencoded.png">
            <a:extLst>
              <a:ext uri="{FF2B5EF4-FFF2-40B4-BE49-F238E27FC236}">
                <a16:creationId xmlns:a16="http://schemas.microsoft.com/office/drawing/2014/main" id="{7862E945-7D5A-EA29-FFDA-7C9F3719928E}"/>
              </a:ext>
            </a:extLst>
          </p:cNvPr>
          <p:cNvPicPr>
            <a:picLocks noChangeAspect="1"/>
          </p:cNvPicPr>
          <p:nvPr/>
        </p:nvPicPr>
        <p:blipFill>
          <a:blip r:embed="rId4"/>
          <a:stretch>
            <a:fillRect/>
          </a:stretch>
        </p:blipFill>
        <p:spPr>
          <a:xfrm>
            <a:off x="4890295" y="2616951"/>
            <a:ext cx="329184" cy="329184"/>
          </a:xfrm>
          <a:prstGeom prst="rect">
            <a:avLst/>
          </a:prstGeom>
        </p:spPr>
      </p:pic>
      <p:sp>
        <p:nvSpPr>
          <p:cNvPr id="73" name="Shape 11">
            <a:extLst>
              <a:ext uri="{FF2B5EF4-FFF2-40B4-BE49-F238E27FC236}">
                <a16:creationId xmlns:a16="http://schemas.microsoft.com/office/drawing/2014/main" id="{85270EEE-F977-EC00-9038-37ADB414733B}"/>
              </a:ext>
            </a:extLst>
          </p:cNvPr>
          <p:cNvSpPr/>
          <p:nvPr/>
        </p:nvSpPr>
        <p:spPr>
          <a:xfrm>
            <a:off x="5329207" y="2159751"/>
            <a:ext cx="1170432" cy="1170432"/>
          </a:xfrm>
          <a:prstGeom prst="ellipse">
            <a:avLst/>
          </a:prstGeom>
          <a:noFill/>
          <a:ln w="12700">
            <a:solidFill>
              <a:srgbClr val="000000"/>
            </a:solidFill>
            <a:prstDash val="solid"/>
          </a:ln>
          <a:effectLst>
            <a:outerShdw blurRad="101600" dist="38100" dir="8100000" algn="bl" rotWithShape="0">
              <a:srgbClr val="000000">
                <a:alpha val="10000"/>
              </a:srgbClr>
            </a:outerShdw>
          </a:effectLst>
        </p:spPr>
        <p:txBody>
          <a:bodyPr/>
          <a:lstStyle/>
          <a:p>
            <a:endParaRPr lang="en-US" noProof="0" dirty="0"/>
          </a:p>
        </p:txBody>
      </p:sp>
      <p:pic>
        <p:nvPicPr>
          <p:cNvPr id="74" name="Image 4" descr="preencoded.png">
            <a:extLst>
              <a:ext uri="{FF2B5EF4-FFF2-40B4-BE49-F238E27FC236}">
                <a16:creationId xmlns:a16="http://schemas.microsoft.com/office/drawing/2014/main" id="{F07E3056-A5AA-CD2F-5BDE-FF3CFC99325F}"/>
              </a:ext>
            </a:extLst>
          </p:cNvPr>
          <p:cNvPicPr>
            <a:picLocks noChangeAspect="1"/>
          </p:cNvPicPr>
          <p:nvPr/>
        </p:nvPicPr>
        <p:blipFill>
          <a:blip r:embed="rId6"/>
          <a:stretch>
            <a:fillRect/>
          </a:stretch>
        </p:blipFill>
        <p:spPr>
          <a:xfrm>
            <a:off x="5667535" y="2504983"/>
            <a:ext cx="475488" cy="475488"/>
          </a:xfrm>
          <a:prstGeom prst="rect">
            <a:avLst/>
          </a:prstGeom>
        </p:spPr>
      </p:pic>
      <p:sp>
        <p:nvSpPr>
          <p:cNvPr id="75" name="Text 12">
            <a:extLst>
              <a:ext uri="{FF2B5EF4-FFF2-40B4-BE49-F238E27FC236}">
                <a16:creationId xmlns:a16="http://schemas.microsoft.com/office/drawing/2014/main" id="{7770C922-512A-8F8F-4CDC-97DFDD2F5B9F}"/>
              </a:ext>
            </a:extLst>
          </p:cNvPr>
          <p:cNvSpPr/>
          <p:nvPr/>
        </p:nvSpPr>
        <p:spPr>
          <a:xfrm>
            <a:off x="5219479" y="3412479"/>
            <a:ext cx="1389888" cy="274320"/>
          </a:xfrm>
          <a:prstGeom prst="rect">
            <a:avLst/>
          </a:prstGeom>
          <a:noFill/>
          <a:ln/>
        </p:spPr>
        <p:txBody>
          <a:bodyPr wrap="square" lIns="0" tIns="0" rIns="0" bIns="0" rtlCol="0" anchor="ctr"/>
          <a:lstStyle/>
          <a:p>
            <a:pPr marL="0" indent="0" algn="ctr">
              <a:buNone/>
            </a:pPr>
            <a:r>
              <a:rPr lang="en-US" sz="1000" b="1" noProof="0" dirty="0">
                <a:solidFill>
                  <a:srgbClr val="1B2A3B"/>
                </a:solidFill>
              </a:rPr>
              <a:t>Knowledge Base</a:t>
            </a:r>
            <a:endParaRPr lang="en-US" sz="1000" noProof="0" dirty="0"/>
          </a:p>
        </p:txBody>
      </p:sp>
      <p:sp>
        <p:nvSpPr>
          <p:cNvPr id="76" name="Text 13">
            <a:extLst>
              <a:ext uri="{FF2B5EF4-FFF2-40B4-BE49-F238E27FC236}">
                <a16:creationId xmlns:a16="http://schemas.microsoft.com/office/drawing/2014/main" id="{29436982-E1F0-2176-6436-348A93926C06}"/>
              </a:ext>
            </a:extLst>
          </p:cNvPr>
          <p:cNvSpPr/>
          <p:nvPr/>
        </p:nvSpPr>
        <p:spPr>
          <a:xfrm>
            <a:off x="5201191" y="3686799"/>
            <a:ext cx="1426464" cy="548640"/>
          </a:xfrm>
          <a:prstGeom prst="rect">
            <a:avLst/>
          </a:prstGeom>
          <a:noFill/>
          <a:ln/>
        </p:spPr>
        <p:txBody>
          <a:bodyPr wrap="square" lIns="0" tIns="0" rIns="0" bIns="0" rtlCol="0" anchor="ctr"/>
          <a:lstStyle/>
          <a:p>
            <a:pPr marL="0" indent="0" algn="ctr">
              <a:buNone/>
            </a:pPr>
            <a:endParaRPr lang="en-US" sz="850" noProof="0" dirty="0"/>
          </a:p>
        </p:txBody>
      </p:sp>
      <p:pic>
        <p:nvPicPr>
          <p:cNvPr id="77" name="Image 5" descr="preencoded.png">
            <a:extLst>
              <a:ext uri="{FF2B5EF4-FFF2-40B4-BE49-F238E27FC236}">
                <a16:creationId xmlns:a16="http://schemas.microsoft.com/office/drawing/2014/main" id="{C2BA71DE-0DD7-0F71-EA21-A0D57056993B}"/>
              </a:ext>
            </a:extLst>
          </p:cNvPr>
          <p:cNvPicPr>
            <a:picLocks noChangeAspect="1"/>
          </p:cNvPicPr>
          <p:nvPr/>
        </p:nvPicPr>
        <p:blipFill>
          <a:blip r:embed="rId4"/>
          <a:stretch>
            <a:fillRect/>
          </a:stretch>
        </p:blipFill>
        <p:spPr>
          <a:xfrm>
            <a:off x="6609367" y="2743642"/>
            <a:ext cx="329184" cy="329184"/>
          </a:xfrm>
          <a:prstGeom prst="rect">
            <a:avLst/>
          </a:prstGeom>
        </p:spPr>
      </p:pic>
      <p:sp>
        <p:nvSpPr>
          <p:cNvPr id="78" name="Shape 14">
            <a:extLst>
              <a:ext uri="{FF2B5EF4-FFF2-40B4-BE49-F238E27FC236}">
                <a16:creationId xmlns:a16="http://schemas.microsoft.com/office/drawing/2014/main" id="{00FCC35F-4F0E-047D-987A-4E9C61AFB634}"/>
              </a:ext>
            </a:extLst>
          </p:cNvPr>
          <p:cNvSpPr/>
          <p:nvPr/>
        </p:nvSpPr>
        <p:spPr>
          <a:xfrm>
            <a:off x="7048279" y="2159751"/>
            <a:ext cx="1170432" cy="1170432"/>
          </a:xfrm>
          <a:prstGeom prst="ellipse">
            <a:avLst/>
          </a:prstGeom>
          <a:noFill/>
          <a:ln w="12700">
            <a:solidFill>
              <a:srgbClr val="000000"/>
            </a:solidFill>
            <a:prstDash val="solid"/>
          </a:ln>
          <a:effectLst>
            <a:outerShdw blurRad="101600" dist="38100" dir="8100000" algn="bl" rotWithShape="0">
              <a:srgbClr val="000000">
                <a:alpha val="10000"/>
              </a:srgbClr>
            </a:outerShdw>
          </a:effectLst>
        </p:spPr>
        <p:txBody>
          <a:bodyPr/>
          <a:lstStyle/>
          <a:p>
            <a:endParaRPr lang="en-US" noProof="0" dirty="0"/>
          </a:p>
        </p:txBody>
      </p:sp>
      <p:pic>
        <p:nvPicPr>
          <p:cNvPr id="79" name="Image 6" descr="preencoded.png">
            <a:extLst>
              <a:ext uri="{FF2B5EF4-FFF2-40B4-BE49-F238E27FC236}">
                <a16:creationId xmlns:a16="http://schemas.microsoft.com/office/drawing/2014/main" id="{DFF5B24E-7B14-6049-9E6F-A185AFC18404}"/>
              </a:ext>
            </a:extLst>
          </p:cNvPr>
          <p:cNvPicPr>
            <a:picLocks noChangeAspect="1"/>
          </p:cNvPicPr>
          <p:nvPr/>
        </p:nvPicPr>
        <p:blipFill>
          <a:blip r:embed="rId7"/>
          <a:stretch>
            <a:fillRect/>
          </a:stretch>
        </p:blipFill>
        <p:spPr>
          <a:xfrm>
            <a:off x="7380127" y="2497892"/>
            <a:ext cx="475488" cy="475488"/>
          </a:xfrm>
          <a:prstGeom prst="rect">
            <a:avLst/>
          </a:prstGeom>
        </p:spPr>
      </p:pic>
      <p:sp>
        <p:nvSpPr>
          <p:cNvPr id="80" name="Text 15">
            <a:extLst>
              <a:ext uri="{FF2B5EF4-FFF2-40B4-BE49-F238E27FC236}">
                <a16:creationId xmlns:a16="http://schemas.microsoft.com/office/drawing/2014/main" id="{B8BDA6C5-98D1-8578-A9BE-249867DF35EE}"/>
              </a:ext>
            </a:extLst>
          </p:cNvPr>
          <p:cNvSpPr/>
          <p:nvPr/>
        </p:nvSpPr>
        <p:spPr>
          <a:xfrm>
            <a:off x="6938551" y="3412479"/>
            <a:ext cx="1389888" cy="274320"/>
          </a:xfrm>
          <a:prstGeom prst="rect">
            <a:avLst/>
          </a:prstGeom>
          <a:noFill/>
          <a:ln/>
        </p:spPr>
        <p:txBody>
          <a:bodyPr wrap="square" lIns="0" tIns="0" rIns="0" bIns="0" rtlCol="0" anchor="ctr"/>
          <a:lstStyle/>
          <a:p>
            <a:pPr marL="0" indent="0" algn="ctr">
              <a:buNone/>
            </a:pPr>
            <a:r>
              <a:rPr lang="en-US" sz="1000" b="1" noProof="0" dirty="0">
                <a:solidFill>
                  <a:srgbClr val="1B2A3B"/>
                </a:solidFill>
              </a:rPr>
              <a:t>LLM (AI)</a:t>
            </a:r>
            <a:endParaRPr lang="en-US" sz="1000" noProof="0" dirty="0"/>
          </a:p>
        </p:txBody>
      </p:sp>
      <p:sp>
        <p:nvSpPr>
          <p:cNvPr id="81" name="Text 16">
            <a:extLst>
              <a:ext uri="{FF2B5EF4-FFF2-40B4-BE49-F238E27FC236}">
                <a16:creationId xmlns:a16="http://schemas.microsoft.com/office/drawing/2014/main" id="{4BA8C1E0-69C6-5F35-A344-349349653CEE}"/>
              </a:ext>
            </a:extLst>
          </p:cNvPr>
          <p:cNvSpPr/>
          <p:nvPr/>
        </p:nvSpPr>
        <p:spPr>
          <a:xfrm>
            <a:off x="6920263" y="3686799"/>
            <a:ext cx="1426464" cy="548640"/>
          </a:xfrm>
          <a:prstGeom prst="rect">
            <a:avLst/>
          </a:prstGeom>
          <a:noFill/>
          <a:ln/>
        </p:spPr>
        <p:txBody>
          <a:bodyPr wrap="square" lIns="0" tIns="0" rIns="0" bIns="0" rtlCol="0" anchor="ctr"/>
          <a:lstStyle/>
          <a:p>
            <a:pPr marL="0" indent="0" algn="ctr">
              <a:buNone/>
            </a:pPr>
            <a:endParaRPr lang="en-US" sz="850" noProof="0" dirty="0"/>
          </a:p>
        </p:txBody>
      </p:sp>
      <p:pic>
        <p:nvPicPr>
          <p:cNvPr id="82" name="Image 7" descr="preencoded.png">
            <a:extLst>
              <a:ext uri="{FF2B5EF4-FFF2-40B4-BE49-F238E27FC236}">
                <a16:creationId xmlns:a16="http://schemas.microsoft.com/office/drawing/2014/main" id="{8CEE48EA-A11C-D4AF-1368-1DACBAFFD6DB}"/>
              </a:ext>
            </a:extLst>
          </p:cNvPr>
          <p:cNvPicPr>
            <a:picLocks noChangeAspect="1"/>
          </p:cNvPicPr>
          <p:nvPr/>
        </p:nvPicPr>
        <p:blipFill>
          <a:blip r:embed="rId4"/>
          <a:stretch>
            <a:fillRect/>
          </a:stretch>
        </p:blipFill>
        <p:spPr>
          <a:xfrm>
            <a:off x="8203087" y="2611717"/>
            <a:ext cx="329184" cy="329184"/>
          </a:xfrm>
          <a:prstGeom prst="rect">
            <a:avLst/>
          </a:prstGeom>
        </p:spPr>
      </p:pic>
      <p:sp>
        <p:nvSpPr>
          <p:cNvPr id="83" name="Shape 17">
            <a:extLst>
              <a:ext uri="{FF2B5EF4-FFF2-40B4-BE49-F238E27FC236}">
                <a16:creationId xmlns:a16="http://schemas.microsoft.com/office/drawing/2014/main" id="{3B7CB97D-406D-D14C-D15C-57BB9CF2E606}"/>
              </a:ext>
            </a:extLst>
          </p:cNvPr>
          <p:cNvSpPr/>
          <p:nvPr/>
        </p:nvSpPr>
        <p:spPr>
          <a:xfrm>
            <a:off x="8767351" y="2159751"/>
            <a:ext cx="1170432" cy="1170432"/>
          </a:xfrm>
          <a:prstGeom prst="ellipse">
            <a:avLst/>
          </a:prstGeom>
          <a:noFill/>
          <a:ln w="12700">
            <a:solidFill>
              <a:srgbClr val="000000"/>
            </a:solidFill>
            <a:prstDash val="solid"/>
          </a:ln>
          <a:effectLst>
            <a:outerShdw blurRad="101600" dist="38100" dir="8100000" algn="bl" rotWithShape="0">
              <a:srgbClr val="000000">
                <a:alpha val="10000"/>
              </a:srgbClr>
            </a:outerShdw>
          </a:effectLst>
        </p:spPr>
        <p:txBody>
          <a:bodyPr/>
          <a:lstStyle/>
          <a:p>
            <a:endParaRPr lang="en-US" noProof="0" dirty="0"/>
          </a:p>
        </p:txBody>
      </p:sp>
      <p:pic>
        <p:nvPicPr>
          <p:cNvPr id="84" name="Image 8" descr="preencoded.png">
            <a:extLst>
              <a:ext uri="{FF2B5EF4-FFF2-40B4-BE49-F238E27FC236}">
                <a16:creationId xmlns:a16="http://schemas.microsoft.com/office/drawing/2014/main" id="{7E01138F-483F-0879-31EF-B580F81CCFF6}"/>
              </a:ext>
            </a:extLst>
          </p:cNvPr>
          <p:cNvPicPr>
            <a:picLocks noChangeAspect="1"/>
          </p:cNvPicPr>
          <p:nvPr/>
        </p:nvPicPr>
        <p:blipFill>
          <a:blip r:embed="rId8"/>
          <a:stretch>
            <a:fillRect/>
          </a:stretch>
        </p:blipFill>
        <p:spPr>
          <a:xfrm>
            <a:off x="9114823" y="2520277"/>
            <a:ext cx="475488" cy="475488"/>
          </a:xfrm>
          <a:prstGeom prst="rect">
            <a:avLst/>
          </a:prstGeom>
        </p:spPr>
      </p:pic>
      <p:sp>
        <p:nvSpPr>
          <p:cNvPr id="85" name="Text 18">
            <a:extLst>
              <a:ext uri="{FF2B5EF4-FFF2-40B4-BE49-F238E27FC236}">
                <a16:creationId xmlns:a16="http://schemas.microsoft.com/office/drawing/2014/main" id="{FF163BFB-A7D0-8098-F4E2-410843B94104}"/>
              </a:ext>
            </a:extLst>
          </p:cNvPr>
          <p:cNvSpPr/>
          <p:nvPr/>
        </p:nvSpPr>
        <p:spPr>
          <a:xfrm>
            <a:off x="8657623" y="3412479"/>
            <a:ext cx="1389888" cy="274320"/>
          </a:xfrm>
          <a:prstGeom prst="rect">
            <a:avLst/>
          </a:prstGeom>
          <a:noFill/>
          <a:ln/>
        </p:spPr>
        <p:txBody>
          <a:bodyPr wrap="square" lIns="0" tIns="0" rIns="0" bIns="0" rtlCol="0" anchor="ctr"/>
          <a:lstStyle/>
          <a:p>
            <a:pPr marL="0" indent="0" algn="ctr">
              <a:buNone/>
            </a:pPr>
            <a:r>
              <a:rPr lang="en-US" sz="1000" b="1" noProof="0" dirty="0">
                <a:solidFill>
                  <a:srgbClr val="1B2A3B"/>
                </a:solidFill>
              </a:rPr>
              <a:t>Answer</a:t>
            </a:r>
            <a:endParaRPr lang="en-US" sz="1000" noProof="0" dirty="0"/>
          </a:p>
        </p:txBody>
      </p:sp>
      <p:sp>
        <p:nvSpPr>
          <p:cNvPr id="86" name="Text 19">
            <a:extLst>
              <a:ext uri="{FF2B5EF4-FFF2-40B4-BE49-F238E27FC236}">
                <a16:creationId xmlns:a16="http://schemas.microsoft.com/office/drawing/2014/main" id="{A96746A7-CEA8-427B-5583-972E5657C03A}"/>
              </a:ext>
            </a:extLst>
          </p:cNvPr>
          <p:cNvSpPr/>
          <p:nvPr/>
        </p:nvSpPr>
        <p:spPr>
          <a:xfrm>
            <a:off x="8639335" y="3686799"/>
            <a:ext cx="1426464" cy="548640"/>
          </a:xfrm>
          <a:prstGeom prst="rect">
            <a:avLst/>
          </a:prstGeom>
          <a:noFill/>
          <a:ln/>
        </p:spPr>
        <p:txBody>
          <a:bodyPr wrap="square" lIns="0" tIns="0" rIns="0" bIns="0" rtlCol="0" anchor="ctr"/>
          <a:lstStyle/>
          <a:p>
            <a:pPr marL="0" indent="0" algn="ctr">
              <a:buNone/>
            </a:pPr>
            <a:endParaRPr lang="en-US" sz="850" noProof="0" dirty="0"/>
          </a:p>
        </p:txBody>
      </p:sp>
      <p:pic>
        <p:nvPicPr>
          <p:cNvPr id="92" name="Graphic 91" descr="Arrow Right with solid fill">
            <a:extLst>
              <a:ext uri="{FF2B5EF4-FFF2-40B4-BE49-F238E27FC236}">
                <a16:creationId xmlns:a16="http://schemas.microsoft.com/office/drawing/2014/main" id="{F1DA6FA8-77B5-E1F4-A0A0-07581488FAF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156623" y="2511470"/>
            <a:ext cx="370657" cy="370657"/>
          </a:xfrm>
          <a:prstGeom prst="rect">
            <a:avLst/>
          </a:prstGeom>
        </p:spPr>
      </p:pic>
      <p:pic>
        <p:nvPicPr>
          <p:cNvPr id="124" name="Graphic 123" descr="Arrow Right with solid fill">
            <a:extLst>
              <a:ext uri="{FF2B5EF4-FFF2-40B4-BE49-F238E27FC236}">
                <a16:creationId xmlns:a16="http://schemas.microsoft.com/office/drawing/2014/main" id="{2AD71D5E-F2CE-3C19-671B-96B450A9245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855641" y="2532005"/>
            <a:ext cx="431535" cy="431535"/>
          </a:xfrm>
          <a:prstGeom prst="rect">
            <a:avLst/>
          </a:prstGeom>
        </p:spPr>
      </p:pic>
      <p:pic>
        <p:nvPicPr>
          <p:cNvPr id="128" name="Graphic 127" descr="Arrow Right with solid fill">
            <a:extLst>
              <a:ext uri="{FF2B5EF4-FFF2-40B4-BE49-F238E27FC236}">
                <a16:creationId xmlns:a16="http://schemas.microsoft.com/office/drawing/2014/main" id="{FD9F797B-8015-B062-585F-CA95681A586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288884" y="2535947"/>
            <a:ext cx="417123" cy="417123"/>
          </a:xfrm>
          <a:prstGeom prst="rect">
            <a:avLst/>
          </a:prstGeom>
        </p:spPr>
      </p:pic>
      <p:pic>
        <p:nvPicPr>
          <p:cNvPr id="130" name="Graphic 129" descr="Arrow Right with solid fill">
            <a:extLst>
              <a:ext uri="{FF2B5EF4-FFF2-40B4-BE49-F238E27FC236}">
                <a16:creationId xmlns:a16="http://schemas.microsoft.com/office/drawing/2014/main" id="{6CA4DDC3-3DFA-5CF4-9E58-2AA84745E91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562344" y="2523744"/>
            <a:ext cx="417157" cy="417157"/>
          </a:xfrm>
          <a:prstGeom prst="rect">
            <a:avLst/>
          </a:prstGeom>
        </p:spPr>
      </p:pic>
      <p:sp>
        <p:nvSpPr>
          <p:cNvPr id="4" name="ZoneTexte 3">
            <a:extLst>
              <a:ext uri="{FF2B5EF4-FFF2-40B4-BE49-F238E27FC236}">
                <a16:creationId xmlns:a16="http://schemas.microsoft.com/office/drawing/2014/main" id="{C6B937B0-DF18-5DC1-7AB4-C36C7444A85F}"/>
              </a:ext>
            </a:extLst>
          </p:cNvPr>
          <p:cNvSpPr txBox="1"/>
          <p:nvPr/>
        </p:nvSpPr>
        <p:spPr>
          <a:xfrm>
            <a:off x="2961290" y="1528165"/>
            <a:ext cx="6269420" cy="369332"/>
          </a:xfrm>
          <a:prstGeom prst="rect">
            <a:avLst/>
          </a:prstGeom>
          <a:noFill/>
        </p:spPr>
        <p:txBody>
          <a:bodyPr wrap="square">
            <a:spAutoFit/>
          </a:bodyPr>
          <a:lstStyle/>
          <a:p>
            <a:r>
              <a:rPr lang="en-US" sz="1800" b="1" noProof="0" dirty="0">
                <a:solidFill>
                  <a:srgbClr val="22C55E"/>
                </a:solidFill>
              </a:rPr>
              <a:t>Status: Knowledge Base currently under construction</a:t>
            </a:r>
          </a:p>
        </p:txBody>
      </p:sp>
      <p:sp>
        <p:nvSpPr>
          <p:cNvPr id="5" name="Shape 24">
            <a:extLst>
              <a:ext uri="{FF2B5EF4-FFF2-40B4-BE49-F238E27FC236}">
                <a16:creationId xmlns:a16="http://schemas.microsoft.com/office/drawing/2014/main" id="{12FE3173-CE8D-5F8C-9507-05E2EC47D529}"/>
              </a:ext>
            </a:extLst>
          </p:cNvPr>
          <p:cNvSpPr/>
          <p:nvPr/>
        </p:nvSpPr>
        <p:spPr>
          <a:xfrm>
            <a:off x="3299240" y="1990165"/>
            <a:ext cx="5233032" cy="2164296"/>
          </a:xfrm>
          <a:prstGeom prst="rect">
            <a:avLst/>
          </a:prstGeom>
          <a:noFill/>
          <a:ln w="12700">
            <a:solidFill>
              <a:srgbClr val="000000"/>
            </a:solidFill>
            <a:prstDash val="solid"/>
          </a:ln>
        </p:spPr>
        <p:txBody>
          <a:bodyPr/>
          <a:lstStyle/>
          <a:p>
            <a:endParaRPr lang="en-US" b="1" noProof="0" dirty="0"/>
          </a:p>
          <a:p>
            <a:endParaRPr lang="en-US" b="1" noProof="0" dirty="0"/>
          </a:p>
          <a:p>
            <a:endParaRPr lang="en-US" b="1" noProof="0" dirty="0"/>
          </a:p>
          <a:p>
            <a:endParaRPr lang="en-US" b="1" noProof="0" dirty="0"/>
          </a:p>
          <a:p>
            <a:endParaRPr lang="en-US" b="1" noProof="0" dirty="0"/>
          </a:p>
          <a:p>
            <a:endParaRPr lang="en-US" b="1" noProof="0" dirty="0"/>
          </a:p>
          <a:p>
            <a:endParaRPr lang="en-US" b="1" noProof="0" dirty="0"/>
          </a:p>
          <a:p>
            <a:endParaRPr lang="en-US" b="1" noProof="0" dirty="0"/>
          </a:p>
        </p:txBody>
      </p:sp>
      <p:sp>
        <p:nvSpPr>
          <p:cNvPr id="3" name="TextBox 138">
            <a:extLst>
              <a:ext uri="{FF2B5EF4-FFF2-40B4-BE49-F238E27FC236}">
                <a16:creationId xmlns:a16="http://schemas.microsoft.com/office/drawing/2014/main" id="{9E8EAB2E-A03A-3840-C7C7-56FF4E295EE4}"/>
              </a:ext>
            </a:extLst>
          </p:cNvPr>
          <p:cNvSpPr txBox="1"/>
          <p:nvPr/>
        </p:nvSpPr>
        <p:spPr>
          <a:xfrm>
            <a:off x="3667558" y="4402785"/>
            <a:ext cx="4846320" cy="276999"/>
          </a:xfrm>
          <a:prstGeom prst="rect">
            <a:avLst/>
          </a:prstGeom>
          <a:noFill/>
        </p:spPr>
        <p:txBody>
          <a:bodyPr wrap="square">
            <a:spAutoFit/>
          </a:bodyPr>
          <a:lstStyle/>
          <a:p>
            <a:pPr algn="ctr"/>
            <a:r>
              <a:rPr lang="en-US" sz="1200" b="0" i="1" noProof="0" dirty="0">
                <a:solidFill>
                  <a:srgbClr val="64748B"/>
                </a:solidFill>
              </a:rPr>
              <a:t>Th</a:t>
            </a:r>
            <a:r>
              <a:rPr lang="en-US" sz="1200" i="1" noProof="0" dirty="0">
                <a:solidFill>
                  <a:srgbClr val="64748B"/>
                </a:solidFill>
              </a:rPr>
              <a:t>ese</a:t>
            </a:r>
            <a:r>
              <a:rPr lang="en-US" sz="1200" b="0" i="1" noProof="0" dirty="0">
                <a:solidFill>
                  <a:srgbClr val="64748B"/>
                </a:solidFill>
              </a:rPr>
              <a:t> 3 steps you just saw on this diagram...</a:t>
            </a:r>
          </a:p>
        </p:txBody>
      </p:sp>
      <p:sp>
        <p:nvSpPr>
          <p:cNvPr id="6" name="TextBox 139">
            <a:extLst>
              <a:ext uri="{FF2B5EF4-FFF2-40B4-BE49-F238E27FC236}">
                <a16:creationId xmlns:a16="http://schemas.microsoft.com/office/drawing/2014/main" id="{E6AE32BA-7DB7-B3A6-E4B7-7674C1061B8C}"/>
              </a:ext>
            </a:extLst>
          </p:cNvPr>
          <p:cNvSpPr txBox="1"/>
          <p:nvPr/>
        </p:nvSpPr>
        <p:spPr>
          <a:xfrm>
            <a:off x="3667558" y="4768545"/>
            <a:ext cx="4846320" cy="338554"/>
          </a:xfrm>
          <a:prstGeom prst="rect">
            <a:avLst/>
          </a:prstGeom>
          <a:noFill/>
        </p:spPr>
        <p:txBody>
          <a:bodyPr wrap="square">
            <a:spAutoFit/>
          </a:bodyPr>
          <a:lstStyle/>
          <a:p>
            <a:pPr algn="ctr"/>
            <a:r>
              <a:rPr lang="en-US" sz="1600" b="1" i="0" noProof="0" dirty="0"/>
              <a:t>...have a name.</a:t>
            </a:r>
          </a:p>
        </p:txBody>
      </p:sp>
      <p:sp>
        <p:nvSpPr>
          <p:cNvPr id="7" name="TextBox 140">
            <a:extLst>
              <a:ext uri="{FF2B5EF4-FFF2-40B4-BE49-F238E27FC236}">
                <a16:creationId xmlns:a16="http://schemas.microsoft.com/office/drawing/2014/main" id="{1C385E2D-F087-1443-96FB-0D8F8899589A}"/>
              </a:ext>
            </a:extLst>
          </p:cNvPr>
          <p:cNvSpPr txBox="1"/>
          <p:nvPr/>
        </p:nvSpPr>
        <p:spPr>
          <a:xfrm>
            <a:off x="3667558" y="5276355"/>
            <a:ext cx="4846320" cy="457200"/>
          </a:xfrm>
          <a:prstGeom prst="rect">
            <a:avLst/>
          </a:prstGeom>
          <a:noFill/>
        </p:spPr>
        <p:txBody>
          <a:bodyPr wrap="square">
            <a:spAutoFit/>
          </a:bodyPr>
          <a:lstStyle/>
          <a:p>
            <a:pPr algn="ctr"/>
            <a:r>
              <a:rPr lang="en-US" sz="2400" b="1" i="0" noProof="0" dirty="0">
                <a:solidFill>
                  <a:srgbClr val="0D9488"/>
                </a:solidFill>
              </a:rPr>
              <a:t>This is called RAG.</a:t>
            </a:r>
          </a:p>
        </p:txBody>
      </p:sp>
      <p:sp>
        <p:nvSpPr>
          <p:cNvPr id="8" name="Slide Number Placeholder 7">
            <a:extLst>
              <a:ext uri="{FF2B5EF4-FFF2-40B4-BE49-F238E27FC236}">
                <a16:creationId xmlns:a16="http://schemas.microsoft.com/office/drawing/2014/main" id="{A79508EC-3A45-3889-375D-C3B897ED36A4}"/>
              </a:ext>
            </a:extLst>
          </p:cNvPr>
          <p:cNvSpPr>
            <a:spLocks noGrp="1"/>
          </p:cNvSpPr>
          <p:nvPr>
            <p:ph type="sldNum" sz="quarter" idx="12"/>
          </p:nvPr>
        </p:nvSpPr>
        <p:spPr/>
        <p:txBody>
          <a:bodyPr/>
          <a:lstStyle/>
          <a:p>
            <a:fld id="{40A7B169-58CE-4E65-B1F9-ACF9E46440C2}" type="slidenum">
              <a:rPr lang="en-US" noProof="0" smtClean="0"/>
              <a:t>16</a:t>
            </a:fld>
            <a:endParaRPr lang="en-US" noProof="0" dirty="0"/>
          </a:p>
        </p:txBody>
      </p:sp>
    </p:spTree>
    <p:extLst>
      <p:ext uri="{BB962C8B-B14F-4D97-AF65-F5344CB8AC3E}">
        <p14:creationId xmlns:p14="http://schemas.microsoft.com/office/powerpoint/2010/main" val="23304006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D9EB3-6346-C060-BA60-3E87FC8CE1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DACCD4-A597-7012-D3D7-6B74109FE8A0}"/>
              </a:ext>
            </a:extLst>
          </p:cNvPr>
          <p:cNvSpPr>
            <a:spLocks noGrp="1"/>
          </p:cNvSpPr>
          <p:nvPr>
            <p:ph type="title"/>
          </p:nvPr>
        </p:nvSpPr>
        <p:spPr>
          <a:xfrm>
            <a:off x="242477" y="-53443"/>
            <a:ext cx="11609159" cy="1247050"/>
          </a:xfrm>
        </p:spPr>
        <p:txBody>
          <a:bodyPr/>
          <a:lstStyle/>
          <a:p>
            <a:r>
              <a:rPr lang="en-US" sz="1800" b="1" noProof="0" dirty="0"/>
              <a:t> The ST ChatGPT Platform</a:t>
            </a:r>
          </a:p>
        </p:txBody>
      </p:sp>
      <p:sp>
        <p:nvSpPr>
          <p:cNvPr id="56" name="TextBox 55">
            <a:extLst>
              <a:ext uri="{FF2B5EF4-FFF2-40B4-BE49-F238E27FC236}">
                <a16:creationId xmlns:a16="http://schemas.microsoft.com/office/drawing/2014/main" id="{B0AD64F1-8233-71F1-1A66-C403606727FB}"/>
              </a:ext>
            </a:extLst>
          </p:cNvPr>
          <p:cNvSpPr txBox="1"/>
          <p:nvPr/>
        </p:nvSpPr>
        <p:spPr>
          <a:xfrm>
            <a:off x="242477" y="615186"/>
            <a:ext cx="6271666" cy="276999"/>
          </a:xfrm>
          <a:prstGeom prst="rect">
            <a:avLst/>
          </a:prstGeom>
          <a:noFill/>
        </p:spPr>
        <p:txBody>
          <a:bodyPr wrap="square">
            <a:spAutoFit/>
          </a:bodyPr>
          <a:lstStyle/>
          <a:p>
            <a:pPr marL="0" indent="0" algn="l">
              <a:buNone/>
            </a:pPr>
            <a:r>
              <a:rPr lang="en-US" sz="1200" b="1" noProof="0" dirty="0">
                <a:solidFill>
                  <a:srgbClr val="425A78"/>
                </a:solidFill>
              </a:rPr>
              <a:t>How does the platform work?</a:t>
            </a:r>
          </a:p>
        </p:txBody>
      </p:sp>
      <p:sp>
        <p:nvSpPr>
          <p:cNvPr id="57" name="Text 3">
            <a:extLst>
              <a:ext uri="{FF2B5EF4-FFF2-40B4-BE49-F238E27FC236}">
                <a16:creationId xmlns:a16="http://schemas.microsoft.com/office/drawing/2014/main" id="{4CBC27D3-B56C-04D7-2347-DC1208AE8129}"/>
              </a:ext>
            </a:extLst>
          </p:cNvPr>
          <p:cNvSpPr/>
          <p:nvPr/>
        </p:nvSpPr>
        <p:spPr>
          <a:xfrm>
            <a:off x="340364" y="925138"/>
            <a:ext cx="8229600" cy="256032"/>
          </a:xfrm>
          <a:prstGeom prst="rect">
            <a:avLst/>
          </a:prstGeom>
          <a:noFill/>
          <a:ln/>
        </p:spPr>
        <p:txBody>
          <a:bodyPr wrap="square" lIns="0" tIns="0" rIns="0" bIns="0" rtlCol="0" anchor="ctr"/>
          <a:lstStyle/>
          <a:p>
            <a:r>
              <a:rPr lang="en-US" sz="1200" i="1" noProof="0" dirty="0">
                <a:solidFill>
                  <a:srgbClr val="64748B"/>
                </a:solidFill>
              </a:rPr>
              <a:t>Full chain: from question to sourced, traceable answer</a:t>
            </a:r>
          </a:p>
        </p:txBody>
      </p:sp>
      <p:sp>
        <p:nvSpPr>
          <p:cNvPr id="58" name="Shape 4">
            <a:extLst>
              <a:ext uri="{FF2B5EF4-FFF2-40B4-BE49-F238E27FC236}">
                <a16:creationId xmlns:a16="http://schemas.microsoft.com/office/drawing/2014/main" id="{D1E40C5A-89C0-5416-0C43-D57172B2B4FF}"/>
              </a:ext>
            </a:extLst>
          </p:cNvPr>
          <p:cNvSpPr/>
          <p:nvPr/>
        </p:nvSpPr>
        <p:spPr>
          <a:xfrm>
            <a:off x="340364" y="1302803"/>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63" name="Shape 5">
            <a:extLst>
              <a:ext uri="{FF2B5EF4-FFF2-40B4-BE49-F238E27FC236}">
                <a16:creationId xmlns:a16="http://schemas.microsoft.com/office/drawing/2014/main" id="{9ACB6311-80A2-BFA7-6161-E1F557CE6E86}"/>
              </a:ext>
            </a:extLst>
          </p:cNvPr>
          <p:cNvSpPr/>
          <p:nvPr/>
        </p:nvSpPr>
        <p:spPr>
          <a:xfrm>
            <a:off x="1891063" y="2159751"/>
            <a:ext cx="1170432" cy="1170432"/>
          </a:xfrm>
          <a:prstGeom prst="ellipse">
            <a:avLst/>
          </a:prstGeom>
          <a:solidFill>
            <a:srgbClr val="1B2A3B"/>
          </a:solidFill>
          <a:ln w="12700">
            <a:solidFill>
              <a:srgbClr val="000000"/>
            </a:solidFill>
            <a:prstDash val="solid"/>
          </a:ln>
          <a:effectLst>
            <a:outerShdw blurRad="101600" dist="38100" dir="8100000" algn="bl" rotWithShape="0">
              <a:srgbClr val="000000">
                <a:alpha val="10000"/>
              </a:srgbClr>
            </a:outerShdw>
          </a:effectLst>
        </p:spPr>
        <p:txBody>
          <a:bodyPr/>
          <a:lstStyle/>
          <a:p>
            <a:endParaRPr lang="en-US" noProof="0" dirty="0"/>
          </a:p>
        </p:txBody>
      </p:sp>
      <p:pic>
        <p:nvPicPr>
          <p:cNvPr id="64" name="Image 0" descr="preencoded.png">
            <a:extLst>
              <a:ext uri="{FF2B5EF4-FFF2-40B4-BE49-F238E27FC236}">
                <a16:creationId xmlns:a16="http://schemas.microsoft.com/office/drawing/2014/main" id="{F374A291-18C3-E4D2-7CC7-83A39E53525E}"/>
              </a:ext>
            </a:extLst>
          </p:cNvPr>
          <p:cNvPicPr>
            <a:picLocks noChangeAspect="1"/>
          </p:cNvPicPr>
          <p:nvPr/>
        </p:nvPicPr>
        <p:blipFill>
          <a:blip r:embed="rId3"/>
          <a:stretch>
            <a:fillRect/>
          </a:stretch>
        </p:blipFill>
        <p:spPr>
          <a:xfrm>
            <a:off x="2238535" y="2456931"/>
            <a:ext cx="475488" cy="475488"/>
          </a:xfrm>
          <a:prstGeom prst="rect">
            <a:avLst/>
          </a:prstGeom>
        </p:spPr>
      </p:pic>
      <p:sp>
        <p:nvSpPr>
          <p:cNvPr id="65" name="Text 6">
            <a:extLst>
              <a:ext uri="{FF2B5EF4-FFF2-40B4-BE49-F238E27FC236}">
                <a16:creationId xmlns:a16="http://schemas.microsoft.com/office/drawing/2014/main" id="{443DA998-047D-CAE6-C70E-1C6D5670A9A0}"/>
              </a:ext>
            </a:extLst>
          </p:cNvPr>
          <p:cNvSpPr/>
          <p:nvPr/>
        </p:nvSpPr>
        <p:spPr>
          <a:xfrm>
            <a:off x="1781335" y="3412479"/>
            <a:ext cx="1389888" cy="274320"/>
          </a:xfrm>
          <a:prstGeom prst="rect">
            <a:avLst/>
          </a:prstGeom>
          <a:noFill/>
          <a:ln/>
        </p:spPr>
        <p:txBody>
          <a:bodyPr wrap="square" lIns="0" tIns="0" rIns="0" bIns="0" rtlCol="0" anchor="ctr"/>
          <a:lstStyle/>
          <a:p>
            <a:pPr marL="0" indent="0" algn="ctr">
              <a:buNone/>
            </a:pPr>
            <a:r>
              <a:rPr lang="en-US" sz="1000" b="1" noProof="0" dirty="0">
                <a:solidFill>
                  <a:srgbClr val="1B2A3B"/>
                </a:solidFill>
              </a:rPr>
              <a:t>User Prompt</a:t>
            </a:r>
            <a:endParaRPr lang="en-US" sz="1000" noProof="0" dirty="0"/>
          </a:p>
        </p:txBody>
      </p:sp>
      <p:sp>
        <p:nvSpPr>
          <p:cNvPr id="66" name="Text 7">
            <a:extLst>
              <a:ext uri="{FF2B5EF4-FFF2-40B4-BE49-F238E27FC236}">
                <a16:creationId xmlns:a16="http://schemas.microsoft.com/office/drawing/2014/main" id="{898C2B48-EEDD-B6C3-D13B-1B583D6D595B}"/>
              </a:ext>
            </a:extLst>
          </p:cNvPr>
          <p:cNvSpPr/>
          <p:nvPr/>
        </p:nvSpPr>
        <p:spPr>
          <a:xfrm>
            <a:off x="1763047" y="3686799"/>
            <a:ext cx="1426464" cy="548640"/>
          </a:xfrm>
          <a:prstGeom prst="rect">
            <a:avLst/>
          </a:prstGeom>
          <a:noFill/>
          <a:ln/>
        </p:spPr>
        <p:txBody>
          <a:bodyPr wrap="square" lIns="0" tIns="0" rIns="0" bIns="0" rtlCol="0" anchor="ctr"/>
          <a:lstStyle/>
          <a:p>
            <a:pPr marL="0" indent="0" algn="ctr">
              <a:buNone/>
            </a:pPr>
            <a:endParaRPr lang="en-US" sz="850" noProof="0" dirty="0"/>
          </a:p>
        </p:txBody>
      </p:sp>
      <p:pic>
        <p:nvPicPr>
          <p:cNvPr id="67" name="Image 1" descr="preencoded.png">
            <a:extLst>
              <a:ext uri="{FF2B5EF4-FFF2-40B4-BE49-F238E27FC236}">
                <a16:creationId xmlns:a16="http://schemas.microsoft.com/office/drawing/2014/main" id="{257FDA79-8D01-D6D4-0A85-BC2D7B53F521}"/>
              </a:ext>
            </a:extLst>
          </p:cNvPr>
          <p:cNvPicPr>
            <a:picLocks noChangeAspect="1"/>
          </p:cNvPicPr>
          <p:nvPr/>
        </p:nvPicPr>
        <p:blipFill>
          <a:blip r:embed="rId4"/>
          <a:stretch>
            <a:fillRect/>
          </a:stretch>
        </p:blipFill>
        <p:spPr>
          <a:xfrm>
            <a:off x="3171223" y="2616951"/>
            <a:ext cx="329184" cy="329184"/>
          </a:xfrm>
          <a:prstGeom prst="rect">
            <a:avLst/>
          </a:prstGeom>
        </p:spPr>
      </p:pic>
      <p:sp>
        <p:nvSpPr>
          <p:cNvPr id="68" name="Shape 8">
            <a:extLst>
              <a:ext uri="{FF2B5EF4-FFF2-40B4-BE49-F238E27FC236}">
                <a16:creationId xmlns:a16="http://schemas.microsoft.com/office/drawing/2014/main" id="{14C765FC-109E-69AA-4279-25F578EC5ED9}"/>
              </a:ext>
            </a:extLst>
          </p:cNvPr>
          <p:cNvSpPr/>
          <p:nvPr/>
        </p:nvSpPr>
        <p:spPr>
          <a:xfrm>
            <a:off x="3610135" y="2159751"/>
            <a:ext cx="1170432" cy="1170432"/>
          </a:xfrm>
          <a:prstGeom prst="ellipse">
            <a:avLst/>
          </a:prstGeom>
          <a:noFill/>
          <a:ln w="12700">
            <a:solidFill>
              <a:srgbClr val="000000"/>
            </a:solidFill>
            <a:prstDash val="solid"/>
          </a:ln>
          <a:effectLst>
            <a:outerShdw blurRad="101600" dist="38100" dir="8100000" algn="bl" rotWithShape="0">
              <a:srgbClr val="000000">
                <a:alpha val="10000"/>
              </a:srgbClr>
            </a:outerShdw>
          </a:effectLst>
        </p:spPr>
        <p:txBody>
          <a:bodyPr/>
          <a:lstStyle/>
          <a:p>
            <a:endParaRPr lang="en-US" noProof="0" dirty="0"/>
          </a:p>
        </p:txBody>
      </p:sp>
      <p:pic>
        <p:nvPicPr>
          <p:cNvPr id="69" name="Image 2" descr="preencoded.png">
            <a:extLst>
              <a:ext uri="{FF2B5EF4-FFF2-40B4-BE49-F238E27FC236}">
                <a16:creationId xmlns:a16="http://schemas.microsoft.com/office/drawing/2014/main" id="{0C85453C-3CA7-4983-DB72-DA067C854BB0}"/>
              </a:ext>
            </a:extLst>
          </p:cNvPr>
          <p:cNvPicPr>
            <a:picLocks noChangeAspect="1"/>
          </p:cNvPicPr>
          <p:nvPr/>
        </p:nvPicPr>
        <p:blipFill>
          <a:blip r:embed="rId5"/>
          <a:stretch>
            <a:fillRect/>
          </a:stretch>
        </p:blipFill>
        <p:spPr>
          <a:xfrm>
            <a:off x="3957607" y="2532005"/>
            <a:ext cx="475488" cy="475488"/>
          </a:xfrm>
          <a:prstGeom prst="rect">
            <a:avLst/>
          </a:prstGeom>
        </p:spPr>
      </p:pic>
      <p:sp>
        <p:nvSpPr>
          <p:cNvPr id="70" name="Text 9">
            <a:extLst>
              <a:ext uri="{FF2B5EF4-FFF2-40B4-BE49-F238E27FC236}">
                <a16:creationId xmlns:a16="http://schemas.microsoft.com/office/drawing/2014/main" id="{B7DE301D-8B30-8666-96D6-C5F98A47713E}"/>
              </a:ext>
            </a:extLst>
          </p:cNvPr>
          <p:cNvSpPr/>
          <p:nvPr/>
        </p:nvSpPr>
        <p:spPr>
          <a:xfrm>
            <a:off x="3500407" y="3412479"/>
            <a:ext cx="1389888" cy="274320"/>
          </a:xfrm>
          <a:prstGeom prst="rect">
            <a:avLst/>
          </a:prstGeom>
          <a:noFill/>
          <a:ln/>
        </p:spPr>
        <p:txBody>
          <a:bodyPr wrap="square" lIns="0" tIns="0" rIns="0" bIns="0" rtlCol="0" anchor="ctr"/>
          <a:lstStyle/>
          <a:p>
            <a:pPr marL="0" indent="0" algn="ctr">
              <a:buNone/>
            </a:pPr>
            <a:r>
              <a:rPr lang="en-US" sz="1000" b="1" noProof="0" dirty="0">
                <a:solidFill>
                  <a:srgbClr val="1B2A3B"/>
                </a:solidFill>
              </a:rPr>
              <a:t>Search</a:t>
            </a:r>
            <a:endParaRPr lang="en-US" sz="1000" noProof="0" dirty="0"/>
          </a:p>
        </p:txBody>
      </p:sp>
      <p:sp>
        <p:nvSpPr>
          <p:cNvPr id="71" name="Text 10">
            <a:extLst>
              <a:ext uri="{FF2B5EF4-FFF2-40B4-BE49-F238E27FC236}">
                <a16:creationId xmlns:a16="http://schemas.microsoft.com/office/drawing/2014/main" id="{05987185-7356-1741-15FE-C9AF09285406}"/>
              </a:ext>
            </a:extLst>
          </p:cNvPr>
          <p:cNvSpPr/>
          <p:nvPr/>
        </p:nvSpPr>
        <p:spPr>
          <a:xfrm>
            <a:off x="3482119" y="3686799"/>
            <a:ext cx="1426464" cy="548640"/>
          </a:xfrm>
          <a:prstGeom prst="rect">
            <a:avLst/>
          </a:prstGeom>
          <a:noFill/>
          <a:ln/>
        </p:spPr>
        <p:txBody>
          <a:bodyPr wrap="square" lIns="0" tIns="0" rIns="0" bIns="0" rtlCol="0" anchor="ctr"/>
          <a:lstStyle/>
          <a:p>
            <a:pPr marL="0" indent="0" algn="ctr">
              <a:buNone/>
            </a:pPr>
            <a:endParaRPr lang="en-US" sz="850" noProof="0" dirty="0"/>
          </a:p>
        </p:txBody>
      </p:sp>
      <p:pic>
        <p:nvPicPr>
          <p:cNvPr id="72" name="Image 3" descr="preencoded.png">
            <a:extLst>
              <a:ext uri="{FF2B5EF4-FFF2-40B4-BE49-F238E27FC236}">
                <a16:creationId xmlns:a16="http://schemas.microsoft.com/office/drawing/2014/main" id="{8918E269-E95D-F821-E16C-8F0E181A58AC}"/>
              </a:ext>
            </a:extLst>
          </p:cNvPr>
          <p:cNvPicPr>
            <a:picLocks noChangeAspect="1"/>
          </p:cNvPicPr>
          <p:nvPr/>
        </p:nvPicPr>
        <p:blipFill>
          <a:blip r:embed="rId4"/>
          <a:stretch>
            <a:fillRect/>
          </a:stretch>
        </p:blipFill>
        <p:spPr>
          <a:xfrm>
            <a:off x="4890295" y="2616951"/>
            <a:ext cx="329184" cy="329184"/>
          </a:xfrm>
          <a:prstGeom prst="rect">
            <a:avLst/>
          </a:prstGeom>
        </p:spPr>
      </p:pic>
      <p:sp>
        <p:nvSpPr>
          <p:cNvPr id="73" name="Shape 11">
            <a:extLst>
              <a:ext uri="{FF2B5EF4-FFF2-40B4-BE49-F238E27FC236}">
                <a16:creationId xmlns:a16="http://schemas.microsoft.com/office/drawing/2014/main" id="{C021FEF5-277A-1A46-655B-CDB7B6EF0312}"/>
              </a:ext>
            </a:extLst>
          </p:cNvPr>
          <p:cNvSpPr/>
          <p:nvPr/>
        </p:nvSpPr>
        <p:spPr>
          <a:xfrm>
            <a:off x="5329207" y="2159751"/>
            <a:ext cx="1170432" cy="1170432"/>
          </a:xfrm>
          <a:prstGeom prst="ellipse">
            <a:avLst/>
          </a:prstGeom>
          <a:noFill/>
          <a:ln w="12700">
            <a:solidFill>
              <a:srgbClr val="000000"/>
            </a:solidFill>
            <a:prstDash val="solid"/>
          </a:ln>
          <a:effectLst>
            <a:outerShdw blurRad="101600" dist="38100" dir="8100000" algn="bl" rotWithShape="0">
              <a:srgbClr val="000000">
                <a:alpha val="10000"/>
              </a:srgbClr>
            </a:outerShdw>
          </a:effectLst>
        </p:spPr>
        <p:txBody>
          <a:bodyPr/>
          <a:lstStyle/>
          <a:p>
            <a:endParaRPr lang="en-US" noProof="0" dirty="0"/>
          </a:p>
        </p:txBody>
      </p:sp>
      <p:pic>
        <p:nvPicPr>
          <p:cNvPr id="74" name="Image 4" descr="preencoded.png">
            <a:extLst>
              <a:ext uri="{FF2B5EF4-FFF2-40B4-BE49-F238E27FC236}">
                <a16:creationId xmlns:a16="http://schemas.microsoft.com/office/drawing/2014/main" id="{F7B2EE91-0100-83D8-64A2-90997C53D815}"/>
              </a:ext>
            </a:extLst>
          </p:cNvPr>
          <p:cNvPicPr>
            <a:picLocks noChangeAspect="1"/>
          </p:cNvPicPr>
          <p:nvPr/>
        </p:nvPicPr>
        <p:blipFill>
          <a:blip r:embed="rId6"/>
          <a:stretch>
            <a:fillRect/>
          </a:stretch>
        </p:blipFill>
        <p:spPr>
          <a:xfrm>
            <a:off x="5667535" y="2504983"/>
            <a:ext cx="475488" cy="475488"/>
          </a:xfrm>
          <a:prstGeom prst="rect">
            <a:avLst/>
          </a:prstGeom>
        </p:spPr>
      </p:pic>
      <p:sp>
        <p:nvSpPr>
          <p:cNvPr id="75" name="Text 12">
            <a:extLst>
              <a:ext uri="{FF2B5EF4-FFF2-40B4-BE49-F238E27FC236}">
                <a16:creationId xmlns:a16="http://schemas.microsoft.com/office/drawing/2014/main" id="{52F267FE-5FCD-55C3-E122-0D00DFCFC5B7}"/>
              </a:ext>
            </a:extLst>
          </p:cNvPr>
          <p:cNvSpPr/>
          <p:nvPr/>
        </p:nvSpPr>
        <p:spPr>
          <a:xfrm>
            <a:off x="5219479" y="3412479"/>
            <a:ext cx="1389888" cy="274320"/>
          </a:xfrm>
          <a:prstGeom prst="rect">
            <a:avLst/>
          </a:prstGeom>
          <a:noFill/>
          <a:ln/>
        </p:spPr>
        <p:txBody>
          <a:bodyPr wrap="square" lIns="0" tIns="0" rIns="0" bIns="0" rtlCol="0" anchor="ctr"/>
          <a:lstStyle/>
          <a:p>
            <a:pPr marL="0" indent="0" algn="ctr">
              <a:buNone/>
            </a:pPr>
            <a:r>
              <a:rPr lang="en-US" sz="1000" b="1" noProof="0" dirty="0">
                <a:solidFill>
                  <a:srgbClr val="1B2A3B"/>
                </a:solidFill>
              </a:rPr>
              <a:t>Knowledge Base</a:t>
            </a:r>
            <a:endParaRPr lang="en-US" sz="1000" noProof="0" dirty="0"/>
          </a:p>
        </p:txBody>
      </p:sp>
      <p:sp>
        <p:nvSpPr>
          <p:cNvPr id="76" name="Text 13">
            <a:extLst>
              <a:ext uri="{FF2B5EF4-FFF2-40B4-BE49-F238E27FC236}">
                <a16:creationId xmlns:a16="http://schemas.microsoft.com/office/drawing/2014/main" id="{F4F73A8E-4265-B697-057E-FA560BB98FE4}"/>
              </a:ext>
            </a:extLst>
          </p:cNvPr>
          <p:cNvSpPr/>
          <p:nvPr/>
        </p:nvSpPr>
        <p:spPr>
          <a:xfrm>
            <a:off x="5201191" y="3686799"/>
            <a:ext cx="1426464" cy="548640"/>
          </a:xfrm>
          <a:prstGeom prst="rect">
            <a:avLst/>
          </a:prstGeom>
          <a:noFill/>
          <a:ln/>
        </p:spPr>
        <p:txBody>
          <a:bodyPr wrap="square" lIns="0" tIns="0" rIns="0" bIns="0" rtlCol="0" anchor="ctr"/>
          <a:lstStyle/>
          <a:p>
            <a:pPr marL="0" indent="0" algn="ctr">
              <a:buNone/>
            </a:pPr>
            <a:endParaRPr lang="en-US" sz="850" noProof="0" dirty="0"/>
          </a:p>
        </p:txBody>
      </p:sp>
      <p:pic>
        <p:nvPicPr>
          <p:cNvPr id="77" name="Image 5" descr="preencoded.png">
            <a:extLst>
              <a:ext uri="{FF2B5EF4-FFF2-40B4-BE49-F238E27FC236}">
                <a16:creationId xmlns:a16="http://schemas.microsoft.com/office/drawing/2014/main" id="{10B3579F-4CD8-1914-80C1-3D3C1F45C490}"/>
              </a:ext>
            </a:extLst>
          </p:cNvPr>
          <p:cNvPicPr>
            <a:picLocks noChangeAspect="1"/>
          </p:cNvPicPr>
          <p:nvPr/>
        </p:nvPicPr>
        <p:blipFill>
          <a:blip r:embed="rId4"/>
          <a:stretch>
            <a:fillRect/>
          </a:stretch>
        </p:blipFill>
        <p:spPr>
          <a:xfrm>
            <a:off x="6609367" y="2743642"/>
            <a:ext cx="329184" cy="329184"/>
          </a:xfrm>
          <a:prstGeom prst="rect">
            <a:avLst/>
          </a:prstGeom>
        </p:spPr>
      </p:pic>
      <p:sp>
        <p:nvSpPr>
          <p:cNvPr id="78" name="Shape 14">
            <a:extLst>
              <a:ext uri="{FF2B5EF4-FFF2-40B4-BE49-F238E27FC236}">
                <a16:creationId xmlns:a16="http://schemas.microsoft.com/office/drawing/2014/main" id="{7413AB44-7CAE-6613-ABAC-25CCEB4A8100}"/>
              </a:ext>
            </a:extLst>
          </p:cNvPr>
          <p:cNvSpPr/>
          <p:nvPr/>
        </p:nvSpPr>
        <p:spPr>
          <a:xfrm>
            <a:off x="7048279" y="2159751"/>
            <a:ext cx="1170432" cy="1170432"/>
          </a:xfrm>
          <a:prstGeom prst="ellipse">
            <a:avLst/>
          </a:prstGeom>
          <a:noFill/>
          <a:ln w="12700">
            <a:solidFill>
              <a:srgbClr val="000000"/>
            </a:solidFill>
            <a:prstDash val="solid"/>
          </a:ln>
          <a:effectLst>
            <a:outerShdw blurRad="101600" dist="38100" dir="8100000" algn="bl" rotWithShape="0">
              <a:srgbClr val="000000">
                <a:alpha val="10000"/>
              </a:srgbClr>
            </a:outerShdw>
          </a:effectLst>
        </p:spPr>
        <p:txBody>
          <a:bodyPr/>
          <a:lstStyle/>
          <a:p>
            <a:endParaRPr lang="en-US" noProof="0" dirty="0"/>
          </a:p>
        </p:txBody>
      </p:sp>
      <p:pic>
        <p:nvPicPr>
          <p:cNvPr id="79" name="Image 6" descr="preencoded.png">
            <a:extLst>
              <a:ext uri="{FF2B5EF4-FFF2-40B4-BE49-F238E27FC236}">
                <a16:creationId xmlns:a16="http://schemas.microsoft.com/office/drawing/2014/main" id="{89A4023C-2F56-79F3-33E3-F09BC30D5808}"/>
              </a:ext>
            </a:extLst>
          </p:cNvPr>
          <p:cNvPicPr>
            <a:picLocks noChangeAspect="1"/>
          </p:cNvPicPr>
          <p:nvPr/>
        </p:nvPicPr>
        <p:blipFill>
          <a:blip r:embed="rId7"/>
          <a:stretch>
            <a:fillRect/>
          </a:stretch>
        </p:blipFill>
        <p:spPr>
          <a:xfrm>
            <a:off x="7380127" y="2497892"/>
            <a:ext cx="475488" cy="475488"/>
          </a:xfrm>
          <a:prstGeom prst="rect">
            <a:avLst/>
          </a:prstGeom>
        </p:spPr>
      </p:pic>
      <p:sp>
        <p:nvSpPr>
          <p:cNvPr id="80" name="Text 15">
            <a:extLst>
              <a:ext uri="{FF2B5EF4-FFF2-40B4-BE49-F238E27FC236}">
                <a16:creationId xmlns:a16="http://schemas.microsoft.com/office/drawing/2014/main" id="{CC299AE1-C47B-1538-5EF1-D2C675497AB2}"/>
              </a:ext>
            </a:extLst>
          </p:cNvPr>
          <p:cNvSpPr/>
          <p:nvPr/>
        </p:nvSpPr>
        <p:spPr>
          <a:xfrm>
            <a:off x="6938551" y="3412479"/>
            <a:ext cx="1389888" cy="274320"/>
          </a:xfrm>
          <a:prstGeom prst="rect">
            <a:avLst/>
          </a:prstGeom>
          <a:noFill/>
          <a:ln/>
        </p:spPr>
        <p:txBody>
          <a:bodyPr wrap="square" lIns="0" tIns="0" rIns="0" bIns="0" rtlCol="0" anchor="ctr"/>
          <a:lstStyle/>
          <a:p>
            <a:pPr marL="0" indent="0" algn="ctr">
              <a:buNone/>
            </a:pPr>
            <a:r>
              <a:rPr lang="en-US" sz="1000" b="1" noProof="0" dirty="0">
                <a:solidFill>
                  <a:srgbClr val="1B2A3B"/>
                </a:solidFill>
              </a:rPr>
              <a:t>LLM (AI)</a:t>
            </a:r>
            <a:endParaRPr lang="en-US" sz="1000" noProof="0" dirty="0"/>
          </a:p>
        </p:txBody>
      </p:sp>
      <p:sp>
        <p:nvSpPr>
          <p:cNvPr id="81" name="Text 16">
            <a:extLst>
              <a:ext uri="{FF2B5EF4-FFF2-40B4-BE49-F238E27FC236}">
                <a16:creationId xmlns:a16="http://schemas.microsoft.com/office/drawing/2014/main" id="{211DC969-3244-EA71-5720-BA2C1AAF022E}"/>
              </a:ext>
            </a:extLst>
          </p:cNvPr>
          <p:cNvSpPr/>
          <p:nvPr/>
        </p:nvSpPr>
        <p:spPr>
          <a:xfrm>
            <a:off x="6920263" y="3686799"/>
            <a:ext cx="1426464" cy="548640"/>
          </a:xfrm>
          <a:prstGeom prst="rect">
            <a:avLst/>
          </a:prstGeom>
          <a:noFill/>
          <a:ln/>
        </p:spPr>
        <p:txBody>
          <a:bodyPr wrap="square" lIns="0" tIns="0" rIns="0" bIns="0" rtlCol="0" anchor="ctr"/>
          <a:lstStyle/>
          <a:p>
            <a:pPr marL="0" indent="0" algn="ctr">
              <a:buNone/>
            </a:pPr>
            <a:endParaRPr lang="en-US" sz="850" noProof="0" dirty="0"/>
          </a:p>
        </p:txBody>
      </p:sp>
      <p:pic>
        <p:nvPicPr>
          <p:cNvPr id="82" name="Image 7" descr="preencoded.png">
            <a:extLst>
              <a:ext uri="{FF2B5EF4-FFF2-40B4-BE49-F238E27FC236}">
                <a16:creationId xmlns:a16="http://schemas.microsoft.com/office/drawing/2014/main" id="{4EE1F258-DB54-3BAE-EB90-2AC875F9C782}"/>
              </a:ext>
            </a:extLst>
          </p:cNvPr>
          <p:cNvPicPr>
            <a:picLocks noChangeAspect="1"/>
          </p:cNvPicPr>
          <p:nvPr/>
        </p:nvPicPr>
        <p:blipFill>
          <a:blip r:embed="rId4"/>
          <a:stretch>
            <a:fillRect/>
          </a:stretch>
        </p:blipFill>
        <p:spPr>
          <a:xfrm>
            <a:off x="8203087" y="2611717"/>
            <a:ext cx="329184" cy="329184"/>
          </a:xfrm>
          <a:prstGeom prst="rect">
            <a:avLst/>
          </a:prstGeom>
        </p:spPr>
      </p:pic>
      <p:sp>
        <p:nvSpPr>
          <p:cNvPr id="83" name="Shape 17">
            <a:extLst>
              <a:ext uri="{FF2B5EF4-FFF2-40B4-BE49-F238E27FC236}">
                <a16:creationId xmlns:a16="http://schemas.microsoft.com/office/drawing/2014/main" id="{B2A6D0FE-F5FB-D0D6-6079-14B7DEC248CE}"/>
              </a:ext>
            </a:extLst>
          </p:cNvPr>
          <p:cNvSpPr/>
          <p:nvPr/>
        </p:nvSpPr>
        <p:spPr>
          <a:xfrm>
            <a:off x="8767351" y="2159751"/>
            <a:ext cx="1170432" cy="1170432"/>
          </a:xfrm>
          <a:prstGeom prst="ellipse">
            <a:avLst/>
          </a:prstGeom>
          <a:noFill/>
          <a:ln w="12700">
            <a:solidFill>
              <a:srgbClr val="000000"/>
            </a:solidFill>
            <a:prstDash val="solid"/>
          </a:ln>
          <a:effectLst>
            <a:outerShdw blurRad="101600" dist="38100" dir="8100000" algn="bl" rotWithShape="0">
              <a:srgbClr val="000000">
                <a:alpha val="10000"/>
              </a:srgbClr>
            </a:outerShdw>
          </a:effectLst>
        </p:spPr>
        <p:txBody>
          <a:bodyPr/>
          <a:lstStyle/>
          <a:p>
            <a:endParaRPr lang="en-US" noProof="0" dirty="0"/>
          </a:p>
        </p:txBody>
      </p:sp>
      <p:pic>
        <p:nvPicPr>
          <p:cNvPr id="84" name="Image 8" descr="preencoded.png">
            <a:extLst>
              <a:ext uri="{FF2B5EF4-FFF2-40B4-BE49-F238E27FC236}">
                <a16:creationId xmlns:a16="http://schemas.microsoft.com/office/drawing/2014/main" id="{297088A8-1EA8-EC8D-A6B9-5779509AE2CC}"/>
              </a:ext>
            </a:extLst>
          </p:cNvPr>
          <p:cNvPicPr>
            <a:picLocks noChangeAspect="1"/>
          </p:cNvPicPr>
          <p:nvPr/>
        </p:nvPicPr>
        <p:blipFill>
          <a:blip r:embed="rId8"/>
          <a:stretch>
            <a:fillRect/>
          </a:stretch>
        </p:blipFill>
        <p:spPr>
          <a:xfrm>
            <a:off x="9114823" y="2520277"/>
            <a:ext cx="475488" cy="475488"/>
          </a:xfrm>
          <a:prstGeom prst="rect">
            <a:avLst/>
          </a:prstGeom>
        </p:spPr>
      </p:pic>
      <p:sp>
        <p:nvSpPr>
          <p:cNvPr id="85" name="Text 18">
            <a:extLst>
              <a:ext uri="{FF2B5EF4-FFF2-40B4-BE49-F238E27FC236}">
                <a16:creationId xmlns:a16="http://schemas.microsoft.com/office/drawing/2014/main" id="{9C3F010B-3856-5F04-8E3C-868D37C4C0AA}"/>
              </a:ext>
            </a:extLst>
          </p:cNvPr>
          <p:cNvSpPr/>
          <p:nvPr/>
        </p:nvSpPr>
        <p:spPr>
          <a:xfrm>
            <a:off x="8657623" y="3412479"/>
            <a:ext cx="1389888" cy="274320"/>
          </a:xfrm>
          <a:prstGeom prst="rect">
            <a:avLst/>
          </a:prstGeom>
          <a:noFill/>
          <a:ln/>
        </p:spPr>
        <p:txBody>
          <a:bodyPr wrap="square" lIns="0" tIns="0" rIns="0" bIns="0" rtlCol="0" anchor="ctr"/>
          <a:lstStyle/>
          <a:p>
            <a:pPr marL="0" indent="0" algn="ctr">
              <a:buNone/>
            </a:pPr>
            <a:r>
              <a:rPr lang="en-US" sz="1000" b="1" noProof="0" dirty="0">
                <a:solidFill>
                  <a:srgbClr val="1B2A3B"/>
                </a:solidFill>
              </a:rPr>
              <a:t>Answer</a:t>
            </a:r>
            <a:endParaRPr lang="en-US" sz="1000" noProof="0" dirty="0"/>
          </a:p>
        </p:txBody>
      </p:sp>
      <p:sp>
        <p:nvSpPr>
          <p:cNvPr id="86" name="Text 19">
            <a:extLst>
              <a:ext uri="{FF2B5EF4-FFF2-40B4-BE49-F238E27FC236}">
                <a16:creationId xmlns:a16="http://schemas.microsoft.com/office/drawing/2014/main" id="{A44B9DE0-EEFD-7CD7-2676-E17F5D469D24}"/>
              </a:ext>
            </a:extLst>
          </p:cNvPr>
          <p:cNvSpPr/>
          <p:nvPr/>
        </p:nvSpPr>
        <p:spPr>
          <a:xfrm>
            <a:off x="8639335" y="3686799"/>
            <a:ext cx="1426464" cy="548640"/>
          </a:xfrm>
          <a:prstGeom prst="rect">
            <a:avLst/>
          </a:prstGeom>
          <a:noFill/>
          <a:ln/>
        </p:spPr>
        <p:txBody>
          <a:bodyPr wrap="square" lIns="0" tIns="0" rIns="0" bIns="0" rtlCol="0" anchor="ctr"/>
          <a:lstStyle/>
          <a:p>
            <a:pPr marL="0" indent="0" algn="ctr">
              <a:buNone/>
            </a:pPr>
            <a:endParaRPr lang="en-US" sz="850" noProof="0" dirty="0"/>
          </a:p>
        </p:txBody>
      </p:sp>
      <p:pic>
        <p:nvPicPr>
          <p:cNvPr id="92" name="Graphic 91" descr="Arrow Right with solid fill">
            <a:extLst>
              <a:ext uri="{FF2B5EF4-FFF2-40B4-BE49-F238E27FC236}">
                <a16:creationId xmlns:a16="http://schemas.microsoft.com/office/drawing/2014/main" id="{19727760-8705-1AA9-09D0-915AFA8C1EB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156623" y="2511470"/>
            <a:ext cx="370657" cy="370657"/>
          </a:xfrm>
          <a:prstGeom prst="rect">
            <a:avLst/>
          </a:prstGeom>
        </p:spPr>
      </p:pic>
      <p:pic>
        <p:nvPicPr>
          <p:cNvPr id="124" name="Graphic 123" descr="Arrow Right with solid fill">
            <a:extLst>
              <a:ext uri="{FF2B5EF4-FFF2-40B4-BE49-F238E27FC236}">
                <a16:creationId xmlns:a16="http://schemas.microsoft.com/office/drawing/2014/main" id="{87B52E17-AF15-1556-1EA3-118C275E69E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855641" y="2532005"/>
            <a:ext cx="431535" cy="431535"/>
          </a:xfrm>
          <a:prstGeom prst="rect">
            <a:avLst/>
          </a:prstGeom>
        </p:spPr>
      </p:pic>
      <p:pic>
        <p:nvPicPr>
          <p:cNvPr id="128" name="Graphic 127" descr="Arrow Right with solid fill">
            <a:extLst>
              <a:ext uri="{FF2B5EF4-FFF2-40B4-BE49-F238E27FC236}">
                <a16:creationId xmlns:a16="http://schemas.microsoft.com/office/drawing/2014/main" id="{42AA5D48-3934-4437-D743-AABAD70EFD6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288884" y="2535947"/>
            <a:ext cx="417123" cy="417123"/>
          </a:xfrm>
          <a:prstGeom prst="rect">
            <a:avLst/>
          </a:prstGeom>
        </p:spPr>
      </p:pic>
      <p:pic>
        <p:nvPicPr>
          <p:cNvPr id="130" name="Graphic 129" descr="Arrow Right with solid fill">
            <a:extLst>
              <a:ext uri="{FF2B5EF4-FFF2-40B4-BE49-F238E27FC236}">
                <a16:creationId xmlns:a16="http://schemas.microsoft.com/office/drawing/2014/main" id="{658EB652-276D-F09A-D7B5-23A3FAB8425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562344" y="2523744"/>
            <a:ext cx="417157" cy="417157"/>
          </a:xfrm>
          <a:prstGeom prst="rect">
            <a:avLst/>
          </a:prstGeom>
        </p:spPr>
      </p:pic>
      <p:sp>
        <p:nvSpPr>
          <p:cNvPr id="4" name="ZoneTexte 3">
            <a:extLst>
              <a:ext uri="{FF2B5EF4-FFF2-40B4-BE49-F238E27FC236}">
                <a16:creationId xmlns:a16="http://schemas.microsoft.com/office/drawing/2014/main" id="{DE40791C-F5A3-0FAB-1661-7DEDCDFA592C}"/>
              </a:ext>
            </a:extLst>
          </p:cNvPr>
          <p:cNvSpPr txBox="1"/>
          <p:nvPr/>
        </p:nvSpPr>
        <p:spPr>
          <a:xfrm>
            <a:off x="2961290" y="1528165"/>
            <a:ext cx="6269420" cy="369332"/>
          </a:xfrm>
          <a:prstGeom prst="rect">
            <a:avLst/>
          </a:prstGeom>
          <a:noFill/>
        </p:spPr>
        <p:txBody>
          <a:bodyPr wrap="square">
            <a:spAutoFit/>
          </a:bodyPr>
          <a:lstStyle/>
          <a:p>
            <a:r>
              <a:rPr lang="en-US" sz="1800" b="1" noProof="0" dirty="0">
                <a:solidFill>
                  <a:srgbClr val="22C55E"/>
                </a:solidFill>
              </a:rPr>
              <a:t>Status: Knowledge Base currently under construction</a:t>
            </a:r>
          </a:p>
        </p:txBody>
      </p:sp>
      <p:sp>
        <p:nvSpPr>
          <p:cNvPr id="132" name="TextBox 131"/>
          <p:cNvSpPr txBox="1"/>
          <p:nvPr/>
        </p:nvSpPr>
        <p:spPr>
          <a:xfrm>
            <a:off x="3637564" y="4292527"/>
            <a:ext cx="1033650" cy="1200329"/>
          </a:xfrm>
          <a:prstGeom prst="rect">
            <a:avLst/>
          </a:prstGeom>
          <a:noFill/>
        </p:spPr>
        <p:txBody>
          <a:bodyPr wrap="square">
            <a:spAutoFit/>
          </a:bodyPr>
          <a:lstStyle/>
          <a:p>
            <a:pPr algn="ctr"/>
            <a:r>
              <a:rPr lang="en-US" sz="7200" b="1" i="0" noProof="0" dirty="0">
                <a:solidFill>
                  <a:srgbClr val="0D9488"/>
                </a:solidFill>
              </a:rPr>
              <a:t>R</a:t>
            </a:r>
          </a:p>
        </p:txBody>
      </p:sp>
      <p:sp>
        <p:nvSpPr>
          <p:cNvPr id="135" name="TextBox 134"/>
          <p:cNvSpPr txBox="1"/>
          <p:nvPr/>
        </p:nvSpPr>
        <p:spPr>
          <a:xfrm>
            <a:off x="4310216" y="4403271"/>
            <a:ext cx="914400" cy="457200"/>
          </a:xfrm>
          <a:prstGeom prst="rect">
            <a:avLst/>
          </a:prstGeom>
          <a:noFill/>
        </p:spPr>
        <p:txBody>
          <a:bodyPr wrap="square">
            <a:spAutoFit/>
          </a:bodyPr>
          <a:lstStyle/>
          <a:p>
            <a:pPr algn="l"/>
            <a:r>
              <a:rPr lang="en-US" sz="1600" b="0" i="1" noProof="0" dirty="0" err="1">
                <a:solidFill>
                  <a:srgbClr val="14B8A6"/>
                </a:solidFill>
              </a:rPr>
              <a:t>etrieval</a:t>
            </a:r>
            <a:endParaRPr lang="en-US" sz="1600" b="0" i="1" noProof="0" dirty="0">
              <a:solidFill>
                <a:srgbClr val="14B8A6"/>
              </a:solidFill>
            </a:endParaRPr>
          </a:p>
        </p:txBody>
      </p:sp>
      <p:sp>
        <p:nvSpPr>
          <p:cNvPr id="133" name="TextBox 132"/>
          <p:cNvSpPr txBox="1"/>
          <p:nvPr/>
        </p:nvSpPr>
        <p:spPr>
          <a:xfrm>
            <a:off x="4964981" y="4348344"/>
            <a:ext cx="1371600" cy="1005840"/>
          </a:xfrm>
          <a:prstGeom prst="rect">
            <a:avLst/>
          </a:prstGeom>
          <a:noFill/>
        </p:spPr>
        <p:txBody>
          <a:bodyPr wrap="square">
            <a:spAutoFit/>
          </a:bodyPr>
          <a:lstStyle/>
          <a:p>
            <a:pPr algn="ctr"/>
            <a:r>
              <a:rPr lang="en-US" sz="7200" b="1" i="0" noProof="0" dirty="0">
                <a:solidFill>
                  <a:srgbClr val="F59E0B"/>
                </a:solidFill>
              </a:rPr>
              <a:t>A</a:t>
            </a:r>
          </a:p>
        </p:txBody>
      </p:sp>
      <p:sp>
        <p:nvSpPr>
          <p:cNvPr id="136" name="TextBox 135"/>
          <p:cNvSpPr txBox="1"/>
          <p:nvPr/>
        </p:nvSpPr>
        <p:spPr>
          <a:xfrm>
            <a:off x="5681495" y="4382861"/>
            <a:ext cx="1298006" cy="338554"/>
          </a:xfrm>
          <a:prstGeom prst="rect">
            <a:avLst/>
          </a:prstGeom>
          <a:noFill/>
        </p:spPr>
        <p:txBody>
          <a:bodyPr wrap="square">
            <a:spAutoFit/>
          </a:bodyPr>
          <a:lstStyle/>
          <a:p>
            <a:pPr algn="l"/>
            <a:r>
              <a:rPr lang="en-US" sz="1600" b="0" i="1" noProof="0" dirty="0" err="1">
                <a:solidFill>
                  <a:srgbClr val="F59E0B"/>
                </a:solidFill>
              </a:rPr>
              <a:t>ugmented</a:t>
            </a:r>
            <a:endParaRPr lang="en-US" sz="1600" b="0" i="1" noProof="0" dirty="0">
              <a:solidFill>
                <a:srgbClr val="F59E0B"/>
              </a:solidFill>
            </a:endParaRPr>
          </a:p>
        </p:txBody>
      </p:sp>
      <p:sp>
        <p:nvSpPr>
          <p:cNvPr id="134" name="TextBox 133"/>
          <p:cNvSpPr txBox="1"/>
          <p:nvPr/>
        </p:nvSpPr>
        <p:spPr>
          <a:xfrm>
            <a:off x="6426099" y="4389771"/>
            <a:ext cx="1371600" cy="1005840"/>
          </a:xfrm>
          <a:prstGeom prst="rect">
            <a:avLst/>
          </a:prstGeom>
          <a:noFill/>
        </p:spPr>
        <p:txBody>
          <a:bodyPr wrap="square">
            <a:spAutoFit/>
          </a:bodyPr>
          <a:lstStyle/>
          <a:p>
            <a:pPr algn="ctr"/>
            <a:r>
              <a:rPr lang="en-US" sz="7200" b="1" i="0" noProof="0" dirty="0">
                <a:solidFill>
                  <a:srgbClr val="EF4444"/>
                </a:solidFill>
              </a:rPr>
              <a:t>G</a:t>
            </a:r>
          </a:p>
        </p:txBody>
      </p:sp>
      <p:sp>
        <p:nvSpPr>
          <p:cNvPr id="137" name="TextBox 136"/>
          <p:cNvSpPr txBox="1"/>
          <p:nvPr/>
        </p:nvSpPr>
        <p:spPr>
          <a:xfrm>
            <a:off x="7300944" y="4403271"/>
            <a:ext cx="1097280" cy="457200"/>
          </a:xfrm>
          <a:prstGeom prst="rect">
            <a:avLst/>
          </a:prstGeom>
          <a:noFill/>
        </p:spPr>
        <p:txBody>
          <a:bodyPr wrap="square">
            <a:spAutoFit/>
          </a:bodyPr>
          <a:lstStyle/>
          <a:p>
            <a:pPr algn="l"/>
            <a:r>
              <a:rPr lang="en-US" sz="1600" b="0" i="1" noProof="0" dirty="0" err="1">
                <a:solidFill>
                  <a:srgbClr val="EF4444"/>
                </a:solidFill>
              </a:rPr>
              <a:t>eneration</a:t>
            </a:r>
            <a:endParaRPr lang="en-US" sz="1600" b="0" i="1" noProof="0" dirty="0">
              <a:solidFill>
                <a:srgbClr val="EF4444"/>
              </a:solidFill>
            </a:endParaRPr>
          </a:p>
        </p:txBody>
      </p:sp>
      <p:sp>
        <p:nvSpPr>
          <p:cNvPr id="20" name="Shape 24">
            <a:extLst>
              <a:ext uri="{FF2B5EF4-FFF2-40B4-BE49-F238E27FC236}">
                <a16:creationId xmlns:a16="http://schemas.microsoft.com/office/drawing/2014/main" id="{4377E528-74C2-10B4-B777-42F4E34A8B44}"/>
              </a:ext>
            </a:extLst>
          </p:cNvPr>
          <p:cNvSpPr/>
          <p:nvPr/>
        </p:nvSpPr>
        <p:spPr>
          <a:xfrm>
            <a:off x="3299240" y="1952424"/>
            <a:ext cx="5233032" cy="2156117"/>
          </a:xfrm>
          <a:prstGeom prst="rect">
            <a:avLst/>
          </a:prstGeom>
          <a:noFill/>
          <a:ln w="12700">
            <a:solidFill>
              <a:srgbClr val="000000"/>
            </a:solidFill>
            <a:prstDash val="solid"/>
          </a:ln>
        </p:spPr>
        <p:txBody>
          <a:bodyPr/>
          <a:lstStyle/>
          <a:p>
            <a:endParaRPr lang="en-US" b="1" noProof="0" dirty="0"/>
          </a:p>
          <a:p>
            <a:endParaRPr lang="en-US" b="1" noProof="0" dirty="0"/>
          </a:p>
          <a:p>
            <a:endParaRPr lang="en-US" b="1" noProof="0" dirty="0"/>
          </a:p>
          <a:p>
            <a:endParaRPr lang="en-US" b="1" noProof="0" dirty="0"/>
          </a:p>
          <a:p>
            <a:endParaRPr lang="en-US" b="1" noProof="0" dirty="0"/>
          </a:p>
          <a:p>
            <a:endParaRPr lang="en-US" b="1" noProof="0" dirty="0"/>
          </a:p>
          <a:p>
            <a:endParaRPr lang="en-US" b="1" noProof="0" dirty="0"/>
          </a:p>
          <a:p>
            <a:endParaRPr lang="en-US" b="1" noProof="0" dirty="0"/>
          </a:p>
        </p:txBody>
      </p:sp>
      <p:sp>
        <p:nvSpPr>
          <p:cNvPr id="3" name="Slide Number Placeholder 2">
            <a:extLst>
              <a:ext uri="{FF2B5EF4-FFF2-40B4-BE49-F238E27FC236}">
                <a16:creationId xmlns:a16="http://schemas.microsoft.com/office/drawing/2014/main" id="{D133ACF4-D561-BB7F-CBE8-8AABF4A85184}"/>
              </a:ext>
            </a:extLst>
          </p:cNvPr>
          <p:cNvSpPr>
            <a:spLocks noGrp="1"/>
          </p:cNvSpPr>
          <p:nvPr>
            <p:ph type="sldNum" sz="quarter" idx="12"/>
          </p:nvPr>
        </p:nvSpPr>
        <p:spPr/>
        <p:txBody>
          <a:bodyPr/>
          <a:lstStyle/>
          <a:p>
            <a:fld id="{40A7B169-58CE-4E65-B1F9-ACF9E46440C2}" type="slidenum">
              <a:rPr lang="en-US" noProof="0" smtClean="0"/>
              <a:t>17</a:t>
            </a:fld>
            <a:endParaRPr lang="en-US" noProof="0" dirty="0"/>
          </a:p>
        </p:txBody>
      </p:sp>
    </p:spTree>
    <p:extLst>
      <p:ext uri="{BB962C8B-B14F-4D97-AF65-F5344CB8AC3E}">
        <p14:creationId xmlns:p14="http://schemas.microsoft.com/office/powerpoint/2010/main" val="14565902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DB223-E371-1E29-9377-59FE2EAAFD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D1F60C-DFC7-BF92-2DDF-325E94EFFF1C}"/>
              </a:ext>
            </a:extLst>
          </p:cNvPr>
          <p:cNvSpPr>
            <a:spLocks noGrp="1"/>
          </p:cNvSpPr>
          <p:nvPr>
            <p:ph type="title"/>
          </p:nvPr>
        </p:nvSpPr>
        <p:spPr>
          <a:xfrm>
            <a:off x="242477" y="-53443"/>
            <a:ext cx="11609159" cy="1247050"/>
          </a:xfrm>
        </p:spPr>
        <p:txBody>
          <a:bodyPr/>
          <a:lstStyle/>
          <a:p>
            <a:r>
              <a:rPr lang="en-US" sz="1800" b="1" noProof="0" dirty="0"/>
              <a:t> The ST ChatGPT Platform</a:t>
            </a:r>
          </a:p>
        </p:txBody>
      </p:sp>
      <p:sp>
        <p:nvSpPr>
          <p:cNvPr id="56" name="TextBox 55">
            <a:extLst>
              <a:ext uri="{FF2B5EF4-FFF2-40B4-BE49-F238E27FC236}">
                <a16:creationId xmlns:a16="http://schemas.microsoft.com/office/drawing/2014/main" id="{0DC13683-A935-CA75-C796-37B062FA37F4}"/>
              </a:ext>
            </a:extLst>
          </p:cNvPr>
          <p:cNvSpPr txBox="1"/>
          <p:nvPr/>
        </p:nvSpPr>
        <p:spPr>
          <a:xfrm>
            <a:off x="242477" y="615186"/>
            <a:ext cx="6271666" cy="276999"/>
          </a:xfrm>
          <a:prstGeom prst="rect">
            <a:avLst/>
          </a:prstGeom>
          <a:noFill/>
        </p:spPr>
        <p:txBody>
          <a:bodyPr wrap="square">
            <a:spAutoFit/>
          </a:bodyPr>
          <a:lstStyle/>
          <a:p>
            <a:pPr marL="0" indent="0" algn="l">
              <a:buNone/>
            </a:pPr>
            <a:r>
              <a:rPr lang="en-US" sz="1200" b="1" noProof="0" dirty="0">
                <a:solidFill>
                  <a:srgbClr val="425A78"/>
                </a:solidFill>
              </a:rPr>
              <a:t>How does the platform work?</a:t>
            </a:r>
          </a:p>
        </p:txBody>
      </p:sp>
      <p:sp>
        <p:nvSpPr>
          <p:cNvPr id="57" name="Text 3">
            <a:extLst>
              <a:ext uri="{FF2B5EF4-FFF2-40B4-BE49-F238E27FC236}">
                <a16:creationId xmlns:a16="http://schemas.microsoft.com/office/drawing/2014/main" id="{D6A7156D-A220-D8E4-FC89-F2EAF6135E3C}"/>
              </a:ext>
            </a:extLst>
          </p:cNvPr>
          <p:cNvSpPr/>
          <p:nvPr/>
        </p:nvSpPr>
        <p:spPr>
          <a:xfrm>
            <a:off x="340364" y="925138"/>
            <a:ext cx="8229600" cy="256032"/>
          </a:xfrm>
          <a:prstGeom prst="rect">
            <a:avLst/>
          </a:prstGeom>
          <a:noFill/>
          <a:ln/>
        </p:spPr>
        <p:txBody>
          <a:bodyPr wrap="square" lIns="0" tIns="0" rIns="0" bIns="0" rtlCol="0" anchor="ctr"/>
          <a:lstStyle/>
          <a:p>
            <a:r>
              <a:rPr lang="en-US" sz="1200" i="1" noProof="0" dirty="0">
                <a:solidFill>
                  <a:srgbClr val="64748B"/>
                </a:solidFill>
              </a:rPr>
              <a:t>Full chain: from question to sourced answer</a:t>
            </a:r>
          </a:p>
        </p:txBody>
      </p:sp>
      <p:sp>
        <p:nvSpPr>
          <p:cNvPr id="58" name="Shape 4">
            <a:extLst>
              <a:ext uri="{FF2B5EF4-FFF2-40B4-BE49-F238E27FC236}">
                <a16:creationId xmlns:a16="http://schemas.microsoft.com/office/drawing/2014/main" id="{2580105A-B56E-154C-E720-11C2A276C115}"/>
              </a:ext>
            </a:extLst>
          </p:cNvPr>
          <p:cNvSpPr/>
          <p:nvPr/>
        </p:nvSpPr>
        <p:spPr>
          <a:xfrm>
            <a:off x="340364" y="1302803"/>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73" name="Shape 11">
            <a:extLst>
              <a:ext uri="{FF2B5EF4-FFF2-40B4-BE49-F238E27FC236}">
                <a16:creationId xmlns:a16="http://schemas.microsoft.com/office/drawing/2014/main" id="{4C345A85-B1F1-8820-A9A3-A9D44544E64D}"/>
              </a:ext>
            </a:extLst>
          </p:cNvPr>
          <p:cNvSpPr/>
          <p:nvPr/>
        </p:nvSpPr>
        <p:spPr>
          <a:xfrm>
            <a:off x="5006248" y="1916041"/>
            <a:ext cx="1602951" cy="1592247"/>
          </a:xfrm>
          <a:prstGeom prst="ellipse">
            <a:avLst/>
          </a:prstGeom>
          <a:noFill/>
          <a:ln w="12700">
            <a:solidFill>
              <a:srgbClr val="C00000"/>
            </a:solidFill>
            <a:prstDash val="solid"/>
          </a:ln>
          <a:effectLst>
            <a:outerShdw blurRad="101600" dist="38100" dir="8100000" algn="bl" rotWithShape="0">
              <a:srgbClr val="000000">
                <a:alpha val="10000"/>
              </a:srgbClr>
            </a:outerShdw>
          </a:effectLst>
        </p:spPr>
        <p:txBody>
          <a:bodyPr/>
          <a:lstStyle/>
          <a:p>
            <a:endParaRPr lang="en-US" noProof="0" dirty="0"/>
          </a:p>
        </p:txBody>
      </p:sp>
      <p:pic>
        <p:nvPicPr>
          <p:cNvPr id="74" name="Image 4" descr="preencoded.png">
            <a:extLst>
              <a:ext uri="{FF2B5EF4-FFF2-40B4-BE49-F238E27FC236}">
                <a16:creationId xmlns:a16="http://schemas.microsoft.com/office/drawing/2014/main" id="{7FA0754F-8F0B-D61A-8743-79C3B466D141}"/>
              </a:ext>
            </a:extLst>
          </p:cNvPr>
          <p:cNvPicPr>
            <a:picLocks noChangeAspect="1"/>
          </p:cNvPicPr>
          <p:nvPr/>
        </p:nvPicPr>
        <p:blipFill>
          <a:blip r:embed="rId3"/>
          <a:stretch>
            <a:fillRect/>
          </a:stretch>
        </p:blipFill>
        <p:spPr>
          <a:xfrm>
            <a:off x="5523625" y="2430220"/>
            <a:ext cx="631078" cy="631078"/>
          </a:xfrm>
          <a:prstGeom prst="rect">
            <a:avLst/>
          </a:prstGeom>
        </p:spPr>
      </p:pic>
      <p:sp>
        <p:nvSpPr>
          <p:cNvPr id="75" name="Text 12">
            <a:extLst>
              <a:ext uri="{FF2B5EF4-FFF2-40B4-BE49-F238E27FC236}">
                <a16:creationId xmlns:a16="http://schemas.microsoft.com/office/drawing/2014/main" id="{1616114D-2CA9-83B5-4CD7-ED97BEE4A66D}"/>
              </a:ext>
            </a:extLst>
          </p:cNvPr>
          <p:cNvSpPr/>
          <p:nvPr/>
        </p:nvSpPr>
        <p:spPr>
          <a:xfrm>
            <a:off x="5147114" y="3650087"/>
            <a:ext cx="1389888" cy="274320"/>
          </a:xfrm>
          <a:prstGeom prst="rect">
            <a:avLst/>
          </a:prstGeom>
          <a:noFill/>
          <a:ln/>
        </p:spPr>
        <p:txBody>
          <a:bodyPr wrap="square" lIns="0" tIns="0" rIns="0" bIns="0" rtlCol="0" anchor="ctr"/>
          <a:lstStyle/>
          <a:p>
            <a:pPr marL="0" indent="0" algn="ctr">
              <a:buNone/>
            </a:pPr>
            <a:r>
              <a:rPr lang="en-US" sz="1200" b="1" noProof="0" dirty="0">
                <a:solidFill>
                  <a:srgbClr val="C00000"/>
                </a:solidFill>
              </a:rPr>
              <a:t>Knowledge Base</a:t>
            </a:r>
            <a:endParaRPr lang="en-US" sz="1200" noProof="0" dirty="0">
              <a:solidFill>
                <a:srgbClr val="C00000"/>
              </a:solidFill>
            </a:endParaRPr>
          </a:p>
        </p:txBody>
      </p:sp>
      <p:pic>
        <p:nvPicPr>
          <p:cNvPr id="3" name="Graphic 2" descr="Back outline">
            <a:extLst>
              <a:ext uri="{FF2B5EF4-FFF2-40B4-BE49-F238E27FC236}">
                <a16:creationId xmlns:a16="http://schemas.microsoft.com/office/drawing/2014/main" id="{36516821-FD70-A596-15B9-C9E5EE8BDFB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5400000" flipV="1">
            <a:off x="4070993" y="3967575"/>
            <a:ext cx="1004387" cy="1004387"/>
          </a:xfrm>
          <a:prstGeom prst="rect">
            <a:avLst/>
          </a:prstGeom>
        </p:spPr>
      </p:pic>
      <p:pic>
        <p:nvPicPr>
          <p:cNvPr id="4" name="Graphic 3" descr="Back outline">
            <a:extLst>
              <a:ext uri="{FF2B5EF4-FFF2-40B4-BE49-F238E27FC236}">
                <a16:creationId xmlns:a16="http://schemas.microsoft.com/office/drawing/2014/main" id="{F2961334-F158-68A1-8D69-9B75E860357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6200000" flipH="1" flipV="1">
            <a:off x="6525318" y="3974306"/>
            <a:ext cx="1004387" cy="1004387"/>
          </a:xfrm>
          <a:prstGeom prst="rect">
            <a:avLst/>
          </a:prstGeom>
        </p:spPr>
      </p:pic>
      <p:pic>
        <p:nvPicPr>
          <p:cNvPr id="5" name="Graphic 4" descr="Arrow Right with solid fill">
            <a:extLst>
              <a:ext uri="{FF2B5EF4-FFF2-40B4-BE49-F238E27FC236}">
                <a16:creationId xmlns:a16="http://schemas.microsoft.com/office/drawing/2014/main" id="{C1D8C598-3919-8073-303A-0121BEADB53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5400000">
            <a:off x="5512851" y="4198089"/>
            <a:ext cx="589739" cy="336905"/>
          </a:xfrm>
          <a:prstGeom prst="rect">
            <a:avLst/>
          </a:prstGeom>
        </p:spPr>
      </p:pic>
      <p:pic>
        <p:nvPicPr>
          <p:cNvPr id="6" name="Image 4" descr="preencoded.png">
            <a:extLst>
              <a:ext uri="{FF2B5EF4-FFF2-40B4-BE49-F238E27FC236}">
                <a16:creationId xmlns:a16="http://schemas.microsoft.com/office/drawing/2014/main" id="{A2E18F8F-334F-6A4F-7FC5-E887C1B03D56}"/>
              </a:ext>
            </a:extLst>
          </p:cNvPr>
          <p:cNvPicPr>
            <a:picLocks noChangeAspect="1"/>
          </p:cNvPicPr>
          <p:nvPr/>
        </p:nvPicPr>
        <p:blipFill>
          <a:blip r:embed="rId3"/>
          <a:stretch>
            <a:fillRect/>
          </a:stretch>
        </p:blipFill>
        <p:spPr>
          <a:xfrm>
            <a:off x="4322897" y="4985300"/>
            <a:ext cx="407891" cy="407891"/>
          </a:xfrm>
          <a:prstGeom prst="rect">
            <a:avLst/>
          </a:prstGeom>
        </p:spPr>
      </p:pic>
      <p:pic>
        <p:nvPicPr>
          <p:cNvPr id="7" name="Image 4" descr="preencoded.png">
            <a:extLst>
              <a:ext uri="{FF2B5EF4-FFF2-40B4-BE49-F238E27FC236}">
                <a16:creationId xmlns:a16="http://schemas.microsoft.com/office/drawing/2014/main" id="{5924AA62-47B9-0895-0E27-5815396E1221}"/>
              </a:ext>
            </a:extLst>
          </p:cNvPr>
          <p:cNvPicPr>
            <a:picLocks noChangeAspect="1"/>
          </p:cNvPicPr>
          <p:nvPr/>
        </p:nvPicPr>
        <p:blipFill>
          <a:blip r:embed="rId3"/>
          <a:stretch>
            <a:fillRect/>
          </a:stretch>
        </p:blipFill>
        <p:spPr>
          <a:xfrm>
            <a:off x="5603774" y="4994240"/>
            <a:ext cx="407891" cy="407891"/>
          </a:xfrm>
          <a:prstGeom prst="rect">
            <a:avLst/>
          </a:prstGeom>
        </p:spPr>
      </p:pic>
      <p:pic>
        <p:nvPicPr>
          <p:cNvPr id="8" name="Image 4" descr="preencoded.png">
            <a:extLst>
              <a:ext uri="{FF2B5EF4-FFF2-40B4-BE49-F238E27FC236}">
                <a16:creationId xmlns:a16="http://schemas.microsoft.com/office/drawing/2014/main" id="{7FB48952-5459-1C73-E15E-A15202D324BA}"/>
              </a:ext>
            </a:extLst>
          </p:cNvPr>
          <p:cNvPicPr>
            <a:picLocks noChangeAspect="1"/>
          </p:cNvPicPr>
          <p:nvPr/>
        </p:nvPicPr>
        <p:blipFill>
          <a:blip r:embed="rId3"/>
          <a:stretch>
            <a:fillRect/>
          </a:stretch>
        </p:blipFill>
        <p:spPr>
          <a:xfrm>
            <a:off x="6884651" y="4994240"/>
            <a:ext cx="407891" cy="407891"/>
          </a:xfrm>
          <a:prstGeom prst="rect">
            <a:avLst/>
          </a:prstGeom>
        </p:spPr>
      </p:pic>
      <p:sp>
        <p:nvSpPr>
          <p:cNvPr id="12" name="TextBox 11">
            <a:extLst>
              <a:ext uri="{FF2B5EF4-FFF2-40B4-BE49-F238E27FC236}">
                <a16:creationId xmlns:a16="http://schemas.microsoft.com/office/drawing/2014/main" id="{46668C70-581E-9864-EE82-72C88F787012}"/>
              </a:ext>
            </a:extLst>
          </p:cNvPr>
          <p:cNvSpPr txBox="1"/>
          <p:nvPr/>
        </p:nvSpPr>
        <p:spPr>
          <a:xfrm>
            <a:off x="1385415" y="5459944"/>
            <a:ext cx="6271666" cy="430887"/>
          </a:xfrm>
          <a:prstGeom prst="rect">
            <a:avLst/>
          </a:prstGeom>
          <a:noFill/>
        </p:spPr>
        <p:txBody>
          <a:bodyPr wrap="square">
            <a:spAutoFit/>
          </a:bodyPr>
          <a:lstStyle/>
          <a:p>
            <a:pPr marL="0" indent="0" algn="ctr">
              <a:buNone/>
            </a:pPr>
            <a:r>
              <a:rPr lang="en-US" sz="1050" b="1" noProof="0" dirty="0">
                <a:solidFill>
                  <a:srgbClr val="1B2A3B"/>
                </a:solidFill>
              </a:rPr>
              <a:t>Data Source</a:t>
            </a:r>
          </a:p>
          <a:p>
            <a:pPr marL="0" indent="0" algn="ctr">
              <a:buNone/>
            </a:pPr>
            <a:endParaRPr lang="en-US" sz="1100" noProof="0" dirty="0"/>
          </a:p>
        </p:txBody>
      </p:sp>
      <p:sp>
        <p:nvSpPr>
          <p:cNvPr id="16" name="TextBox 15">
            <a:extLst>
              <a:ext uri="{FF2B5EF4-FFF2-40B4-BE49-F238E27FC236}">
                <a16:creationId xmlns:a16="http://schemas.microsoft.com/office/drawing/2014/main" id="{864660E0-C18C-7B6B-ED55-F2473111BE2A}"/>
              </a:ext>
            </a:extLst>
          </p:cNvPr>
          <p:cNvSpPr txBox="1"/>
          <p:nvPr/>
        </p:nvSpPr>
        <p:spPr>
          <a:xfrm>
            <a:off x="2703331" y="5484430"/>
            <a:ext cx="6181589" cy="246221"/>
          </a:xfrm>
          <a:prstGeom prst="rect">
            <a:avLst/>
          </a:prstGeom>
          <a:noFill/>
        </p:spPr>
        <p:txBody>
          <a:bodyPr wrap="square">
            <a:spAutoFit/>
          </a:bodyPr>
          <a:lstStyle/>
          <a:p>
            <a:pPr marL="0" indent="0" algn="ctr">
              <a:buNone/>
            </a:pPr>
            <a:r>
              <a:rPr lang="en-US" sz="1000" b="1" noProof="0" dirty="0">
                <a:solidFill>
                  <a:srgbClr val="1B2A3B"/>
                </a:solidFill>
              </a:rPr>
              <a:t>Data Source</a:t>
            </a:r>
          </a:p>
        </p:txBody>
      </p:sp>
      <p:sp>
        <p:nvSpPr>
          <p:cNvPr id="18" name="TextBox 17">
            <a:extLst>
              <a:ext uri="{FF2B5EF4-FFF2-40B4-BE49-F238E27FC236}">
                <a16:creationId xmlns:a16="http://schemas.microsoft.com/office/drawing/2014/main" id="{B2A44F0B-04CD-D563-8B02-5D7700D4D62C}"/>
              </a:ext>
            </a:extLst>
          </p:cNvPr>
          <p:cNvSpPr txBox="1"/>
          <p:nvPr/>
        </p:nvSpPr>
        <p:spPr>
          <a:xfrm>
            <a:off x="6384684" y="5476735"/>
            <a:ext cx="1590873" cy="261610"/>
          </a:xfrm>
          <a:prstGeom prst="rect">
            <a:avLst/>
          </a:prstGeom>
          <a:noFill/>
        </p:spPr>
        <p:txBody>
          <a:bodyPr wrap="square">
            <a:spAutoFit/>
          </a:bodyPr>
          <a:lstStyle/>
          <a:p>
            <a:pPr marL="0" indent="0" algn="ctr">
              <a:buNone/>
            </a:pPr>
            <a:r>
              <a:rPr lang="en-US" sz="1050" b="1" noProof="0" dirty="0">
                <a:solidFill>
                  <a:srgbClr val="1B2A3B"/>
                </a:solidFill>
              </a:rPr>
              <a:t>Data Source</a:t>
            </a:r>
          </a:p>
        </p:txBody>
      </p:sp>
      <p:sp>
        <p:nvSpPr>
          <p:cNvPr id="14" name="TextBox 13">
            <a:extLst>
              <a:ext uri="{FF2B5EF4-FFF2-40B4-BE49-F238E27FC236}">
                <a16:creationId xmlns:a16="http://schemas.microsoft.com/office/drawing/2014/main" id="{C3D842BF-BBAC-B84E-514E-9FC1605265A9}"/>
              </a:ext>
            </a:extLst>
          </p:cNvPr>
          <p:cNvSpPr txBox="1"/>
          <p:nvPr/>
        </p:nvSpPr>
        <p:spPr>
          <a:xfrm>
            <a:off x="4060837" y="5662772"/>
            <a:ext cx="1278417" cy="224805"/>
          </a:xfrm>
          <a:prstGeom prst="rect">
            <a:avLst/>
          </a:prstGeom>
          <a:noFill/>
        </p:spPr>
        <p:txBody>
          <a:bodyPr wrap="square">
            <a:spAutoFit/>
          </a:bodyPr>
          <a:lstStyle/>
          <a:p>
            <a:pPr marL="0" indent="0">
              <a:lnSpc>
                <a:spcPct val="115000"/>
              </a:lnSpc>
              <a:buNone/>
            </a:pPr>
            <a:r>
              <a:rPr lang="en-US" sz="800" b="1" noProof="0" dirty="0">
                <a:latin typeface="Calibri" pitchFamily="34" charset="0"/>
                <a:ea typeface="Calibri" pitchFamily="34" charset="-122"/>
                <a:cs typeface="Calibri" pitchFamily="34" charset="-120"/>
              </a:rPr>
              <a:t>(CSV, JSON, PDF) </a:t>
            </a:r>
            <a:endParaRPr lang="en-US" sz="800" noProof="0" dirty="0"/>
          </a:p>
        </p:txBody>
      </p:sp>
      <p:sp>
        <p:nvSpPr>
          <p:cNvPr id="15" name="TextBox 14">
            <a:extLst>
              <a:ext uri="{FF2B5EF4-FFF2-40B4-BE49-F238E27FC236}">
                <a16:creationId xmlns:a16="http://schemas.microsoft.com/office/drawing/2014/main" id="{1B02388E-6302-1A63-D17E-67D3618FF1C6}"/>
              </a:ext>
            </a:extLst>
          </p:cNvPr>
          <p:cNvSpPr txBox="1"/>
          <p:nvPr/>
        </p:nvSpPr>
        <p:spPr>
          <a:xfrm>
            <a:off x="5378844" y="5666026"/>
            <a:ext cx="1195562" cy="224805"/>
          </a:xfrm>
          <a:prstGeom prst="rect">
            <a:avLst/>
          </a:prstGeom>
          <a:noFill/>
        </p:spPr>
        <p:txBody>
          <a:bodyPr wrap="square">
            <a:spAutoFit/>
          </a:bodyPr>
          <a:lstStyle/>
          <a:p>
            <a:pPr marL="0" indent="0">
              <a:lnSpc>
                <a:spcPct val="115000"/>
              </a:lnSpc>
              <a:buNone/>
            </a:pPr>
            <a:r>
              <a:rPr lang="en-US" sz="800" b="1" noProof="0" dirty="0">
                <a:latin typeface="Calibri" pitchFamily="34" charset="0"/>
                <a:ea typeface="Calibri" pitchFamily="34" charset="-122"/>
                <a:cs typeface="Calibri" pitchFamily="34" charset="-120"/>
              </a:rPr>
              <a:t>(CSV, JSON, PDF) </a:t>
            </a:r>
            <a:endParaRPr lang="en-US" sz="800" noProof="0" dirty="0"/>
          </a:p>
        </p:txBody>
      </p:sp>
      <p:sp>
        <p:nvSpPr>
          <p:cNvPr id="17" name="TextBox 16">
            <a:extLst>
              <a:ext uri="{FF2B5EF4-FFF2-40B4-BE49-F238E27FC236}">
                <a16:creationId xmlns:a16="http://schemas.microsoft.com/office/drawing/2014/main" id="{2F686C0D-7AE4-0623-2DCD-52048AA35B2F}"/>
              </a:ext>
            </a:extLst>
          </p:cNvPr>
          <p:cNvSpPr txBox="1"/>
          <p:nvPr/>
        </p:nvSpPr>
        <p:spPr>
          <a:xfrm>
            <a:off x="6721837" y="5666026"/>
            <a:ext cx="1048303" cy="224805"/>
          </a:xfrm>
          <a:prstGeom prst="rect">
            <a:avLst/>
          </a:prstGeom>
          <a:noFill/>
        </p:spPr>
        <p:txBody>
          <a:bodyPr wrap="square">
            <a:spAutoFit/>
          </a:bodyPr>
          <a:lstStyle/>
          <a:p>
            <a:pPr marL="0" indent="0">
              <a:lnSpc>
                <a:spcPct val="115000"/>
              </a:lnSpc>
              <a:buNone/>
            </a:pPr>
            <a:r>
              <a:rPr lang="en-US" sz="800" b="1" noProof="0" dirty="0">
                <a:latin typeface="Calibri" pitchFamily="34" charset="0"/>
                <a:ea typeface="Calibri" pitchFamily="34" charset="-122"/>
                <a:cs typeface="Calibri" pitchFamily="34" charset="-120"/>
              </a:rPr>
              <a:t>(CSV, JSON, PDF) </a:t>
            </a:r>
            <a:endParaRPr lang="en-US" sz="800" noProof="0" dirty="0"/>
          </a:p>
        </p:txBody>
      </p:sp>
      <p:sp>
        <p:nvSpPr>
          <p:cNvPr id="20" name="TextBox 19">
            <a:extLst>
              <a:ext uri="{FF2B5EF4-FFF2-40B4-BE49-F238E27FC236}">
                <a16:creationId xmlns:a16="http://schemas.microsoft.com/office/drawing/2014/main" id="{9727827E-D0F5-CCF5-1E6F-11C08FCB5288}"/>
              </a:ext>
            </a:extLst>
          </p:cNvPr>
          <p:cNvSpPr txBox="1"/>
          <p:nvPr/>
        </p:nvSpPr>
        <p:spPr>
          <a:xfrm>
            <a:off x="3869217" y="6201414"/>
            <a:ext cx="4042561" cy="261610"/>
          </a:xfrm>
          <a:prstGeom prst="rect">
            <a:avLst/>
          </a:prstGeom>
          <a:noFill/>
          <a:ln w="12700">
            <a:solidFill>
              <a:srgbClr val="C00000"/>
            </a:solidFill>
          </a:ln>
        </p:spPr>
        <p:txBody>
          <a:bodyPr wrap="square">
            <a:spAutoFit/>
          </a:bodyPr>
          <a:lstStyle/>
          <a:p>
            <a:pPr algn="l"/>
            <a:r>
              <a:rPr lang="en-US" sz="1100" b="1" i="0" noProof="0" dirty="0">
                <a:solidFill>
                  <a:srgbClr val="000000"/>
                </a:solidFill>
                <a:effectLst/>
              </a:rPr>
              <a:t>The knowledge base is composed of several data sources</a:t>
            </a:r>
            <a:endParaRPr lang="en-US" sz="1100" b="0" i="0" noProof="0" dirty="0">
              <a:solidFill>
                <a:srgbClr val="000000"/>
              </a:solidFill>
              <a:effectLst/>
            </a:endParaRPr>
          </a:p>
        </p:txBody>
      </p:sp>
      <p:sp>
        <p:nvSpPr>
          <p:cNvPr id="21" name="TextBox 20">
            <a:extLst>
              <a:ext uri="{FF2B5EF4-FFF2-40B4-BE49-F238E27FC236}">
                <a16:creationId xmlns:a16="http://schemas.microsoft.com/office/drawing/2014/main" id="{0258A71B-23DC-C2ED-BAE2-1C0EED169D5D}"/>
              </a:ext>
            </a:extLst>
          </p:cNvPr>
          <p:cNvSpPr txBox="1"/>
          <p:nvPr/>
        </p:nvSpPr>
        <p:spPr>
          <a:xfrm>
            <a:off x="8181980" y="3760492"/>
            <a:ext cx="3428281" cy="600164"/>
          </a:xfrm>
          <a:prstGeom prst="rect">
            <a:avLst/>
          </a:prstGeom>
          <a:noFill/>
          <a:ln w="12700">
            <a:solidFill>
              <a:srgbClr val="0D9589"/>
            </a:solidFill>
          </a:ln>
        </p:spPr>
        <p:txBody>
          <a:bodyPr wrap="square">
            <a:spAutoFit/>
          </a:bodyPr>
          <a:lstStyle/>
          <a:p>
            <a:pPr algn="l"/>
            <a:r>
              <a:rPr lang="en-US" sz="1100" b="1" i="0" noProof="0" dirty="0">
                <a:solidFill>
                  <a:srgbClr val="000000"/>
                </a:solidFill>
                <a:effectLst/>
              </a:rPr>
              <a:t>Note : </a:t>
            </a:r>
            <a:r>
              <a:rPr lang="en-US" sz="1100" i="0" noProof="0" dirty="0">
                <a:solidFill>
                  <a:srgbClr val="000000"/>
                </a:solidFill>
                <a:effectLst/>
              </a:rPr>
              <a:t>The knowledge base and the data sources can be either heterogeneous (same file types) or homogeneous (different file types)</a:t>
            </a:r>
          </a:p>
        </p:txBody>
      </p:sp>
      <p:sp>
        <p:nvSpPr>
          <p:cNvPr id="9" name="Slide Number Placeholder 8">
            <a:extLst>
              <a:ext uri="{FF2B5EF4-FFF2-40B4-BE49-F238E27FC236}">
                <a16:creationId xmlns:a16="http://schemas.microsoft.com/office/drawing/2014/main" id="{E714E8C3-D560-C778-CEFA-BFB7C833FF5A}"/>
              </a:ext>
            </a:extLst>
          </p:cNvPr>
          <p:cNvSpPr>
            <a:spLocks noGrp="1"/>
          </p:cNvSpPr>
          <p:nvPr>
            <p:ph type="sldNum" sz="quarter" idx="12"/>
          </p:nvPr>
        </p:nvSpPr>
        <p:spPr/>
        <p:txBody>
          <a:bodyPr/>
          <a:lstStyle/>
          <a:p>
            <a:fld id="{40A7B169-58CE-4E65-B1F9-ACF9E46440C2}" type="slidenum">
              <a:rPr lang="en-US" noProof="0" smtClean="0"/>
              <a:t>18</a:t>
            </a:fld>
            <a:endParaRPr lang="en-US" noProof="0" dirty="0"/>
          </a:p>
        </p:txBody>
      </p:sp>
      <p:sp>
        <p:nvSpPr>
          <p:cNvPr id="10" name="ZoneTexte 3">
            <a:extLst>
              <a:ext uri="{FF2B5EF4-FFF2-40B4-BE49-F238E27FC236}">
                <a16:creationId xmlns:a16="http://schemas.microsoft.com/office/drawing/2014/main" id="{12C00110-C8C3-CF19-9458-8EE336012E59}"/>
              </a:ext>
            </a:extLst>
          </p:cNvPr>
          <p:cNvSpPr txBox="1"/>
          <p:nvPr/>
        </p:nvSpPr>
        <p:spPr>
          <a:xfrm>
            <a:off x="2961290" y="1418121"/>
            <a:ext cx="6269420" cy="369332"/>
          </a:xfrm>
          <a:prstGeom prst="rect">
            <a:avLst/>
          </a:prstGeom>
          <a:noFill/>
        </p:spPr>
        <p:txBody>
          <a:bodyPr wrap="square">
            <a:spAutoFit/>
          </a:bodyPr>
          <a:lstStyle/>
          <a:p>
            <a:r>
              <a:rPr lang="en-US" sz="1800" b="1" noProof="0" dirty="0">
                <a:solidFill>
                  <a:srgbClr val="22C55E"/>
                </a:solidFill>
              </a:rPr>
              <a:t>Status: Knowledge Base currently under construction</a:t>
            </a:r>
          </a:p>
        </p:txBody>
      </p:sp>
    </p:spTree>
    <p:extLst>
      <p:ext uri="{BB962C8B-B14F-4D97-AF65-F5344CB8AC3E}">
        <p14:creationId xmlns:p14="http://schemas.microsoft.com/office/powerpoint/2010/main" val="40153720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25EA8-89C0-AEDF-50D5-946605FBAC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2C31FF-A544-E13E-08A1-A1DDDDAF71CB}"/>
              </a:ext>
            </a:extLst>
          </p:cNvPr>
          <p:cNvSpPr>
            <a:spLocks noGrp="1"/>
          </p:cNvSpPr>
          <p:nvPr>
            <p:ph type="title"/>
          </p:nvPr>
        </p:nvSpPr>
        <p:spPr>
          <a:xfrm>
            <a:off x="242477" y="-53443"/>
            <a:ext cx="11609159" cy="1247050"/>
          </a:xfrm>
        </p:spPr>
        <p:txBody>
          <a:bodyPr/>
          <a:lstStyle/>
          <a:p>
            <a:r>
              <a:rPr lang="en-US" sz="1800" b="1" noProof="0" dirty="0"/>
              <a:t> The ST ChatGPT Platform</a:t>
            </a:r>
          </a:p>
        </p:txBody>
      </p:sp>
      <p:sp>
        <p:nvSpPr>
          <p:cNvPr id="56" name="TextBox 55">
            <a:extLst>
              <a:ext uri="{FF2B5EF4-FFF2-40B4-BE49-F238E27FC236}">
                <a16:creationId xmlns:a16="http://schemas.microsoft.com/office/drawing/2014/main" id="{30A93FCA-6720-C11A-90ED-F2FD08199F0B}"/>
              </a:ext>
            </a:extLst>
          </p:cNvPr>
          <p:cNvSpPr txBox="1"/>
          <p:nvPr/>
        </p:nvSpPr>
        <p:spPr>
          <a:xfrm>
            <a:off x="229039" y="520728"/>
            <a:ext cx="6271666" cy="276999"/>
          </a:xfrm>
          <a:prstGeom prst="rect">
            <a:avLst/>
          </a:prstGeom>
          <a:noFill/>
        </p:spPr>
        <p:txBody>
          <a:bodyPr wrap="square">
            <a:spAutoFit/>
          </a:bodyPr>
          <a:lstStyle/>
          <a:p>
            <a:pPr marL="0" indent="0" algn="l">
              <a:buNone/>
            </a:pPr>
            <a:r>
              <a:rPr lang="en-US" sz="1200" b="1" noProof="0" dirty="0">
                <a:solidFill>
                  <a:srgbClr val="425A78"/>
                </a:solidFill>
              </a:rPr>
              <a:t>How does the platform work?</a:t>
            </a:r>
          </a:p>
        </p:txBody>
      </p:sp>
      <p:sp>
        <p:nvSpPr>
          <p:cNvPr id="57" name="Text 3">
            <a:extLst>
              <a:ext uri="{FF2B5EF4-FFF2-40B4-BE49-F238E27FC236}">
                <a16:creationId xmlns:a16="http://schemas.microsoft.com/office/drawing/2014/main" id="{9629FAA2-D9AB-DB3B-B2BC-90757FA73519}"/>
              </a:ext>
            </a:extLst>
          </p:cNvPr>
          <p:cNvSpPr/>
          <p:nvPr/>
        </p:nvSpPr>
        <p:spPr>
          <a:xfrm>
            <a:off x="340364" y="801770"/>
            <a:ext cx="8229600" cy="256032"/>
          </a:xfrm>
          <a:prstGeom prst="rect">
            <a:avLst/>
          </a:prstGeom>
          <a:noFill/>
          <a:ln/>
        </p:spPr>
        <p:txBody>
          <a:bodyPr wrap="square" lIns="0" tIns="0" rIns="0" bIns="0" rtlCol="0" anchor="ctr"/>
          <a:lstStyle/>
          <a:p>
            <a:r>
              <a:rPr lang="en-US" sz="1200" i="1" noProof="0" dirty="0">
                <a:solidFill>
                  <a:srgbClr val="64748B"/>
                </a:solidFill>
              </a:rPr>
              <a:t>Full chain: from question to sourced answer</a:t>
            </a:r>
          </a:p>
        </p:txBody>
      </p:sp>
      <p:sp>
        <p:nvSpPr>
          <p:cNvPr id="58" name="Shape 4">
            <a:extLst>
              <a:ext uri="{FF2B5EF4-FFF2-40B4-BE49-F238E27FC236}">
                <a16:creationId xmlns:a16="http://schemas.microsoft.com/office/drawing/2014/main" id="{BA36BCF7-3284-EF46-C6F8-5CE8A1E17172}"/>
              </a:ext>
            </a:extLst>
          </p:cNvPr>
          <p:cNvSpPr/>
          <p:nvPr/>
        </p:nvSpPr>
        <p:spPr>
          <a:xfrm>
            <a:off x="340364" y="1159051"/>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73" name="Shape 11">
            <a:extLst>
              <a:ext uri="{FF2B5EF4-FFF2-40B4-BE49-F238E27FC236}">
                <a16:creationId xmlns:a16="http://schemas.microsoft.com/office/drawing/2014/main" id="{51ECB7D0-0C5B-A182-61FB-2712EB5646F2}"/>
              </a:ext>
            </a:extLst>
          </p:cNvPr>
          <p:cNvSpPr/>
          <p:nvPr/>
        </p:nvSpPr>
        <p:spPr>
          <a:xfrm>
            <a:off x="5255739" y="1711533"/>
            <a:ext cx="1602951" cy="1592247"/>
          </a:xfrm>
          <a:prstGeom prst="ellipse">
            <a:avLst/>
          </a:prstGeom>
          <a:noFill/>
          <a:ln w="12700">
            <a:solidFill>
              <a:srgbClr val="C00000"/>
            </a:solidFill>
            <a:prstDash val="solid"/>
          </a:ln>
          <a:effectLst>
            <a:outerShdw blurRad="101600" dist="38100" dir="8100000" algn="bl" rotWithShape="0">
              <a:srgbClr val="000000">
                <a:alpha val="10000"/>
              </a:srgbClr>
            </a:outerShdw>
          </a:effectLst>
        </p:spPr>
        <p:txBody>
          <a:bodyPr/>
          <a:lstStyle/>
          <a:p>
            <a:endParaRPr lang="en-US" noProof="0" dirty="0"/>
          </a:p>
        </p:txBody>
      </p:sp>
      <p:pic>
        <p:nvPicPr>
          <p:cNvPr id="74" name="Image 4" descr="preencoded.png">
            <a:extLst>
              <a:ext uri="{FF2B5EF4-FFF2-40B4-BE49-F238E27FC236}">
                <a16:creationId xmlns:a16="http://schemas.microsoft.com/office/drawing/2014/main" id="{5FC73932-A96B-DA3A-917B-3B427858553F}"/>
              </a:ext>
            </a:extLst>
          </p:cNvPr>
          <p:cNvPicPr>
            <a:picLocks noChangeAspect="1"/>
          </p:cNvPicPr>
          <p:nvPr/>
        </p:nvPicPr>
        <p:blipFill>
          <a:blip r:embed="rId3"/>
          <a:stretch>
            <a:fillRect/>
          </a:stretch>
        </p:blipFill>
        <p:spPr>
          <a:xfrm>
            <a:off x="5741670" y="2201381"/>
            <a:ext cx="631078" cy="631078"/>
          </a:xfrm>
          <a:prstGeom prst="rect">
            <a:avLst/>
          </a:prstGeom>
        </p:spPr>
      </p:pic>
      <p:sp>
        <p:nvSpPr>
          <p:cNvPr id="75" name="Text 12">
            <a:extLst>
              <a:ext uri="{FF2B5EF4-FFF2-40B4-BE49-F238E27FC236}">
                <a16:creationId xmlns:a16="http://schemas.microsoft.com/office/drawing/2014/main" id="{57889A76-66F9-7551-CC2D-E557A649DD04}"/>
              </a:ext>
            </a:extLst>
          </p:cNvPr>
          <p:cNvSpPr/>
          <p:nvPr/>
        </p:nvSpPr>
        <p:spPr>
          <a:xfrm>
            <a:off x="5396605" y="3367682"/>
            <a:ext cx="1389888" cy="274320"/>
          </a:xfrm>
          <a:prstGeom prst="rect">
            <a:avLst/>
          </a:prstGeom>
          <a:noFill/>
          <a:ln/>
        </p:spPr>
        <p:txBody>
          <a:bodyPr wrap="square" lIns="0" tIns="0" rIns="0" bIns="0" rtlCol="0" anchor="ctr"/>
          <a:lstStyle/>
          <a:p>
            <a:pPr marL="0" indent="0" algn="ctr">
              <a:buNone/>
            </a:pPr>
            <a:r>
              <a:rPr lang="en-US" sz="1200" b="1" noProof="0" dirty="0">
                <a:solidFill>
                  <a:srgbClr val="C00000"/>
                </a:solidFill>
              </a:rPr>
              <a:t>Knowledge Base</a:t>
            </a:r>
            <a:endParaRPr lang="en-US" sz="1200" noProof="0" dirty="0">
              <a:solidFill>
                <a:srgbClr val="C00000"/>
              </a:solidFill>
            </a:endParaRPr>
          </a:p>
        </p:txBody>
      </p:sp>
      <p:pic>
        <p:nvPicPr>
          <p:cNvPr id="3" name="Graphic 2" descr="Back outline">
            <a:extLst>
              <a:ext uri="{FF2B5EF4-FFF2-40B4-BE49-F238E27FC236}">
                <a16:creationId xmlns:a16="http://schemas.microsoft.com/office/drawing/2014/main" id="{15BA171C-9520-CCFB-057D-E1ECFC48A3D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5400000" flipV="1">
            <a:off x="4325957" y="3621012"/>
            <a:ext cx="1004387" cy="1004387"/>
          </a:xfrm>
          <a:prstGeom prst="rect">
            <a:avLst/>
          </a:prstGeom>
        </p:spPr>
      </p:pic>
      <p:pic>
        <p:nvPicPr>
          <p:cNvPr id="4" name="Graphic 3" descr="Back outline">
            <a:extLst>
              <a:ext uri="{FF2B5EF4-FFF2-40B4-BE49-F238E27FC236}">
                <a16:creationId xmlns:a16="http://schemas.microsoft.com/office/drawing/2014/main" id="{34CBCBC1-4FAA-2593-4F60-7D97FBACE94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6200000" flipH="1" flipV="1">
            <a:off x="6771243" y="3645961"/>
            <a:ext cx="1004387" cy="1004387"/>
          </a:xfrm>
          <a:prstGeom prst="rect">
            <a:avLst/>
          </a:prstGeom>
        </p:spPr>
      </p:pic>
      <p:pic>
        <p:nvPicPr>
          <p:cNvPr id="5" name="Graphic 4" descr="Arrow Right with solid fill">
            <a:extLst>
              <a:ext uri="{FF2B5EF4-FFF2-40B4-BE49-F238E27FC236}">
                <a16:creationId xmlns:a16="http://schemas.microsoft.com/office/drawing/2014/main" id="{8F359C9A-8E23-4A7B-7EC3-66A90496A17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5400000">
            <a:off x="5762342" y="3915684"/>
            <a:ext cx="589739" cy="336905"/>
          </a:xfrm>
          <a:prstGeom prst="rect">
            <a:avLst/>
          </a:prstGeom>
        </p:spPr>
      </p:pic>
      <p:pic>
        <p:nvPicPr>
          <p:cNvPr id="6" name="Image 4" descr="preencoded.png">
            <a:extLst>
              <a:ext uri="{FF2B5EF4-FFF2-40B4-BE49-F238E27FC236}">
                <a16:creationId xmlns:a16="http://schemas.microsoft.com/office/drawing/2014/main" id="{C2DFB4DA-094F-6912-E607-527A8D3C98FD}"/>
              </a:ext>
            </a:extLst>
          </p:cNvPr>
          <p:cNvPicPr>
            <a:picLocks noChangeAspect="1"/>
          </p:cNvPicPr>
          <p:nvPr/>
        </p:nvPicPr>
        <p:blipFill>
          <a:blip r:embed="rId3"/>
          <a:stretch>
            <a:fillRect/>
          </a:stretch>
        </p:blipFill>
        <p:spPr>
          <a:xfrm>
            <a:off x="4567710" y="4726648"/>
            <a:ext cx="407891" cy="407891"/>
          </a:xfrm>
          <a:prstGeom prst="rect">
            <a:avLst/>
          </a:prstGeom>
        </p:spPr>
      </p:pic>
      <p:pic>
        <p:nvPicPr>
          <p:cNvPr id="7" name="Image 4" descr="preencoded.png">
            <a:extLst>
              <a:ext uri="{FF2B5EF4-FFF2-40B4-BE49-F238E27FC236}">
                <a16:creationId xmlns:a16="http://schemas.microsoft.com/office/drawing/2014/main" id="{944E92C4-BBF8-F06D-199D-10BB41AE0639}"/>
              </a:ext>
            </a:extLst>
          </p:cNvPr>
          <p:cNvPicPr>
            <a:picLocks noChangeAspect="1"/>
          </p:cNvPicPr>
          <p:nvPr/>
        </p:nvPicPr>
        <p:blipFill>
          <a:blip r:embed="rId3"/>
          <a:stretch>
            <a:fillRect/>
          </a:stretch>
        </p:blipFill>
        <p:spPr>
          <a:xfrm>
            <a:off x="5848587" y="4735588"/>
            <a:ext cx="407891" cy="407891"/>
          </a:xfrm>
          <a:prstGeom prst="rect">
            <a:avLst/>
          </a:prstGeom>
        </p:spPr>
      </p:pic>
      <p:pic>
        <p:nvPicPr>
          <p:cNvPr id="8" name="Image 4" descr="preencoded.png">
            <a:extLst>
              <a:ext uri="{FF2B5EF4-FFF2-40B4-BE49-F238E27FC236}">
                <a16:creationId xmlns:a16="http://schemas.microsoft.com/office/drawing/2014/main" id="{FB4D387A-B30A-76FD-9FF0-6964B95745F0}"/>
              </a:ext>
            </a:extLst>
          </p:cNvPr>
          <p:cNvPicPr>
            <a:picLocks noChangeAspect="1"/>
          </p:cNvPicPr>
          <p:nvPr/>
        </p:nvPicPr>
        <p:blipFill>
          <a:blip r:embed="rId3"/>
          <a:stretch>
            <a:fillRect/>
          </a:stretch>
        </p:blipFill>
        <p:spPr>
          <a:xfrm>
            <a:off x="7068378" y="4751997"/>
            <a:ext cx="407891" cy="407891"/>
          </a:xfrm>
          <a:prstGeom prst="rect">
            <a:avLst/>
          </a:prstGeom>
        </p:spPr>
      </p:pic>
      <p:sp>
        <p:nvSpPr>
          <p:cNvPr id="12" name="TextBox 11">
            <a:extLst>
              <a:ext uri="{FF2B5EF4-FFF2-40B4-BE49-F238E27FC236}">
                <a16:creationId xmlns:a16="http://schemas.microsoft.com/office/drawing/2014/main" id="{7C52D358-11CB-B6C5-4E94-3C3579A1E1CC}"/>
              </a:ext>
            </a:extLst>
          </p:cNvPr>
          <p:cNvSpPr txBox="1"/>
          <p:nvPr/>
        </p:nvSpPr>
        <p:spPr>
          <a:xfrm>
            <a:off x="1591411" y="5173397"/>
            <a:ext cx="6271666" cy="430887"/>
          </a:xfrm>
          <a:prstGeom prst="rect">
            <a:avLst/>
          </a:prstGeom>
          <a:noFill/>
        </p:spPr>
        <p:txBody>
          <a:bodyPr wrap="square">
            <a:spAutoFit/>
          </a:bodyPr>
          <a:lstStyle/>
          <a:p>
            <a:pPr marL="0" indent="0" algn="ctr">
              <a:buNone/>
            </a:pPr>
            <a:r>
              <a:rPr lang="en-US" sz="1050" b="1" noProof="0" dirty="0">
                <a:solidFill>
                  <a:srgbClr val="1B2A3B"/>
                </a:solidFill>
              </a:rPr>
              <a:t>Data Source</a:t>
            </a:r>
          </a:p>
          <a:p>
            <a:pPr marL="0" indent="0" algn="ctr">
              <a:buNone/>
            </a:pPr>
            <a:endParaRPr lang="en-US" sz="1100" noProof="0" dirty="0"/>
          </a:p>
        </p:txBody>
      </p:sp>
      <p:sp>
        <p:nvSpPr>
          <p:cNvPr id="16" name="TextBox 15">
            <a:extLst>
              <a:ext uri="{FF2B5EF4-FFF2-40B4-BE49-F238E27FC236}">
                <a16:creationId xmlns:a16="http://schemas.microsoft.com/office/drawing/2014/main" id="{F43784DF-CE05-3CE4-F433-2DCDA04E1F5E}"/>
              </a:ext>
            </a:extLst>
          </p:cNvPr>
          <p:cNvSpPr txBox="1"/>
          <p:nvPr/>
        </p:nvSpPr>
        <p:spPr>
          <a:xfrm>
            <a:off x="2921376" y="5200987"/>
            <a:ext cx="6271666" cy="246221"/>
          </a:xfrm>
          <a:prstGeom prst="rect">
            <a:avLst/>
          </a:prstGeom>
          <a:noFill/>
        </p:spPr>
        <p:txBody>
          <a:bodyPr wrap="square">
            <a:spAutoFit/>
          </a:bodyPr>
          <a:lstStyle/>
          <a:p>
            <a:pPr marL="0" indent="0" algn="ctr">
              <a:buNone/>
            </a:pPr>
            <a:r>
              <a:rPr lang="en-US" sz="1000" b="1" noProof="0" dirty="0">
                <a:solidFill>
                  <a:srgbClr val="1B2A3B"/>
                </a:solidFill>
              </a:rPr>
              <a:t>Data Source</a:t>
            </a:r>
          </a:p>
        </p:txBody>
      </p:sp>
      <p:sp>
        <p:nvSpPr>
          <p:cNvPr id="18" name="TextBox 17">
            <a:extLst>
              <a:ext uri="{FF2B5EF4-FFF2-40B4-BE49-F238E27FC236}">
                <a16:creationId xmlns:a16="http://schemas.microsoft.com/office/drawing/2014/main" id="{C9CCA3CC-D953-D763-CC8F-2270938A36F7}"/>
              </a:ext>
            </a:extLst>
          </p:cNvPr>
          <p:cNvSpPr txBox="1"/>
          <p:nvPr/>
        </p:nvSpPr>
        <p:spPr>
          <a:xfrm>
            <a:off x="6500705" y="5200157"/>
            <a:ext cx="1684079" cy="261610"/>
          </a:xfrm>
          <a:prstGeom prst="rect">
            <a:avLst/>
          </a:prstGeom>
          <a:noFill/>
        </p:spPr>
        <p:txBody>
          <a:bodyPr wrap="square">
            <a:spAutoFit/>
          </a:bodyPr>
          <a:lstStyle/>
          <a:p>
            <a:pPr marL="0" indent="0" algn="ctr">
              <a:buNone/>
            </a:pPr>
            <a:r>
              <a:rPr lang="en-US" sz="1050" b="1" noProof="0" dirty="0">
                <a:solidFill>
                  <a:srgbClr val="1B2A3B"/>
                </a:solidFill>
              </a:rPr>
              <a:t>Data Source</a:t>
            </a:r>
          </a:p>
        </p:txBody>
      </p:sp>
      <p:sp>
        <p:nvSpPr>
          <p:cNvPr id="19" name="Rectangle 18">
            <a:extLst>
              <a:ext uri="{FF2B5EF4-FFF2-40B4-BE49-F238E27FC236}">
                <a16:creationId xmlns:a16="http://schemas.microsoft.com/office/drawing/2014/main" id="{69CB61EF-CDEB-497D-84E8-201B455BED8C}"/>
              </a:ext>
            </a:extLst>
          </p:cNvPr>
          <p:cNvSpPr/>
          <p:nvPr/>
        </p:nvSpPr>
        <p:spPr>
          <a:xfrm>
            <a:off x="4085054" y="4612976"/>
            <a:ext cx="3821217" cy="1042379"/>
          </a:xfrm>
          <a:prstGeom prst="rect">
            <a:avLst/>
          </a:prstGeom>
          <a:noFill/>
          <a:ln>
            <a:solidFill>
              <a:srgbClr val="0D95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sp>
        <p:nvSpPr>
          <p:cNvPr id="15" name="Left Brace 14">
            <a:extLst>
              <a:ext uri="{FF2B5EF4-FFF2-40B4-BE49-F238E27FC236}">
                <a16:creationId xmlns:a16="http://schemas.microsoft.com/office/drawing/2014/main" id="{19D273DD-891B-54DA-6272-03CFF514C596}"/>
              </a:ext>
            </a:extLst>
          </p:cNvPr>
          <p:cNvSpPr/>
          <p:nvPr/>
        </p:nvSpPr>
        <p:spPr>
          <a:xfrm rot="5400000">
            <a:off x="5932515" y="5351241"/>
            <a:ext cx="249389" cy="1004388"/>
          </a:xfrm>
          <a:prstGeom prst="leftBrace">
            <a:avLst/>
          </a:prstGeom>
          <a:ln w="22225">
            <a:headEnd type="none"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10" name="TextBox 9">
            <a:extLst>
              <a:ext uri="{FF2B5EF4-FFF2-40B4-BE49-F238E27FC236}">
                <a16:creationId xmlns:a16="http://schemas.microsoft.com/office/drawing/2014/main" id="{A9A364CF-D2F5-687C-94A7-D72B24CB026B}"/>
              </a:ext>
            </a:extLst>
          </p:cNvPr>
          <p:cNvSpPr txBox="1"/>
          <p:nvPr/>
        </p:nvSpPr>
        <p:spPr>
          <a:xfrm>
            <a:off x="4257166" y="5388224"/>
            <a:ext cx="1278417" cy="224805"/>
          </a:xfrm>
          <a:prstGeom prst="rect">
            <a:avLst/>
          </a:prstGeom>
          <a:noFill/>
        </p:spPr>
        <p:txBody>
          <a:bodyPr wrap="square">
            <a:spAutoFit/>
          </a:bodyPr>
          <a:lstStyle/>
          <a:p>
            <a:pPr marL="0" indent="0">
              <a:lnSpc>
                <a:spcPct val="115000"/>
              </a:lnSpc>
              <a:buNone/>
            </a:pPr>
            <a:r>
              <a:rPr lang="en-US" sz="800" b="1" noProof="0" dirty="0">
                <a:latin typeface="Calibri" pitchFamily="34" charset="0"/>
                <a:ea typeface="Calibri" pitchFamily="34" charset="-122"/>
                <a:cs typeface="Calibri" pitchFamily="34" charset="-120"/>
              </a:rPr>
              <a:t>(CSV, JSON, PDF) </a:t>
            </a:r>
            <a:endParaRPr lang="en-US" sz="800" noProof="0" dirty="0"/>
          </a:p>
        </p:txBody>
      </p:sp>
      <p:sp>
        <p:nvSpPr>
          <p:cNvPr id="13" name="TextBox 12">
            <a:extLst>
              <a:ext uri="{FF2B5EF4-FFF2-40B4-BE49-F238E27FC236}">
                <a16:creationId xmlns:a16="http://schemas.microsoft.com/office/drawing/2014/main" id="{CA05B00D-D308-7854-ABF8-E79A826E8400}"/>
              </a:ext>
            </a:extLst>
          </p:cNvPr>
          <p:cNvSpPr txBox="1"/>
          <p:nvPr/>
        </p:nvSpPr>
        <p:spPr>
          <a:xfrm>
            <a:off x="5586253" y="5397483"/>
            <a:ext cx="1195562" cy="224805"/>
          </a:xfrm>
          <a:prstGeom prst="rect">
            <a:avLst/>
          </a:prstGeom>
          <a:noFill/>
        </p:spPr>
        <p:txBody>
          <a:bodyPr wrap="square">
            <a:spAutoFit/>
          </a:bodyPr>
          <a:lstStyle/>
          <a:p>
            <a:pPr marL="0" indent="0">
              <a:lnSpc>
                <a:spcPct val="115000"/>
              </a:lnSpc>
              <a:buNone/>
            </a:pPr>
            <a:r>
              <a:rPr lang="en-US" sz="800" b="1" noProof="0" dirty="0">
                <a:latin typeface="Calibri" pitchFamily="34" charset="0"/>
                <a:ea typeface="Calibri" pitchFamily="34" charset="-122"/>
                <a:cs typeface="Calibri" pitchFamily="34" charset="-120"/>
              </a:rPr>
              <a:t>(CSV, JSON, PDF) </a:t>
            </a:r>
            <a:endParaRPr lang="en-US" sz="800" noProof="0" dirty="0"/>
          </a:p>
        </p:txBody>
      </p:sp>
      <p:sp>
        <p:nvSpPr>
          <p:cNvPr id="22" name="TextBox 21">
            <a:extLst>
              <a:ext uri="{FF2B5EF4-FFF2-40B4-BE49-F238E27FC236}">
                <a16:creationId xmlns:a16="http://schemas.microsoft.com/office/drawing/2014/main" id="{44732793-75D4-449B-BD08-EB26B9A950B8}"/>
              </a:ext>
            </a:extLst>
          </p:cNvPr>
          <p:cNvSpPr txBox="1"/>
          <p:nvPr/>
        </p:nvSpPr>
        <p:spPr>
          <a:xfrm>
            <a:off x="6858690" y="5397482"/>
            <a:ext cx="1048303" cy="224805"/>
          </a:xfrm>
          <a:prstGeom prst="rect">
            <a:avLst/>
          </a:prstGeom>
          <a:noFill/>
        </p:spPr>
        <p:txBody>
          <a:bodyPr wrap="square">
            <a:spAutoFit/>
          </a:bodyPr>
          <a:lstStyle/>
          <a:p>
            <a:pPr marL="0" indent="0">
              <a:lnSpc>
                <a:spcPct val="115000"/>
              </a:lnSpc>
              <a:buNone/>
            </a:pPr>
            <a:r>
              <a:rPr lang="en-US" sz="800" b="1" noProof="0" dirty="0">
                <a:latin typeface="Calibri" pitchFamily="34" charset="0"/>
                <a:ea typeface="Calibri" pitchFamily="34" charset="-122"/>
                <a:cs typeface="Calibri" pitchFamily="34" charset="-120"/>
              </a:rPr>
              <a:t>(CSV, JSON, PDF) </a:t>
            </a:r>
            <a:endParaRPr lang="en-US" sz="800" noProof="0" dirty="0"/>
          </a:p>
        </p:txBody>
      </p:sp>
      <p:sp>
        <p:nvSpPr>
          <p:cNvPr id="9" name="Shape 3">
            <a:extLst>
              <a:ext uri="{FF2B5EF4-FFF2-40B4-BE49-F238E27FC236}">
                <a16:creationId xmlns:a16="http://schemas.microsoft.com/office/drawing/2014/main" id="{D68F1F57-66AA-0A78-1896-1E5A555557B7}"/>
              </a:ext>
            </a:extLst>
          </p:cNvPr>
          <p:cNvSpPr/>
          <p:nvPr/>
        </p:nvSpPr>
        <p:spPr>
          <a:xfrm>
            <a:off x="4787932" y="6088401"/>
            <a:ext cx="2704111" cy="682442"/>
          </a:xfrm>
          <a:prstGeom prst="roundRect">
            <a:avLst>
              <a:gd name="adj" fmla="val 5882"/>
            </a:avLst>
          </a:prstGeom>
          <a:solidFill>
            <a:srgbClr val="1A2E45"/>
          </a:solidFill>
          <a:ln w="12700">
            <a:solidFill>
              <a:srgbClr val="1A2E45"/>
            </a:solidFill>
            <a:prstDash val="solid"/>
          </a:ln>
        </p:spPr>
        <p:txBody>
          <a:bodyPr/>
          <a:lstStyle/>
          <a:p>
            <a:endParaRPr lang="en-US" noProof="0" dirty="0"/>
          </a:p>
        </p:txBody>
      </p:sp>
      <p:sp>
        <p:nvSpPr>
          <p:cNvPr id="11" name="Text 5">
            <a:extLst>
              <a:ext uri="{FF2B5EF4-FFF2-40B4-BE49-F238E27FC236}">
                <a16:creationId xmlns:a16="http://schemas.microsoft.com/office/drawing/2014/main" id="{4DA4D82D-E342-E81F-20CF-874522B27F23}"/>
              </a:ext>
            </a:extLst>
          </p:cNvPr>
          <p:cNvSpPr/>
          <p:nvPr/>
        </p:nvSpPr>
        <p:spPr>
          <a:xfrm>
            <a:off x="4896374" y="6445832"/>
            <a:ext cx="2555765" cy="237516"/>
          </a:xfrm>
          <a:prstGeom prst="rect">
            <a:avLst/>
          </a:prstGeom>
          <a:noFill/>
          <a:ln/>
        </p:spPr>
        <p:txBody>
          <a:bodyPr wrap="square" lIns="0" tIns="0" rIns="0" bIns="0" rtlCol="0" anchor="t"/>
          <a:lstStyle/>
          <a:p>
            <a:pPr marL="0" indent="0" algn="ctr">
              <a:lnSpc>
                <a:spcPct val="120000"/>
              </a:lnSpc>
              <a:buNone/>
            </a:pPr>
            <a:r>
              <a:rPr lang="en-US" sz="900" noProof="0" dirty="0">
                <a:solidFill>
                  <a:srgbClr val="CCFBF1"/>
                </a:solidFill>
                <a:latin typeface="Calibri" pitchFamily="34" charset="0"/>
                <a:ea typeface="Calibri" pitchFamily="34" charset="-122"/>
                <a:cs typeface="Calibri" pitchFamily="34" charset="-120"/>
              </a:rPr>
              <a:t>Issues, Technical Files, resolver cases, Diagnostic cards</a:t>
            </a:r>
          </a:p>
          <a:p>
            <a:pPr marL="0" indent="0" algn="ctr">
              <a:lnSpc>
                <a:spcPct val="120000"/>
              </a:lnSpc>
              <a:buNone/>
            </a:pPr>
            <a:endParaRPr lang="en-US" sz="900" noProof="0" dirty="0"/>
          </a:p>
        </p:txBody>
      </p:sp>
      <p:sp>
        <p:nvSpPr>
          <p:cNvPr id="14" name="TextBox 13">
            <a:extLst>
              <a:ext uri="{FF2B5EF4-FFF2-40B4-BE49-F238E27FC236}">
                <a16:creationId xmlns:a16="http://schemas.microsoft.com/office/drawing/2014/main" id="{648305B8-E09B-C1B4-0961-87F21E2E3C35}"/>
              </a:ext>
            </a:extLst>
          </p:cNvPr>
          <p:cNvSpPr txBox="1"/>
          <p:nvPr/>
        </p:nvSpPr>
        <p:spPr>
          <a:xfrm>
            <a:off x="5523733" y="6113228"/>
            <a:ext cx="1186552" cy="307777"/>
          </a:xfrm>
          <a:prstGeom prst="rect">
            <a:avLst/>
          </a:prstGeom>
          <a:noFill/>
        </p:spPr>
        <p:txBody>
          <a:bodyPr wrap="square">
            <a:spAutoFit/>
          </a:bodyPr>
          <a:lstStyle/>
          <a:p>
            <a:pPr marL="0" indent="0" algn="ctr">
              <a:buNone/>
            </a:pPr>
            <a:r>
              <a:rPr lang="en-US" sz="1400" b="1" noProof="0" dirty="0">
                <a:solidFill>
                  <a:srgbClr val="FFFFFF"/>
                </a:solidFill>
              </a:rPr>
              <a:t>Files</a:t>
            </a:r>
            <a:endParaRPr lang="en-US" sz="1400" noProof="0" dirty="0"/>
          </a:p>
        </p:txBody>
      </p:sp>
      <p:sp>
        <p:nvSpPr>
          <p:cNvPr id="26" name="TextBox 25">
            <a:extLst>
              <a:ext uri="{FF2B5EF4-FFF2-40B4-BE49-F238E27FC236}">
                <a16:creationId xmlns:a16="http://schemas.microsoft.com/office/drawing/2014/main" id="{B7C29A5A-5B87-A825-75AB-FAA3F06A90F4}"/>
              </a:ext>
            </a:extLst>
          </p:cNvPr>
          <p:cNvSpPr txBox="1"/>
          <p:nvPr/>
        </p:nvSpPr>
        <p:spPr>
          <a:xfrm>
            <a:off x="8491961" y="5851618"/>
            <a:ext cx="2813262" cy="261610"/>
          </a:xfrm>
          <a:prstGeom prst="rect">
            <a:avLst/>
          </a:prstGeom>
          <a:noFill/>
          <a:ln w="12700">
            <a:solidFill>
              <a:srgbClr val="C00000"/>
            </a:solidFill>
          </a:ln>
        </p:spPr>
        <p:txBody>
          <a:bodyPr wrap="square">
            <a:spAutoFit/>
          </a:bodyPr>
          <a:lstStyle/>
          <a:p>
            <a:pPr algn="l"/>
            <a:r>
              <a:rPr lang="en-US" sz="1100" b="1" i="0" noProof="0" dirty="0">
                <a:solidFill>
                  <a:srgbClr val="000000"/>
                </a:solidFill>
                <a:effectLst/>
              </a:rPr>
              <a:t>Each Data Source is composed of files </a:t>
            </a:r>
            <a:endParaRPr lang="en-US" sz="1100" b="0" i="0" noProof="0" dirty="0">
              <a:solidFill>
                <a:srgbClr val="000000"/>
              </a:solidFill>
              <a:effectLst/>
            </a:endParaRPr>
          </a:p>
        </p:txBody>
      </p:sp>
      <p:sp>
        <p:nvSpPr>
          <p:cNvPr id="17" name="Slide Number Placeholder 16">
            <a:extLst>
              <a:ext uri="{FF2B5EF4-FFF2-40B4-BE49-F238E27FC236}">
                <a16:creationId xmlns:a16="http://schemas.microsoft.com/office/drawing/2014/main" id="{B93676FE-E225-4BFF-82A7-3B1DF9A8DFB7}"/>
              </a:ext>
            </a:extLst>
          </p:cNvPr>
          <p:cNvSpPr>
            <a:spLocks noGrp="1"/>
          </p:cNvSpPr>
          <p:nvPr>
            <p:ph type="sldNum" sz="quarter" idx="12"/>
          </p:nvPr>
        </p:nvSpPr>
        <p:spPr/>
        <p:txBody>
          <a:bodyPr/>
          <a:lstStyle/>
          <a:p>
            <a:fld id="{40A7B169-58CE-4E65-B1F9-ACF9E46440C2}" type="slidenum">
              <a:rPr lang="en-US" noProof="0" smtClean="0"/>
              <a:t>19</a:t>
            </a:fld>
            <a:endParaRPr lang="en-US" noProof="0" dirty="0"/>
          </a:p>
        </p:txBody>
      </p:sp>
      <p:sp>
        <p:nvSpPr>
          <p:cNvPr id="20" name="ZoneTexte 3">
            <a:extLst>
              <a:ext uri="{FF2B5EF4-FFF2-40B4-BE49-F238E27FC236}">
                <a16:creationId xmlns:a16="http://schemas.microsoft.com/office/drawing/2014/main" id="{F0F1E097-54F1-92D0-D844-ADB59DD4DCD2}"/>
              </a:ext>
            </a:extLst>
          </p:cNvPr>
          <p:cNvSpPr txBox="1"/>
          <p:nvPr/>
        </p:nvSpPr>
        <p:spPr>
          <a:xfrm>
            <a:off x="3121768" y="1282511"/>
            <a:ext cx="6269420" cy="369332"/>
          </a:xfrm>
          <a:prstGeom prst="rect">
            <a:avLst/>
          </a:prstGeom>
          <a:noFill/>
        </p:spPr>
        <p:txBody>
          <a:bodyPr wrap="square">
            <a:spAutoFit/>
          </a:bodyPr>
          <a:lstStyle/>
          <a:p>
            <a:r>
              <a:rPr lang="en-US" sz="1800" b="1" noProof="0" dirty="0">
                <a:solidFill>
                  <a:srgbClr val="22C55E"/>
                </a:solidFill>
              </a:rPr>
              <a:t>Status: Knowledge Base currently under construction</a:t>
            </a:r>
          </a:p>
        </p:txBody>
      </p:sp>
    </p:spTree>
    <p:extLst>
      <p:ext uri="{BB962C8B-B14F-4D97-AF65-F5344CB8AC3E}">
        <p14:creationId xmlns:p14="http://schemas.microsoft.com/office/powerpoint/2010/main" val="37827028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D68EA-D995-174E-E93F-D774631CE7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21AF99-3107-EE01-17A8-FC208FEA5454}"/>
              </a:ext>
            </a:extLst>
          </p:cNvPr>
          <p:cNvSpPr>
            <a:spLocks noGrp="1"/>
          </p:cNvSpPr>
          <p:nvPr>
            <p:ph type="title"/>
          </p:nvPr>
        </p:nvSpPr>
        <p:spPr>
          <a:xfrm>
            <a:off x="242477" y="-53443"/>
            <a:ext cx="11609159" cy="1247050"/>
          </a:xfrm>
        </p:spPr>
        <p:txBody>
          <a:bodyPr/>
          <a:lstStyle/>
          <a:p>
            <a:r>
              <a:rPr lang="en-US" sz="1800" b="1" noProof="0" dirty="0"/>
              <a:t> The ST ChatGPT Platform</a:t>
            </a:r>
          </a:p>
        </p:txBody>
      </p:sp>
      <p:sp>
        <p:nvSpPr>
          <p:cNvPr id="56" name="TextBox 55">
            <a:extLst>
              <a:ext uri="{FF2B5EF4-FFF2-40B4-BE49-F238E27FC236}">
                <a16:creationId xmlns:a16="http://schemas.microsoft.com/office/drawing/2014/main" id="{1435889F-17B9-2B99-3D55-9CBCFBCFAB79}"/>
              </a:ext>
            </a:extLst>
          </p:cNvPr>
          <p:cNvSpPr txBox="1"/>
          <p:nvPr/>
        </p:nvSpPr>
        <p:spPr>
          <a:xfrm>
            <a:off x="242477" y="484404"/>
            <a:ext cx="6271666" cy="276999"/>
          </a:xfrm>
          <a:prstGeom prst="rect">
            <a:avLst/>
          </a:prstGeom>
          <a:noFill/>
        </p:spPr>
        <p:txBody>
          <a:bodyPr wrap="square">
            <a:spAutoFit/>
          </a:bodyPr>
          <a:lstStyle/>
          <a:p>
            <a:pPr marL="0" indent="0" algn="l">
              <a:buNone/>
            </a:pPr>
            <a:r>
              <a:rPr lang="en-US" sz="1200" b="1" noProof="0" dirty="0">
                <a:solidFill>
                  <a:srgbClr val="425A78"/>
                </a:solidFill>
              </a:rPr>
              <a:t>How does the platform work?</a:t>
            </a:r>
          </a:p>
        </p:txBody>
      </p:sp>
      <p:sp>
        <p:nvSpPr>
          <p:cNvPr id="57" name="Text 3">
            <a:extLst>
              <a:ext uri="{FF2B5EF4-FFF2-40B4-BE49-F238E27FC236}">
                <a16:creationId xmlns:a16="http://schemas.microsoft.com/office/drawing/2014/main" id="{5DF38217-E603-2AD6-D773-33A7A4732483}"/>
              </a:ext>
            </a:extLst>
          </p:cNvPr>
          <p:cNvSpPr/>
          <p:nvPr/>
        </p:nvSpPr>
        <p:spPr>
          <a:xfrm>
            <a:off x="340364" y="749216"/>
            <a:ext cx="8229600" cy="256032"/>
          </a:xfrm>
          <a:prstGeom prst="rect">
            <a:avLst/>
          </a:prstGeom>
          <a:noFill/>
          <a:ln/>
        </p:spPr>
        <p:txBody>
          <a:bodyPr wrap="square" lIns="0" tIns="0" rIns="0" bIns="0" rtlCol="0" anchor="ctr"/>
          <a:lstStyle/>
          <a:p>
            <a:r>
              <a:rPr lang="en-US" sz="1200" i="1" noProof="0" dirty="0">
                <a:solidFill>
                  <a:srgbClr val="64748B"/>
                </a:solidFill>
              </a:rPr>
              <a:t>Full chain: from question to sourced answer</a:t>
            </a:r>
          </a:p>
        </p:txBody>
      </p:sp>
      <p:sp>
        <p:nvSpPr>
          <p:cNvPr id="58" name="Shape 4">
            <a:extLst>
              <a:ext uri="{FF2B5EF4-FFF2-40B4-BE49-F238E27FC236}">
                <a16:creationId xmlns:a16="http://schemas.microsoft.com/office/drawing/2014/main" id="{46057FC4-FCB4-85B8-B99A-E44E1858FE6D}"/>
              </a:ext>
            </a:extLst>
          </p:cNvPr>
          <p:cNvSpPr/>
          <p:nvPr/>
        </p:nvSpPr>
        <p:spPr>
          <a:xfrm>
            <a:off x="340364" y="1052616"/>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73" name="Shape 11">
            <a:extLst>
              <a:ext uri="{FF2B5EF4-FFF2-40B4-BE49-F238E27FC236}">
                <a16:creationId xmlns:a16="http://schemas.microsoft.com/office/drawing/2014/main" id="{9EA43E94-496C-74BC-2928-568F4E08B1FE}"/>
              </a:ext>
            </a:extLst>
          </p:cNvPr>
          <p:cNvSpPr/>
          <p:nvPr/>
        </p:nvSpPr>
        <p:spPr>
          <a:xfrm>
            <a:off x="5159616" y="1517843"/>
            <a:ext cx="1602951" cy="1592247"/>
          </a:xfrm>
          <a:prstGeom prst="ellipse">
            <a:avLst/>
          </a:prstGeom>
          <a:noFill/>
          <a:ln w="12700">
            <a:solidFill>
              <a:srgbClr val="C00000"/>
            </a:solidFill>
            <a:prstDash val="solid"/>
          </a:ln>
          <a:effectLst>
            <a:outerShdw blurRad="101600" dist="38100" dir="8100000" algn="bl" rotWithShape="0">
              <a:srgbClr val="000000">
                <a:alpha val="10000"/>
              </a:srgbClr>
            </a:outerShdw>
          </a:effectLst>
        </p:spPr>
        <p:txBody>
          <a:bodyPr/>
          <a:lstStyle/>
          <a:p>
            <a:endParaRPr lang="en-US" noProof="0" dirty="0"/>
          </a:p>
        </p:txBody>
      </p:sp>
      <p:pic>
        <p:nvPicPr>
          <p:cNvPr id="74" name="Image 4" descr="preencoded.png">
            <a:extLst>
              <a:ext uri="{FF2B5EF4-FFF2-40B4-BE49-F238E27FC236}">
                <a16:creationId xmlns:a16="http://schemas.microsoft.com/office/drawing/2014/main" id="{0C1C69AC-D617-7DE9-6713-8528674B3C4A}"/>
              </a:ext>
            </a:extLst>
          </p:cNvPr>
          <p:cNvPicPr>
            <a:picLocks noChangeAspect="1"/>
          </p:cNvPicPr>
          <p:nvPr/>
        </p:nvPicPr>
        <p:blipFill>
          <a:blip r:embed="rId3"/>
          <a:stretch>
            <a:fillRect/>
          </a:stretch>
        </p:blipFill>
        <p:spPr>
          <a:xfrm>
            <a:off x="5645552" y="2030584"/>
            <a:ext cx="631078" cy="631078"/>
          </a:xfrm>
          <a:prstGeom prst="rect">
            <a:avLst/>
          </a:prstGeom>
        </p:spPr>
      </p:pic>
      <p:sp>
        <p:nvSpPr>
          <p:cNvPr id="75" name="Text 12">
            <a:extLst>
              <a:ext uri="{FF2B5EF4-FFF2-40B4-BE49-F238E27FC236}">
                <a16:creationId xmlns:a16="http://schemas.microsoft.com/office/drawing/2014/main" id="{439D1F67-D200-98D4-4EFB-8F81C5CC4CD0}"/>
              </a:ext>
            </a:extLst>
          </p:cNvPr>
          <p:cNvSpPr/>
          <p:nvPr/>
        </p:nvSpPr>
        <p:spPr>
          <a:xfrm>
            <a:off x="5305165" y="3220361"/>
            <a:ext cx="1389888" cy="274320"/>
          </a:xfrm>
          <a:prstGeom prst="rect">
            <a:avLst/>
          </a:prstGeom>
          <a:noFill/>
          <a:ln/>
        </p:spPr>
        <p:txBody>
          <a:bodyPr wrap="square" lIns="0" tIns="0" rIns="0" bIns="0" rtlCol="0" anchor="ctr"/>
          <a:lstStyle/>
          <a:p>
            <a:pPr marL="0" indent="0" algn="ctr">
              <a:buNone/>
            </a:pPr>
            <a:r>
              <a:rPr lang="en-US" sz="1200" b="1" noProof="0" dirty="0">
                <a:solidFill>
                  <a:srgbClr val="C00000"/>
                </a:solidFill>
              </a:rPr>
              <a:t>Knowledge Base</a:t>
            </a:r>
            <a:endParaRPr lang="en-US" sz="1200" noProof="0" dirty="0">
              <a:solidFill>
                <a:srgbClr val="C00000"/>
              </a:solidFill>
            </a:endParaRPr>
          </a:p>
        </p:txBody>
      </p:sp>
      <p:pic>
        <p:nvPicPr>
          <p:cNvPr id="3" name="Graphic 2" descr="Back outline">
            <a:extLst>
              <a:ext uri="{FF2B5EF4-FFF2-40B4-BE49-F238E27FC236}">
                <a16:creationId xmlns:a16="http://schemas.microsoft.com/office/drawing/2014/main" id="{BE8392F9-4E07-9295-0A65-28E723108C7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5400000" flipV="1">
            <a:off x="4234517" y="3473691"/>
            <a:ext cx="1004387" cy="1004387"/>
          </a:xfrm>
          <a:prstGeom prst="rect">
            <a:avLst/>
          </a:prstGeom>
        </p:spPr>
      </p:pic>
      <p:pic>
        <p:nvPicPr>
          <p:cNvPr id="4" name="Graphic 3" descr="Back outline">
            <a:extLst>
              <a:ext uri="{FF2B5EF4-FFF2-40B4-BE49-F238E27FC236}">
                <a16:creationId xmlns:a16="http://schemas.microsoft.com/office/drawing/2014/main" id="{A55CE50E-0A75-B9C0-5D21-4B33A61C7A6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6200000" flipH="1" flipV="1">
            <a:off x="6679803" y="3498640"/>
            <a:ext cx="1004387" cy="1004387"/>
          </a:xfrm>
          <a:prstGeom prst="rect">
            <a:avLst/>
          </a:prstGeom>
        </p:spPr>
      </p:pic>
      <p:pic>
        <p:nvPicPr>
          <p:cNvPr id="5" name="Graphic 4" descr="Arrow Right with solid fill">
            <a:extLst>
              <a:ext uri="{FF2B5EF4-FFF2-40B4-BE49-F238E27FC236}">
                <a16:creationId xmlns:a16="http://schemas.microsoft.com/office/drawing/2014/main" id="{36F51641-33ED-E09F-6402-D14DF641541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5400000">
            <a:off x="5670902" y="3768363"/>
            <a:ext cx="589739" cy="336905"/>
          </a:xfrm>
          <a:prstGeom prst="rect">
            <a:avLst/>
          </a:prstGeom>
        </p:spPr>
      </p:pic>
      <p:pic>
        <p:nvPicPr>
          <p:cNvPr id="6" name="Image 4" descr="preencoded.png">
            <a:extLst>
              <a:ext uri="{FF2B5EF4-FFF2-40B4-BE49-F238E27FC236}">
                <a16:creationId xmlns:a16="http://schemas.microsoft.com/office/drawing/2014/main" id="{102FB492-73F5-43F7-7F58-E1F6A3189E86}"/>
              </a:ext>
            </a:extLst>
          </p:cNvPr>
          <p:cNvPicPr>
            <a:picLocks noChangeAspect="1"/>
          </p:cNvPicPr>
          <p:nvPr/>
        </p:nvPicPr>
        <p:blipFill>
          <a:blip r:embed="rId3"/>
          <a:stretch>
            <a:fillRect/>
          </a:stretch>
        </p:blipFill>
        <p:spPr>
          <a:xfrm>
            <a:off x="4476270" y="4579327"/>
            <a:ext cx="407891" cy="407891"/>
          </a:xfrm>
          <a:prstGeom prst="rect">
            <a:avLst/>
          </a:prstGeom>
        </p:spPr>
      </p:pic>
      <p:pic>
        <p:nvPicPr>
          <p:cNvPr id="7" name="Image 4" descr="preencoded.png">
            <a:extLst>
              <a:ext uri="{FF2B5EF4-FFF2-40B4-BE49-F238E27FC236}">
                <a16:creationId xmlns:a16="http://schemas.microsoft.com/office/drawing/2014/main" id="{F0211807-CFD8-DFEA-B7FD-92C9FF4DB360}"/>
              </a:ext>
            </a:extLst>
          </p:cNvPr>
          <p:cNvPicPr>
            <a:picLocks noChangeAspect="1"/>
          </p:cNvPicPr>
          <p:nvPr/>
        </p:nvPicPr>
        <p:blipFill>
          <a:blip r:embed="rId3"/>
          <a:stretch>
            <a:fillRect/>
          </a:stretch>
        </p:blipFill>
        <p:spPr>
          <a:xfrm>
            <a:off x="5757147" y="4588267"/>
            <a:ext cx="407891" cy="407891"/>
          </a:xfrm>
          <a:prstGeom prst="rect">
            <a:avLst/>
          </a:prstGeom>
        </p:spPr>
      </p:pic>
      <p:pic>
        <p:nvPicPr>
          <p:cNvPr id="8" name="Image 4" descr="preencoded.png">
            <a:extLst>
              <a:ext uri="{FF2B5EF4-FFF2-40B4-BE49-F238E27FC236}">
                <a16:creationId xmlns:a16="http://schemas.microsoft.com/office/drawing/2014/main" id="{5D4F46B3-8B8A-7330-CA8C-E440335A3C60}"/>
              </a:ext>
            </a:extLst>
          </p:cNvPr>
          <p:cNvPicPr>
            <a:picLocks noChangeAspect="1"/>
          </p:cNvPicPr>
          <p:nvPr/>
        </p:nvPicPr>
        <p:blipFill>
          <a:blip r:embed="rId3"/>
          <a:stretch>
            <a:fillRect/>
          </a:stretch>
        </p:blipFill>
        <p:spPr>
          <a:xfrm>
            <a:off x="6976938" y="4604676"/>
            <a:ext cx="407891" cy="407891"/>
          </a:xfrm>
          <a:prstGeom prst="rect">
            <a:avLst/>
          </a:prstGeom>
        </p:spPr>
      </p:pic>
      <p:sp>
        <p:nvSpPr>
          <p:cNvPr id="12" name="TextBox 11">
            <a:extLst>
              <a:ext uri="{FF2B5EF4-FFF2-40B4-BE49-F238E27FC236}">
                <a16:creationId xmlns:a16="http://schemas.microsoft.com/office/drawing/2014/main" id="{798F1DE8-C9E1-6005-7F8C-E1E9ED3A3BE5}"/>
              </a:ext>
            </a:extLst>
          </p:cNvPr>
          <p:cNvSpPr txBox="1"/>
          <p:nvPr/>
        </p:nvSpPr>
        <p:spPr>
          <a:xfrm>
            <a:off x="4115632" y="5060189"/>
            <a:ext cx="1163260" cy="430887"/>
          </a:xfrm>
          <a:prstGeom prst="rect">
            <a:avLst/>
          </a:prstGeom>
          <a:noFill/>
        </p:spPr>
        <p:txBody>
          <a:bodyPr wrap="square">
            <a:spAutoFit/>
          </a:bodyPr>
          <a:lstStyle/>
          <a:p>
            <a:pPr marL="0" indent="0" algn="ctr">
              <a:buNone/>
            </a:pPr>
            <a:r>
              <a:rPr lang="en-US" sz="1050" b="1" noProof="0" dirty="0">
                <a:solidFill>
                  <a:srgbClr val="1B2A3B"/>
                </a:solidFill>
              </a:rPr>
              <a:t>Data Source</a:t>
            </a:r>
          </a:p>
          <a:p>
            <a:pPr marL="0" indent="0" algn="ctr">
              <a:buNone/>
            </a:pPr>
            <a:endParaRPr lang="en-US" sz="1100" noProof="0" dirty="0"/>
          </a:p>
        </p:txBody>
      </p:sp>
      <p:sp>
        <p:nvSpPr>
          <p:cNvPr id="16" name="TextBox 15">
            <a:extLst>
              <a:ext uri="{FF2B5EF4-FFF2-40B4-BE49-F238E27FC236}">
                <a16:creationId xmlns:a16="http://schemas.microsoft.com/office/drawing/2014/main" id="{76C8CA6F-7C51-9B13-656D-B88167247029}"/>
              </a:ext>
            </a:extLst>
          </p:cNvPr>
          <p:cNvSpPr txBox="1"/>
          <p:nvPr/>
        </p:nvSpPr>
        <p:spPr>
          <a:xfrm>
            <a:off x="5383602" y="5060766"/>
            <a:ext cx="1163259" cy="246221"/>
          </a:xfrm>
          <a:prstGeom prst="rect">
            <a:avLst/>
          </a:prstGeom>
          <a:noFill/>
        </p:spPr>
        <p:txBody>
          <a:bodyPr wrap="square">
            <a:spAutoFit/>
          </a:bodyPr>
          <a:lstStyle/>
          <a:p>
            <a:pPr marL="0" indent="0" algn="ctr">
              <a:buNone/>
            </a:pPr>
            <a:r>
              <a:rPr lang="en-US" sz="1000" b="1" noProof="0" dirty="0">
                <a:solidFill>
                  <a:srgbClr val="1B2A3B"/>
                </a:solidFill>
              </a:rPr>
              <a:t>Data Source</a:t>
            </a:r>
          </a:p>
        </p:txBody>
      </p:sp>
      <p:sp>
        <p:nvSpPr>
          <p:cNvPr id="18" name="TextBox 17">
            <a:extLst>
              <a:ext uri="{FF2B5EF4-FFF2-40B4-BE49-F238E27FC236}">
                <a16:creationId xmlns:a16="http://schemas.microsoft.com/office/drawing/2014/main" id="{509B8680-FCB6-57CD-C4A9-5808D2901DC2}"/>
              </a:ext>
            </a:extLst>
          </p:cNvPr>
          <p:cNvSpPr txBox="1"/>
          <p:nvPr/>
        </p:nvSpPr>
        <p:spPr>
          <a:xfrm>
            <a:off x="6470498" y="5060189"/>
            <a:ext cx="1471010" cy="261610"/>
          </a:xfrm>
          <a:prstGeom prst="rect">
            <a:avLst/>
          </a:prstGeom>
          <a:noFill/>
        </p:spPr>
        <p:txBody>
          <a:bodyPr wrap="square">
            <a:spAutoFit/>
          </a:bodyPr>
          <a:lstStyle/>
          <a:p>
            <a:pPr marL="0" indent="0" algn="ctr">
              <a:buNone/>
            </a:pPr>
            <a:r>
              <a:rPr lang="en-US" sz="1050" b="1" noProof="0" dirty="0">
                <a:solidFill>
                  <a:srgbClr val="1B2A3B"/>
                </a:solidFill>
              </a:rPr>
              <a:t>Data Source</a:t>
            </a:r>
          </a:p>
        </p:txBody>
      </p:sp>
      <p:sp>
        <p:nvSpPr>
          <p:cNvPr id="19" name="Rectangle 18">
            <a:extLst>
              <a:ext uri="{FF2B5EF4-FFF2-40B4-BE49-F238E27FC236}">
                <a16:creationId xmlns:a16="http://schemas.microsoft.com/office/drawing/2014/main" id="{2155FA72-C5C9-1BDA-2548-877EAE2AD51F}"/>
              </a:ext>
            </a:extLst>
          </p:cNvPr>
          <p:cNvSpPr/>
          <p:nvPr/>
        </p:nvSpPr>
        <p:spPr>
          <a:xfrm>
            <a:off x="3993614" y="4465655"/>
            <a:ext cx="3821217" cy="1042379"/>
          </a:xfrm>
          <a:prstGeom prst="rect">
            <a:avLst/>
          </a:prstGeom>
          <a:noFill/>
          <a:ln>
            <a:solidFill>
              <a:srgbClr val="0D95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sp>
        <p:nvSpPr>
          <p:cNvPr id="15" name="Left Brace 14">
            <a:extLst>
              <a:ext uri="{FF2B5EF4-FFF2-40B4-BE49-F238E27FC236}">
                <a16:creationId xmlns:a16="http://schemas.microsoft.com/office/drawing/2014/main" id="{90A362B6-48EA-7FD6-E54F-19AC9CBD9EBA}"/>
              </a:ext>
            </a:extLst>
          </p:cNvPr>
          <p:cNvSpPr/>
          <p:nvPr/>
        </p:nvSpPr>
        <p:spPr>
          <a:xfrm rot="5400000">
            <a:off x="5841075" y="5203920"/>
            <a:ext cx="249389" cy="1004388"/>
          </a:xfrm>
          <a:prstGeom prst="leftBrace">
            <a:avLst/>
          </a:prstGeom>
          <a:ln w="22225">
            <a:headEnd type="none"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17" name="Shape 3">
            <a:extLst>
              <a:ext uri="{FF2B5EF4-FFF2-40B4-BE49-F238E27FC236}">
                <a16:creationId xmlns:a16="http://schemas.microsoft.com/office/drawing/2014/main" id="{347990E2-79CE-CD1E-3A7B-5F7282654101}"/>
              </a:ext>
            </a:extLst>
          </p:cNvPr>
          <p:cNvSpPr/>
          <p:nvPr/>
        </p:nvSpPr>
        <p:spPr>
          <a:xfrm>
            <a:off x="4696492" y="5941080"/>
            <a:ext cx="2704111" cy="682442"/>
          </a:xfrm>
          <a:prstGeom prst="roundRect">
            <a:avLst>
              <a:gd name="adj" fmla="val 5882"/>
            </a:avLst>
          </a:prstGeom>
          <a:solidFill>
            <a:srgbClr val="1A2E45"/>
          </a:solidFill>
          <a:ln w="12700">
            <a:solidFill>
              <a:srgbClr val="1A2E45"/>
            </a:solidFill>
            <a:prstDash val="solid"/>
          </a:ln>
        </p:spPr>
        <p:txBody>
          <a:bodyPr/>
          <a:lstStyle/>
          <a:p>
            <a:endParaRPr lang="en-US" noProof="0" dirty="0"/>
          </a:p>
        </p:txBody>
      </p:sp>
      <p:sp>
        <p:nvSpPr>
          <p:cNvPr id="21" name="Text 5">
            <a:extLst>
              <a:ext uri="{FF2B5EF4-FFF2-40B4-BE49-F238E27FC236}">
                <a16:creationId xmlns:a16="http://schemas.microsoft.com/office/drawing/2014/main" id="{4EBB02AC-F664-6ABF-FB4F-BFB19F5162BC}"/>
              </a:ext>
            </a:extLst>
          </p:cNvPr>
          <p:cNvSpPr/>
          <p:nvPr/>
        </p:nvSpPr>
        <p:spPr>
          <a:xfrm>
            <a:off x="4795968" y="6298511"/>
            <a:ext cx="2555765" cy="230128"/>
          </a:xfrm>
          <a:prstGeom prst="rect">
            <a:avLst/>
          </a:prstGeom>
          <a:noFill/>
          <a:ln/>
        </p:spPr>
        <p:txBody>
          <a:bodyPr wrap="square" lIns="0" tIns="0" rIns="0" bIns="0" rtlCol="0" anchor="t"/>
          <a:lstStyle/>
          <a:p>
            <a:pPr marL="0" indent="0" algn="ctr">
              <a:lnSpc>
                <a:spcPct val="120000"/>
              </a:lnSpc>
              <a:buNone/>
            </a:pPr>
            <a:r>
              <a:rPr lang="en-US" sz="900" noProof="0" dirty="0">
                <a:solidFill>
                  <a:srgbClr val="CCFBF1"/>
                </a:solidFill>
                <a:latin typeface="Calibri" pitchFamily="34" charset="0"/>
                <a:ea typeface="Calibri" pitchFamily="34" charset="-122"/>
                <a:cs typeface="Calibri" pitchFamily="34" charset="-120"/>
              </a:rPr>
              <a:t>Issues, Technical Files, resolver cases, Diagnostic cards</a:t>
            </a:r>
          </a:p>
          <a:p>
            <a:pPr marL="0" indent="0" algn="ctr">
              <a:lnSpc>
                <a:spcPct val="120000"/>
              </a:lnSpc>
              <a:buNone/>
            </a:pPr>
            <a:endParaRPr lang="en-US" sz="900" noProof="0" dirty="0"/>
          </a:p>
        </p:txBody>
      </p:sp>
      <p:sp>
        <p:nvSpPr>
          <p:cNvPr id="10" name="TextBox 9">
            <a:extLst>
              <a:ext uri="{FF2B5EF4-FFF2-40B4-BE49-F238E27FC236}">
                <a16:creationId xmlns:a16="http://schemas.microsoft.com/office/drawing/2014/main" id="{5F79080E-D27D-5C29-E13F-72A74936733B}"/>
              </a:ext>
            </a:extLst>
          </p:cNvPr>
          <p:cNvSpPr txBox="1"/>
          <p:nvPr/>
        </p:nvSpPr>
        <p:spPr>
          <a:xfrm>
            <a:off x="4244952" y="5242191"/>
            <a:ext cx="1278417" cy="224805"/>
          </a:xfrm>
          <a:prstGeom prst="rect">
            <a:avLst/>
          </a:prstGeom>
          <a:noFill/>
        </p:spPr>
        <p:txBody>
          <a:bodyPr wrap="square">
            <a:spAutoFit/>
          </a:bodyPr>
          <a:lstStyle/>
          <a:p>
            <a:pPr marL="0" indent="0">
              <a:lnSpc>
                <a:spcPct val="115000"/>
              </a:lnSpc>
              <a:buNone/>
            </a:pPr>
            <a:r>
              <a:rPr lang="en-US" sz="800" b="1" noProof="0" dirty="0">
                <a:latin typeface="Calibri" pitchFamily="34" charset="0"/>
                <a:ea typeface="Calibri" pitchFamily="34" charset="-122"/>
                <a:cs typeface="Calibri" pitchFamily="34" charset="-120"/>
              </a:rPr>
              <a:t>(CSV, JSON, PDF) </a:t>
            </a:r>
            <a:endParaRPr lang="en-US" sz="800" noProof="0" dirty="0"/>
          </a:p>
        </p:txBody>
      </p:sp>
      <p:sp>
        <p:nvSpPr>
          <p:cNvPr id="13" name="TextBox 12">
            <a:extLst>
              <a:ext uri="{FF2B5EF4-FFF2-40B4-BE49-F238E27FC236}">
                <a16:creationId xmlns:a16="http://schemas.microsoft.com/office/drawing/2014/main" id="{F9CD6689-BEBD-2F13-1A1B-374E4CB2B55B}"/>
              </a:ext>
            </a:extLst>
          </p:cNvPr>
          <p:cNvSpPr txBox="1"/>
          <p:nvPr/>
        </p:nvSpPr>
        <p:spPr>
          <a:xfrm>
            <a:off x="5494813" y="5250162"/>
            <a:ext cx="1195562" cy="224805"/>
          </a:xfrm>
          <a:prstGeom prst="rect">
            <a:avLst/>
          </a:prstGeom>
          <a:noFill/>
        </p:spPr>
        <p:txBody>
          <a:bodyPr wrap="square">
            <a:spAutoFit/>
          </a:bodyPr>
          <a:lstStyle/>
          <a:p>
            <a:pPr marL="0" indent="0">
              <a:lnSpc>
                <a:spcPct val="115000"/>
              </a:lnSpc>
              <a:buNone/>
            </a:pPr>
            <a:r>
              <a:rPr lang="en-US" sz="800" b="1" noProof="0" dirty="0">
                <a:latin typeface="Calibri" pitchFamily="34" charset="0"/>
                <a:ea typeface="Calibri" pitchFamily="34" charset="-122"/>
                <a:cs typeface="Calibri" pitchFamily="34" charset="-120"/>
              </a:rPr>
              <a:t>(CSV, JSON, PDF) </a:t>
            </a:r>
            <a:endParaRPr lang="en-US" sz="800" noProof="0" dirty="0"/>
          </a:p>
        </p:txBody>
      </p:sp>
      <p:sp>
        <p:nvSpPr>
          <p:cNvPr id="22" name="TextBox 21">
            <a:extLst>
              <a:ext uri="{FF2B5EF4-FFF2-40B4-BE49-F238E27FC236}">
                <a16:creationId xmlns:a16="http://schemas.microsoft.com/office/drawing/2014/main" id="{C3661474-68BA-4C26-A447-6F7775CA190D}"/>
              </a:ext>
            </a:extLst>
          </p:cNvPr>
          <p:cNvSpPr txBox="1"/>
          <p:nvPr/>
        </p:nvSpPr>
        <p:spPr>
          <a:xfrm>
            <a:off x="6718656" y="5250162"/>
            <a:ext cx="1048303" cy="224805"/>
          </a:xfrm>
          <a:prstGeom prst="rect">
            <a:avLst/>
          </a:prstGeom>
          <a:noFill/>
        </p:spPr>
        <p:txBody>
          <a:bodyPr wrap="square">
            <a:spAutoFit/>
          </a:bodyPr>
          <a:lstStyle/>
          <a:p>
            <a:pPr marL="0" indent="0">
              <a:lnSpc>
                <a:spcPct val="115000"/>
              </a:lnSpc>
              <a:buNone/>
            </a:pPr>
            <a:r>
              <a:rPr lang="en-US" sz="800" b="1" noProof="0" dirty="0">
                <a:latin typeface="Calibri" pitchFamily="34" charset="0"/>
                <a:ea typeface="Calibri" pitchFamily="34" charset="-122"/>
                <a:cs typeface="Calibri" pitchFamily="34" charset="-120"/>
              </a:rPr>
              <a:t>(CSV, JSON, PDF) </a:t>
            </a:r>
            <a:endParaRPr lang="en-US" sz="800" noProof="0" dirty="0"/>
          </a:p>
        </p:txBody>
      </p:sp>
      <p:sp>
        <p:nvSpPr>
          <p:cNvPr id="24" name="TextBox 23">
            <a:extLst>
              <a:ext uri="{FF2B5EF4-FFF2-40B4-BE49-F238E27FC236}">
                <a16:creationId xmlns:a16="http://schemas.microsoft.com/office/drawing/2014/main" id="{1940F46C-201E-577B-0BCC-6E736F50F622}"/>
              </a:ext>
            </a:extLst>
          </p:cNvPr>
          <p:cNvSpPr txBox="1"/>
          <p:nvPr/>
        </p:nvSpPr>
        <p:spPr>
          <a:xfrm>
            <a:off x="5432293" y="5965907"/>
            <a:ext cx="1186552" cy="307777"/>
          </a:xfrm>
          <a:prstGeom prst="rect">
            <a:avLst/>
          </a:prstGeom>
          <a:noFill/>
        </p:spPr>
        <p:txBody>
          <a:bodyPr wrap="square">
            <a:spAutoFit/>
          </a:bodyPr>
          <a:lstStyle/>
          <a:p>
            <a:pPr marL="0" indent="0" algn="ctr">
              <a:buNone/>
            </a:pPr>
            <a:r>
              <a:rPr lang="en-US" sz="1400" b="1" noProof="0" dirty="0">
                <a:solidFill>
                  <a:srgbClr val="FFFFFF"/>
                </a:solidFill>
              </a:rPr>
              <a:t>Files</a:t>
            </a:r>
            <a:endParaRPr lang="en-US" sz="1400" noProof="0" dirty="0"/>
          </a:p>
        </p:txBody>
      </p:sp>
      <p:sp>
        <p:nvSpPr>
          <p:cNvPr id="9" name="Left Brace 8">
            <a:extLst>
              <a:ext uri="{FF2B5EF4-FFF2-40B4-BE49-F238E27FC236}">
                <a16:creationId xmlns:a16="http://schemas.microsoft.com/office/drawing/2014/main" id="{6941DDFF-55A3-5A4C-4DC5-A456D6CCE61D}"/>
              </a:ext>
            </a:extLst>
          </p:cNvPr>
          <p:cNvSpPr/>
          <p:nvPr/>
        </p:nvSpPr>
        <p:spPr>
          <a:xfrm>
            <a:off x="7546361" y="5848142"/>
            <a:ext cx="249389" cy="775379"/>
          </a:xfrm>
          <a:prstGeom prst="leftBrace">
            <a:avLst/>
          </a:prstGeom>
          <a:ln w="22225">
            <a:headEnd type="none"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11" name="Shape 3">
            <a:extLst>
              <a:ext uri="{FF2B5EF4-FFF2-40B4-BE49-F238E27FC236}">
                <a16:creationId xmlns:a16="http://schemas.microsoft.com/office/drawing/2014/main" id="{F6C642AA-7E81-7077-F21B-6792A0BE72A3}"/>
              </a:ext>
            </a:extLst>
          </p:cNvPr>
          <p:cNvSpPr/>
          <p:nvPr/>
        </p:nvSpPr>
        <p:spPr>
          <a:xfrm>
            <a:off x="7941508" y="5909439"/>
            <a:ext cx="989486" cy="652783"/>
          </a:xfrm>
          <a:prstGeom prst="roundRect">
            <a:avLst>
              <a:gd name="adj" fmla="val 5882"/>
            </a:avLst>
          </a:prstGeom>
          <a:solidFill>
            <a:srgbClr val="1A2E45"/>
          </a:solidFill>
          <a:ln w="12700">
            <a:solidFill>
              <a:srgbClr val="1A2E45"/>
            </a:solidFill>
            <a:prstDash val="solid"/>
          </a:ln>
        </p:spPr>
        <p:txBody>
          <a:bodyPr/>
          <a:lstStyle/>
          <a:p>
            <a:endParaRPr lang="en-US" noProof="0" dirty="0"/>
          </a:p>
        </p:txBody>
      </p:sp>
      <p:sp>
        <p:nvSpPr>
          <p:cNvPr id="20" name="TextBox 19">
            <a:extLst>
              <a:ext uri="{FF2B5EF4-FFF2-40B4-BE49-F238E27FC236}">
                <a16:creationId xmlns:a16="http://schemas.microsoft.com/office/drawing/2014/main" id="{71EA9289-AA1C-EBDF-3BAF-F7EA05934E86}"/>
              </a:ext>
            </a:extLst>
          </p:cNvPr>
          <p:cNvSpPr txBox="1"/>
          <p:nvPr/>
        </p:nvSpPr>
        <p:spPr>
          <a:xfrm>
            <a:off x="8145431" y="6097330"/>
            <a:ext cx="635047" cy="276999"/>
          </a:xfrm>
          <a:prstGeom prst="rect">
            <a:avLst/>
          </a:prstGeom>
          <a:noFill/>
        </p:spPr>
        <p:txBody>
          <a:bodyPr wrap="square">
            <a:spAutoFit/>
          </a:bodyPr>
          <a:lstStyle/>
          <a:p>
            <a:r>
              <a:rPr lang="en-US" sz="1200" b="1" noProof="0" dirty="0">
                <a:solidFill>
                  <a:srgbClr val="FFFFFF"/>
                </a:solidFill>
              </a:rPr>
              <a:t>Docs</a:t>
            </a:r>
            <a:endParaRPr lang="en-US" sz="1200" noProof="0" dirty="0"/>
          </a:p>
        </p:txBody>
      </p:sp>
      <p:sp>
        <p:nvSpPr>
          <p:cNvPr id="23" name="Slide Number Placeholder 22">
            <a:extLst>
              <a:ext uri="{FF2B5EF4-FFF2-40B4-BE49-F238E27FC236}">
                <a16:creationId xmlns:a16="http://schemas.microsoft.com/office/drawing/2014/main" id="{B5FEC367-4CAE-3AF2-6407-5773D3067E4C}"/>
              </a:ext>
            </a:extLst>
          </p:cNvPr>
          <p:cNvSpPr>
            <a:spLocks noGrp="1"/>
          </p:cNvSpPr>
          <p:nvPr>
            <p:ph type="sldNum" sz="quarter" idx="12"/>
          </p:nvPr>
        </p:nvSpPr>
        <p:spPr/>
        <p:txBody>
          <a:bodyPr/>
          <a:lstStyle/>
          <a:p>
            <a:fld id="{40A7B169-58CE-4E65-B1F9-ACF9E46440C2}" type="slidenum">
              <a:rPr lang="en-US" noProof="0" smtClean="0"/>
              <a:t>20</a:t>
            </a:fld>
            <a:endParaRPr lang="en-US" noProof="0" dirty="0"/>
          </a:p>
        </p:txBody>
      </p:sp>
      <p:sp>
        <p:nvSpPr>
          <p:cNvPr id="25" name="ZoneTexte 3">
            <a:extLst>
              <a:ext uri="{FF2B5EF4-FFF2-40B4-BE49-F238E27FC236}">
                <a16:creationId xmlns:a16="http://schemas.microsoft.com/office/drawing/2014/main" id="{4D98F8CD-A980-C8D5-6EBD-DC6C090F455A}"/>
              </a:ext>
            </a:extLst>
          </p:cNvPr>
          <p:cNvSpPr txBox="1"/>
          <p:nvPr/>
        </p:nvSpPr>
        <p:spPr>
          <a:xfrm>
            <a:off x="2999514" y="1114402"/>
            <a:ext cx="6269420" cy="369332"/>
          </a:xfrm>
          <a:prstGeom prst="rect">
            <a:avLst/>
          </a:prstGeom>
          <a:noFill/>
        </p:spPr>
        <p:txBody>
          <a:bodyPr wrap="square">
            <a:spAutoFit/>
          </a:bodyPr>
          <a:lstStyle/>
          <a:p>
            <a:r>
              <a:rPr lang="en-US" sz="1800" b="1" noProof="0" dirty="0">
                <a:solidFill>
                  <a:srgbClr val="22C55E"/>
                </a:solidFill>
              </a:rPr>
              <a:t>Status: Knowledge Base currently under construction</a:t>
            </a:r>
          </a:p>
        </p:txBody>
      </p:sp>
      <p:sp>
        <p:nvSpPr>
          <p:cNvPr id="26" name="TextBox 25">
            <a:extLst>
              <a:ext uri="{FF2B5EF4-FFF2-40B4-BE49-F238E27FC236}">
                <a16:creationId xmlns:a16="http://schemas.microsoft.com/office/drawing/2014/main" id="{3914C84D-CB36-D0EA-56FB-27F8F0E9714D}"/>
              </a:ext>
            </a:extLst>
          </p:cNvPr>
          <p:cNvSpPr txBox="1"/>
          <p:nvPr/>
        </p:nvSpPr>
        <p:spPr>
          <a:xfrm>
            <a:off x="9133048" y="6097330"/>
            <a:ext cx="2167121" cy="261610"/>
          </a:xfrm>
          <a:prstGeom prst="rect">
            <a:avLst/>
          </a:prstGeom>
          <a:noFill/>
          <a:ln w="12700">
            <a:solidFill>
              <a:srgbClr val="C00000"/>
            </a:solidFill>
          </a:ln>
        </p:spPr>
        <p:txBody>
          <a:bodyPr wrap="square">
            <a:spAutoFit/>
          </a:bodyPr>
          <a:lstStyle/>
          <a:p>
            <a:pPr algn="l"/>
            <a:r>
              <a:rPr lang="en-US" sz="1100" b="1" i="0" noProof="0" dirty="0">
                <a:solidFill>
                  <a:srgbClr val="000000"/>
                </a:solidFill>
                <a:effectLst/>
              </a:rPr>
              <a:t>Each line of the file is a DOC</a:t>
            </a:r>
            <a:endParaRPr lang="en-US" sz="1100" b="0" i="0" noProof="0" dirty="0">
              <a:solidFill>
                <a:srgbClr val="000000"/>
              </a:solidFill>
              <a:effectLst/>
            </a:endParaRPr>
          </a:p>
        </p:txBody>
      </p:sp>
    </p:spTree>
    <p:extLst>
      <p:ext uri="{BB962C8B-B14F-4D97-AF65-F5344CB8AC3E}">
        <p14:creationId xmlns:p14="http://schemas.microsoft.com/office/powerpoint/2010/main" val="27048931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516D3-CCBF-38B1-53F3-0687DA8F2C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FBEBE0-126C-1CBA-56FA-CD7B1A8C8BC7}"/>
              </a:ext>
            </a:extLst>
          </p:cNvPr>
          <p:cNvSpPr>
            <a:spLocks noGrp="1"/>
          </p:cNvSpPr>
          <p:nvPr>
            <p:ph type="title"/>
          </p:nvPr>
        </p:nvSpPr>
        <p:spPr>
          <a:xfrm>
            <a:off x="242477" y="-53443"/>
            <a:ext cx="11609159" cy="1247050"/>
          </a:xfrm>
        </p:spPr>
        <p:txBody>
          <a:bodyPr/>
          <a:lstStyle/>
          <a:p>
            <a:r>
              <a:rPr lang="en-US" sz="1800" b="1" noProof="0" dirty="0"/>
              <a:t> The ST ChatGPT Platform</a:t>
            </a:r>
          </a:p>
        </p:txBody>
      </p:sp>
      <p:sp>
        <p:nvSpPr>
          <p:cNvPr id="56" name="TextBox 55">
            <a:extLst>
              <a:ext uri="{FF2B5EF4-FFF2-40B4-BE49-F238E27FC236}">
                <a16:creationId xmlns:a16="http://schemas.microsoft.com/office/drawing/2014/main" id="{265B500F-F3E9-AF5F-2A10-1AF2F968030C}"/>
              </a:ext>
            </a:extLst>
          </p:cNvPr>
          <p:cNvSpPr txBox="1"/>
          <p:nvPr/>
        </p:nvSpPr>
        <p:spPr>
          <a:xfrm>
            <a:off x="220212" y="398744"/>
            <a:ext cx="6271666" cy="276999"/>
          </a:xfrm>
          <a:prstGeom prst="rect">
            <a:avLst/>
          </a:prstGeom>
          <a:noFill/>
        </p:spPr>
        <p:txBody>
          <a:bodyPr wrap="square">
            <a:spAutoFit/>
          </a:bodyPr>
          <a:lstStyle/>
          <a:p>
            <a:pPr marL="0" indent="0" algn="l">
              <a:buNone/>
            </a:pPr>
            <a:r>
              <a:rPr lang="en-US" sz="1200" b="1" noProof="0" dirty="0">
                <a:solidFill>
                  <a:srgbClr val="425A78"/>
                </a:solidFill>
              </a:rPr>
              <a:t>How does the platform work?</a:t>
            </a:r>
          </a:p>
        </p:txBody>
      </p:sp>
      <p:sp>
        <p:nvSpPr>
          <p:cNvPr id="57" name="Text 3">
            <a:extLst>
              <a:ext uri="{FF2B5EF4-FFF2-40B4-BE49-F238E27FC236}">
                <a16:creationId xmlns:a16="http://schemas.microsoft.com/office/drawing/2014/main" id="{D85645FE-4855-DDDE-ECBD-B0D7ABE0B5AF}"/>
              </a:ext>
            </a:extLst>
          </p:cNvPr>
          <p:cNvSpPr/>
          <p:nvPr/>
        </p:nvSpPr>
        <p:spPr>
          <a:xfrm>
            <a:off x="340364" y="721724"/>
            <a:ext cx="8229600" cy="256032"/>
          </a:xfrm>
          <a:prstGeom prst="rect">
            <a:avLst/>
          </a:prstGeom>
          <a:noFill/>
          <a:ln/>
        </p:spPr>
        <p:txBody>
          <a:bodyPr wrap="square" lIns="0" tIns="0" rIns="0" bIns="0" rtlCol="0" anchor="ctr"/>
          <a:lstStyle/>
          <a:p>
            <a:r>
              <a:rPr lang="en-US" sz="1200" i="1" noProof="0" dirty="0">
                <a:solidFill>
                  <a:srgbClr val="64748B"/>
                </a:solidFill>
              </a:rPr>
              <a:t>RAG workflow</a:t>
            </a:r>
          </a:p>
        </p:txBody>
      </p:sp>
      <p:sp>
        <p:nvSpPr>
          <p:cNvPr id="58" name="Shape 4">
            <a:extLst>
              <a:ext uri="{FF2B5EF4-FFF2-40B4-BE49-F238E27FC236}">
                <a16:creationId xmlns:a16="http://schemas.microsoft.com/office/drawing/2014/main" id="{1477C8A6-C1DC-BDAC-C17F-E142693DBE9B}"/>
              </a:ext>
            </a:extLst>
          </p:cNvPr>
          <p:cNvSpPr/>
          <p:nvPr/>
        </p:nvSpPr>
        <p:spPr>
          <a:xfrm>
            <a:off x="340364" y="1021940"/>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73" name="Shape 11">
            <a:extLst>
              <a:ext uri="{FF2B5EF4-FFF2-40B4-BE49-F238E27FC236}">
                <a16:creationId xmlns:a16="http://schemas.microsoft.com/office/drawing/2014/main" id="{286EB5D5-912A-C530-1290-29E7DE36622A}"/>
              </a:ext>
            </a:extLst>
          </p:cNvPr>
          <p:cNvSpPr/>
          <p:nvPr/>
        </p:nvSpPr>
        <p:spPr>
          <a:xfrm>
            <a:off x="5294524" y="1153571"/>
            <a:ext cx="1602951" cy="1592247"/>
          </a:xfrm>
          <a:prstGeom prst="ellipse">
            <a:avLst/>
          </a:prstGeom>
          <a:noFill/>
          <a:ln w="12700">
            <a:solidFill>
              <a:srgbClr val="C00000"/>
            </a:solidFill>
            <a:prstDash val="solid"/>
          </a:ln>
          <a:effectLst>
            <a:outerShdw blurRad="101600" dist="38100" dir="8100000" algn="bl" rotWithShape="0">
              <a:srgbClr val="000000">
                <a:alpha val="10000"/>
              </a:srgbClr>
            </a:outerShdw>
          </a:effectLst>
        </p:spPr>
        <p:txBody>
          <a:bodyPr/>
          <a:lstStyle/>
          <a:p>
            <a:endParaRPr lang="en-US" noProof="0" dirty="0"/>
          </a:p>
        </p:txBody>
      </p:sp>
      <p:pic>
        <p:nvPicPr>
          <p:cNvPr id="74" name="Image 4" descr="preencoded.png">
            <a:extLst>
              <a:ext uri="{FF2B5EF4-FFF2-40B4-BE49-F238E27FC236}">
                <a16:creationId xmlns:a16="http://schemas.microsoft.com/office/drawing/2014/main" id="{4DA8C1C0-EC66-C157-0939-128A1FA8D086}"/>
              </a:ext>
            </a:extLst>
          </p:cNvPr>
          <p:cNvPicPr>
            <a:picLocks noChangeAspect="1"/>
          </p:cNvPicPr>
          <p:nvPr/>
        </p:nvPicPr>
        <p:blipFill>
          <a:blip r:embed="rId3"/>
          <a:stretch>
            <a:fillRect/>
          </a:stretch>
        </p:blipFill>
        <p:spPr>
          <a:xfrm>
            <a:off x="5780460" y="1667556"/>
            <a:ext cx="631078" cy="631078"/>
          </a:xfrm>
          <a:prstGeom prst="rect">
            <a:avLst/>
          </a:prstGeom>
        </p:spPr>
      </p:pic>
      <p:sp>
        <p:nvSpPr>
          <p:cNvPr id="75" name="Text 12">
            <a:extLst>
              <a:ext uri="{FF2B5EF4-FFF2-40B4-BE49-F238E27FC236}">
                <a16:creationId xmlns:a16="http://schemas.microsoft.com/office/drawing/2014/main" id="{42314E98-4191-EB94-EA3C-1C00E43DFFE7}"/>
              </a:ext>
            </a:extLst>
          </p:cNvPr>
          <p:cNvSpPr/>
          <p:nvPr/>
        </p:nvSpPr>
        <p:spPr>
          <a:xfrm>
            <a:off x="5412534" y="2795353"/>
            <a:ext cx="1389888" cy="274320"/>
          </a:xfrm>
          <a:prstGeom prst="rect">
            <a:avLst/>
          </a:prstGeom>
          <a:noFill/>
          <a:ln/>
        </p:spPr>
        <p:txBody>
          <a:bodyPr wrap="square" lIns="0" tIns="0" rIns="0" bIns="0" rtlCol="0" anchor="ctr"/>
          <a:lstStyle/>
          <a:p>
            <a:pPr marL="0" indent="0" algn="ctr">
              <a:buNone/>
            </a:pPr>
            <a:r>
              <a:rPr lang="en-US" sz="1200" b="1" noProof="0" dirty="0">
                <a:solidFill>
                  <a:srgbClr val="C00000"/>
                </a:solidFill>
              </a:rPr>
              <a:t>Knowledge Base</a:t>
            </a:r>
            <a:endParaRPr lang="en-US" sz="1200" noProof="0" dirty="0">
              <a:solidFill>
                <a:srgbClr val="C00000"/>
              </a:solidFill>
            </a:endParaRPr>
          </a:p>
        </p:txBody>
      </p:sp>
      <p:pic>
        <p:nvPicPr>
          <p:cNvPr id="5" name="Graphic 4" descr="Arrow Right with solid fill">
            <a:extLst>
              <a:ext uri="{FF2B5EF4-FFF2-40B4-BE49-F238E27FC236}">
                <a16:creationId xmlns:a16="http://schemas.microsoft.com/office/drawing/2014/main" id="{B729FD1F-434A-4989-796E-22A3D4977A0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5400000">
            <a:off x="5958839" y="3093995"/>
            <a:ext cx="274320" cy="336905"/>
          </a:xfrm>
          <a:prstGeom prst="rect">
            <a:avLst/>
          </a:prstGeom>
        </p:spPr>
      </p:pic>
      <p:sp>
        <p:nvSpPr>
          <p:cNvPr id="9" name="Slide Number Placeholder 8">
            <a:extLst>
              <a:ext uri="{FF2B5EF4-FFF2-40B4-BE49-F238E27FC236}">
                <a16:creationId xmlns:a16="http://schemas.microsoft.com/office/drawing/2014/main" id="{5978D3D2-C70E-408B-B093-E6863DCF726F}"/>
              </a:ext>
            </a:extLst>
          </p:cNvPr>
          <p:cNvSpPr>
            <a:spLocks noGrp="1"/>
          </p:cNvSpPr>
          <p:nvPr>
            <p:ph type="sldNum" sz="quarter" idx="12"/>
          </p:nvPr>
        </p:nvSpPr>
        <p:spPr/>
        <p:txBody>
          <a:bodyPr/>
          <a:lstStyle/>
          <a:p>
            <a:fld id="{40A7B169-58CE-4E65-B1F9-ACF9E46440C2}" type="slidenum">
              <a:rPr lang="en-US" noProof="0" smtClean="0"/>
              <a:t>21</a:t>
            </a:fld>
            <a:endParaRPr lang="en-US" noProof="0" dirty="0"/>
          </a:p>
        </p:txBody>
      </p:sp>
      <p:sp>
        <p:nvSpPr>
          <p:cNvPr id="11" name="TextBox 10">
            <a:extLst>
              <a:ext uri="{FF2B5EF4-FFF2-40B4-BE49-F238E27FC236}">
                <a16:creationId xmlns:a16="http://schemas.microsoft.com/office/drawing/2014/main" id="{0CB467BB-5B86-CEDD-873A-A01F36A04088}"/>
              </a:ext>
            </a:extLst>
          </p:cNvPr>
          <p:cNvSpPr txBox="1"/>
          <p:nvPr/>
        </p:nvSpPr>
        <p:spPr>
          <a:xfrm>
            <a:off x="1366907" y="3940727"/>
            <a:ext cx="9692414" cy="307777"/>
          </a:xfrm>
          <a:prstGeom prst="rect">
            <a:avLst/>
          </a:prstGeom>
          <a:noFill/>
        </p:spPr>
        <p:txBody>
          <a:bodyPr wrap="square">
            <a:spAutoFit/>
          </a:bodyPr>
          <a:lstStyle/>
          <a:p>
            <a:pPr algn="ctr">
              <a:spcAft>
                <a:spcPts val="900"/>
              </a:spcAft>
              <a:buNone/>
            </a:pPr>
            <a:r>
              <a:rPr lang="en-US" sz="1400" b="1" i="0" noProof="0" dirty="0">
                <a:solidFill>
                  <a:srgbClr val="000000"/>
                </a:solidFill>
                <a:effectLst/>
                <a:latin typeface="Open_Sans"/>
              </a:rPr>
              <a:t>chunking                               embeddings                                Indexing</a:t>
            </a:r>
          </a:p>
        </p:txBody>
      </p:sp>
      <p:pic>
        <p:nvPicPr>
          <p:cNvPr id="13" name="Graphic 12" descr="Back outline">
            <a:extLst>
              <a:ext uri="{FF2B5EF4-FFF2-40B4-BE49-F238E27FC236}">
                <a16:creationId xmlns:a16="http://schemas.microsoft.com/office/drawing/2014/main" id="{6CBB57F7-8A1A-F570-C59B-98287B25ACE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5400000" flipV="1">
            <a:off x="3378310" y="4434602"/>
            <a:ext cx="1004387" cy="1004387"/>
          </a:xfrm>
          <a:prstGeom prst="rect">
            <a:avLst/>
          </a:prstGeom>
        </p:spPr>
      </p:pic>
      <p:sp>
        <p:nvSpPr>
          <p:cNvPr id="22" name="TextBox 21">
            <a:extLst>
              <a:ext uri="{FF2B5EF4-FFF2-40B4-BE49-F238E27FC236}">
                <a16:creationId xmlns:a16="http://schemas.microsoft.com/office/drawing/2014/main" id="{901F46D8-A873-B68C-7E83-9CBF76D34CED}"/>
              </a:ext>
            </a:extLst>
          </p:cNvPr>
          <p:cNvSpPr txBox="1"/>
          <p:nvPr/>
        </p:nvSpPr>
        <p:spPr>
          <a:xfrm>
            <a:off x="1163068" y="5892052"/>
            <a:ext cx="3428281" cy="600164"/>
          </a:xfrm>
          <a:prstGeom prst="rect">
            <a:avLst/>
          </a:prstGeom>
          <a:noFill/>
          <a:ln w="12700">
            <a:solidFill>
              <a:srgbClr val="0D9589"/>
            </a:solidFill>
          </a:ln>
        </p:spPr>
        <p:txBody>
          <a:bodyPr wrap="square">
            <a:spAutoFit/>
          </a:bodyPr>
          <a:lstStyle/>
          <a:p>
            <a:pPr algn="l"/>
            <a:r>
              <a:rPr lang="en-US" sz="1100" i="0" noProof="0" dirty="0">
                <a:solidFill>
                  <a:srgbClr val="000000"/>
                </a:solidFill>
                <a:effectLst/>
              </a:rPr>
              <a:t>A document is often too long to be used efficiently as a single block.</a:t>
            </a:r>
          </a:p>
          <a:p>
            <a:pPr algn="l"/>
            <a:r>
              <a:rPr lang="en-US" sz="1100" i="0" noProof="0" dirty="0">
                <a:solidFill>
                  <a:srgbClr val="000000"/>
                </a:solidFill>
                <a:effectLst/>
                <a:sym typeface="Wingdings" panose="05000000000000000000" pitchFamily="2" charset="2"/>
              </a:rPr>
              <a:t> </a:t>
            </a:r>
            <a:r>
              <a:rPr lang="en-US" sz="1100" i="0" noProof="0" dirty="0">
                <a:solidFill>
                  <a:srgbClr val="000000"/>
                </a:solidFill>
                <a:effectLst/>
              </a:rPr>
              <a:t>So it is split into smaller pieces called </a:t>
            </a:r>
            <a:r>
              <a:rPr lang="en-US" sz="1100" b="1" i="0" noProof="0" dirty="0">
                <a:solidFill>
                  <a:srgbClr val="000000"/>
                </a:solidFill>
                <a:effectLst/>
              </a:rPr>
              <a:t>chunks</a:t>
            </a:r>
            <a:r>
              <a:rPr lang="en-US" sz="1100" i="0" noProof="0" dirty="0">
                <a:solidFill>
                  <a:srgbClr val="000000"/>
                </a:solidFill>
                <a:effectLst/>
              </a:rPr>
              <a:t>.</a:t>
            </a:r>
          </a:p>
        </p:txBody>
      </p:sp>
      <p:cxnSp>
        <p:nvCxnSpPr>
          <p:cNvPr id="24" name="Straight Arrow Connector 23">
            <a:extLst>
              <a:ext uri="{FF2B5EF4-FFF2-40B4-BE49-F238E27FC236}">
                <a16:creationId xmlns:a16="http://schemas.microsoft.com/office/drawing/2014/main" id="{799E4A06-1A23-CCCB-B8A7-157F8AB0CC62}"/>
              </a:ext>
            </a:extLst>
          </p:cNvPr>
          <p:cNvCxnSpPr>
            <a:cxnSpLocks/>
          </p:cNvCxnSpPr>
          <p:nvPr/>
        </p:nvCxnSpPr>
        <p:spPr>
          <a:xfrm>
            <a:off x="1836420" y="5126493"/>
            <a:ext cx="0" cy="750138"/>
          </a:xfrm>
          <a:prstGeom prst="straightConnector1">
            <a:avLst/>
          </a:prstGeom>
          <a:ln w="22225">
            <a:prstDash val="sysDot"/>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CE31A22-F734-DA67-327E-2B17119413DE}"/>
              </a:ext>
            </a:extLst>
          </p:cNvPr>
          <p:cNvSpPr txBox="1"/>
          <p:nvPr/>
        </p:nvSpPr>
        <p:spPr>
          <a:xfrm>
            <a:off x="193979" y="3849220"/>
            <a:ext cx="2813262" cy="1277273"/>
          </a:xfrm>
          <a:prstGeom prst="rect">
            <a:avLst/>
          </a:prstGeom>
          <a:noFill/>
          <a:ln w="12700">
            <a:solidFill>
              <a:srgbClr val="C00000"/>
            </a:solidFill>
          </a:ln>
        </p:spPr>
        <p:txBody>
          <a:bodyPr wrap="square">
            <a:spAutoFit/>
          </a:bodyPr>
          <a:lstStyle/>
          <a:p>
            <a:pPr algn="l"/>
            <a:r>
              <a:rPr lang="en-US" sz="1100" b="1" i="0" noProof="0" dirty="0">
                <a:solidFill>
                  <a:srgbClr val="000000"/>
                </a:solidFill>
                <a:effectLst/>
              </a:rPr>
              <a:t>Each chunk is:</a:t>
            </a:r>
          </a:p>
          <a:p>
            <a:pPr algn="l"/>
            <a:endParaRPr lang="en-US" sz="1100" b="1" i="0" noProof="0" dirty="0">
              <a:solidFill>
                <a:srgbClr val="000000"/>
              </a:solidFill>
              <a:effectLst/>
            </a:endParaRPr>
          </a:p>
          <a:p>
            <a:pPr marL="171450" indent="-171450" algn="l">
              <a:buFont typeface="Arial" panose="020B0604020202020204" pitchFamily="34" charset="0"/>
              <a:buChar char="•"/>
            </a:pPr>
            <a:r>
              <a:rPr lang="en-US" sz="1100" i="0" noProof="0" dirty="0">
                <a:solidFill>
                  <a:srgbClr val="000000"/>
                </a:solidFill>
                <a:effectLst/>
              </a:rPr>
              <a:t>a focused passage from a larger document</a:t>
            </a:r>
          </a:p>
          <a:p>
            <a:pPr marL="171450" indent="-171450" algn="l">
              <a:buFont typeface="Arial" panose="020B0604020202020204" pitchFamily="34" charset="0"/>
              <a:buChar char="•"/>
            </a:pPr>
            <a:r>
              <a:rPr lang="en-US" sz="1100" i="0" noProof="0" dirty="0">
                <a:solidFill>
                  <a:srgbClr val="000000"/>
                </a:solidFill>
                <a:effectLst/>
              </a:rPr>
              <a:t>small enough to be searched efficiently</a:t>
            </a:r>
          </a:p>
          <a:p>
            <a:pPr marL="171450" indent="-171450" algn="l">
              <a:buFont typeface="Arial" panose="020B0604020202020204" pitchFamily="34" charset="0"/>
              <a:buChar char="•"/>
            </a:pPr>
            <a:r>
              <a:rPr lang="en-US" sz="1100" i="0" noProof="0" dirty="0">
                <a:solidFill>
                  <a:srgbClr val="000000"/>
                </a:solidFill>
                <a:effectLst/>
              </a:rPr>
              <a:t>large enough to preserve useful technical meaning</a:t>
            </a:r>
          </a:p>
        </p:txBody>
      </p:sp>
      <p:pic>
        <p:nvPicPr>
          <p:cNvPr id="26" name="Graphic 25" descr="Arrow Right with solid fill">
            <a:extLst>
              <a:ext uri="{FF2B5EF4-FFF2-40B4-BE49-F238E27FC236}">
                <a16:creationId xmlns:a16="http://schemas.microsoft.com/office/drawing/2014/main" id="{0BED7251-9E3E-A33D-025A-B7D398672C1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5400000">
            <a:off x="6016804" y="4418307"/>
            <a:ext cx="392621" cy="336905"/>
          </a:xfrm>
          <a:prstGeom prst="rect">
            <a:avLst/>
          </a:prstGeom>
        </p:spPr>
      </p:pic>
      <p:sp>
        <p:nvSpPr>
          <p:cNvPr id="27" name="TextBox 26">
            <a:extLst>
              <a:ext uri="{FF2B5EF4-FFF2-40B4-BE49-F238E27FC236}">
                <a16:creationId xmlns:a16="http://schemas.microsoft.com/office/drawing/2014/main" id="{7733DCFE-794B-09BD-742B-9ED93480F219}"/>
              </a:ext>
            </a:extLst>
          </p:cNvPr>
          <p:cNvSpPr txBox="1"/>
          <p:nvPr/>
        </p:nvSpPr>
        <p:spPr>
          <a:xfrm>
            <a:off x="4800002" y="4892643"/>
            <a:ext cx="3428281" cy="1615827"/>
          </a:xfrm>
          <a:prstGeom prst="rect">
            <a:avLst/>
          </a:prstGeom>
          <a:noFill/>
          <a:ln w="12700">
            <a:solidFill>
              <a:srgbClr val="0D9589"/>
            </a:solidFill>
          </a:ln>
        </p:spPr>
        <p:txBody>
          <a:bodyPr wrap="square">
            <a:spAutoFit/>
          </a:bodyPr>
          <a:lstStyle/>
          <a:p>
            <a:pPr algn="l"/>
            <a:r>
              <a:rPr lang="en-US" sz="1100" i="0" noProof="0" dirty="0">
                <a:solidFill>
                  <a:srgbClr val="000000"/>
                </a:solidFill>
                <a:effectLst/>
              </a:rPr>
              <a:t>An </a:t>
            </a:r>
            <a:r>
              <a:rPr lang="en-US" sz="1100" b="1" i="0" noProof="0" dirty="0">
                <a:solidFill>
                  <a:srgbClr val="000000"/>
                </a:solidFill>
                <a:effectLst/>
              </a:rPr>
              <a:t>embedding</a:t>
            </a:r>
            <a:r>
              <a:rPr lang="en-US" sz="1100" i="0" noProof="0" dirty="0">
                <a:solidFill>
                  <a:srgbClr val="000000"/>
                </a:solidFill>
                <a:effectLst/>
              </a:rPr>
              <a:t> is a numerical representation of a text.</a:t>
            </a:r>
          </a:p>
          <a:p>
            <a:pPr algn="l"/>
            <a:endParaRPr lang="en-US" sz="1100" i="0" noProof="0" dirty="0">
              <a:solidFill>
                <a:srgbClr val="000000"/>
              </a:solidFill>
              <a:effectLst/>
            </a:endParaRPr>
          </a:p>
          <a:p>
            <a:pPr algn="l"/>
            <a:r>
              <a:rPr lang="en-US" sz="1100" i="0" noProof="0" dirty="0">
                <a:solidFill>
                  <a:srgbClr val="000000"/>
                </a:solidFill>
                <a:effectLst/>
              </a:rPr>
              <a:t>It allows the system to compare:</a:t>
            </a:r>
          </a:p>
          <a:p>
            <a:pPr marL="171450" indent="-171450" algn="l">
              <a:buFont typeface="Arial" panose="020B0604020202020204" pitchFamily="34" charset="0"/>
              <a:buChar char="•"/>
            </a:pPr>
            <a:r>
              <a:rPr lang="en-US" sz="1100" i="0" noProof="0" dirty="0">
                <a:solidFill>
                  <a:srgbClr val="000000"/>
                </a:solidFill>
                <a:effectLst/>
              </a:rPr>
              <a:t>the meaning of the user query</a:t>
            </a:r>
          </a:p>
          <a:p>
            <a:pPr marL="171450" indent="-171450" algn="l">
              <a:buFont typeface="Arial" panose="020B0604020202020204" pitchFamily="34" charset="0"/>
              <a:buChar char="•"/>
            </a:pPr>
            <a:r>
              <a:rPr lang="en-US" sz="1100" i="0" noProof="0" dirty="0">
                <a:solidFill>
                  <a:srgbClr val="000000"/>
                </a:solidFill>
                <a:effectLst/>
              </a:rPr>
              <a:t>with the meaning of stored chunks</a:t>
            </a:r>
          </a:p>
          <a:p>
            <a:pPr algn="l"/>
            <a:endParaRPr lang="en-US" sz="1100" i="0" noProof="0" dirty="0">
              <a:solidFill>
                <a:srgbClr val="000000"/>
              </a:solidFill>
              <a:effectLst/>
            </a:endParaRPr>
          </a:p>
          <a:p>
            <a:pPr algn="l"/>
            <a:r>
              <a:rPr lang="en-US" sz="1100" i="0" noProof="0" dirty="0">
                <a:solidFill>
                  <a:srgbClr val="000000"/>
                </a:solidFill>
                <a:effectLst/>
                <a:sym typeface="Wingdings" panose="05000000000000000000" pitchFamily="2" charset="2"/>
              </a:rPr>
              <a:t> </a:t>
            </a:r>
            <a:r>
              <a:rPr lang="en-US" sz="1100" i="0" noProof="0" dirty="0">
                <a:solidFill>
                  <a:srgbClr val="000000"/>
                </a:solidFill>
                <a:effectLst/>
              </a:rPr>
              <a:t>This helps retrieval work beyond exact keyword matching.</a:t>
            </a:r>
          </a:p>
        </p:txBody>
      </p:sp>
      <p:pic>
        <p:nvPicPr>
          <p:cNvPr id="28" name="Graphic 27" descr="Back outline">
            <a:extLst>
              <a:ext uri="{FF2B5EF4-FFF2-40B4-BE49-F238E27FC236}">
                <a16:creationId xmlns:a16="http://schemas.microsoft.com/office/drawing/2014/main" id="{291A9DE2-7049-59D7-6216-89F8CE5AC98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6200000" flipH="1" flipV="1">
            <a:off x="8599352" y="4390449"/>
            <a:ext cx="1004387" cy="1004387"/>
          </a:xfrm>
          <a:prstGeom prst="rect">
            <a:avLst/>
          </a:prstGeom>
        </p:spPr>
      </p:pic>
      <p:sp>
        <p:nvSpPr>
          <p:cNvPr id="29" name="TextBox 28">
            <a:extLst>
              <a:ext uri="{FF2B5EF4-FFF2-40B4-BE49-F238E27FC236}">
                <a16:creationId xmlns:a16="http://schemas.microsoft.com/office/drawing/2014/main" id="{C6C1777B-5CF7-1FE2-AFAA-3ECFEACDCAB6}"/>
              </a:ext>
            </a:extLst>
          </p:cNvPr>
          <p:cNvSpPr txBox="1"/>
          <p:nvPr/>
        </p:nvSpPr>
        <p:spPr>
          <a:xfrm>
            <a:off x="8385255" y="5559685"/>
            <a:ext cx="3372405" cy="938719"/>
          </a:xfrm>
          <a:prstGeom prst="rect">
            <a:avLst/>
          </a:prstGeom>
          <a:noFill/>
          <a:ln w="12700">
            <a:solidFill>
              <a:srgbClr val="0D9589"/>
            </a:solidFill>
          </a:ln>
        </p:spPr>
        <p:txBody>
          <a:bodyPr wrap="square">
            <a:spAutoFit/>
          </a:bodyPr>
          <a:lstStyle/>
          <a:p>
            <a:pPr algn="l"/>
            <a:r>
              <a:rPr lang="en-US" sz="1100" b="1" i="0" noProof="0" dirty="0">
                <a:solidFill>
                  <a:srgbClr val="000000"/>
                </a:solidFill>
                <a:effectLst/>
              </a:rPr>
              <a:t>Indexing</a:t>
            </a:r>
            <a:r>
              <a:rPr lang="en-US" sz="1100" i="0" noProof="0" dirty="0">
                <a:solidFill>
                  <a:srgbClr val="000000"/>
                </a:solidFill>
                <a:effectLst/>
              </a:rPr>
              <a:t> is the step where the </a:t>
            </a:r>
            <a:r>
              <a:rPr lang="en-US" sz="1100" b="1" i="0" noProof="0" dirty="0">
                <a:solidFill>
                  <a:srgbClr val="000000"/>
                </a:solidFill>
                <a:effectLst/>
              </a:rPr>
              <a:t>chunks</a:t>
            </a:r>
            <a:r>
              <a:rPr lang="en-US" sz="1100" i="0" noProof="0" dirty="0">
                <a:solidFill>
                  <a:srgbClr val="000000"/>
                </a:solidFill>
                <a:effectLst/>
              </a:rPr>
              <a:t>, their </a:t>
            </a:r>
            <a:r>
              <a:rPr lang="en-US" sz="1100" b="1" i="0" noProof="0" dirty="0">
                <a:solidFill>
                  <a:srgbClr val="000000"/>
                </a:solidFill>
                <a:effectLst/>
              </a:rPr>
              <a:t>embeddings</a:t>
            </a:r>
            <a:r>
              <a:rPr lang="en-US" sz="1100" i="0" noProof="0" dirty="0">
                <a:solidFill>
                  <a:srgbClr val="000000"/>
                </a:solidFill>
                <a:effectLst/>
              </a:rPr>
              <a:t>, and their metadata are stored and organized inside the knowledge base.</a:t>
            </a:r>
          </a:p>
          <a:p>
            <a:pPr algn="l"/>
            <a:endParaRPr lang="en-US" sz="1100" b="1" i="0" noProof="0" dirty="0">
              <a:solidFill>
                <a:srgbClr val="000000"/>
              </a:solidFill>
              <a:effectLst/>
            </a:endParaRPr>
          </a:p>
          <a:p>
            <a:pPr algn="l"/>
            <a:r>
              <a:rPr lang="en-US" sz="1100" i="0" noProof="0" dirty="0">
                <a:solidFill>
                  <a:srgbClr val="000000"/>
                </a:solidFill>
                <a:effectLst/>
                <a:sym typeface="Wingdings" panose="05000000000000000000" pitchFamily="2" charset="2"/>
              </a:rPr>
              <a:t> </a:t>
            </a:r>
            <a:r>
              <a:rPr lang="en-US" sz="1100" i="0" noProof="0" dirty="0">
                <a:solidFill>
                  <a:srgbClr val="000000"/>
                </a:solidFill>
                <a:effectLst/>
              </a:rPr>
              <a:t>This makes the knowledge base searchable.</a:t>
            </a:r>
          </a:p>
        </p:txBody>
      </p:sp>
      <p:sp>
        <p:nvSpPr>
          <p:cNvPr id="32" name="TextBox 31">
            <a:extLst>
              <a:ext uri="{FF2B5EF4-FFF2-40B4-BE49-F238E27FC236}">
                <a16:creationId xmlns:a16="http://schemas.microsoft.com/office/drawing/2014/main" id="{38E8ABC9-4B77-758F-076E-160568C4D820}"/>
              </a:ext>
            </a:extLst>
          </p:cNvPr>
          <p:cNvSpPr txBox="1"/>
          <p:nvPr/>
        </p:nvSpPr>
        <p:spPr>
          <a:xfrm>
            <a:off x="7185801" y="3883713"/>
            <a:ext cx="6271260" cy="369332"/>
          </a:xfrm>
          <a:prstGeom prst="rect">
            <a:avLst/>
          </a:prstGeom>
          <a:noFill/>
        </p:spPr>
        <p:txBody>
          <a:bodyPr wrap="square">
            <a:spAutoFit/>
          </a:bodyPr>
          <a:lstStyle/>
          <a:p>
            <a:r>
              <a:rPr lang="en-US" sz="1800" b="1" i="0" noProof="0" dirty="0">
                <a:solidFill>
                  <a:srgbClr val="0D9488"/>
                </a:solidFill>
                <a:effectLst/>
                <a:latin typeface="Open_Sans"/>
              </a:rPr>
              <a:t>→</a:t>
            </a:r>
            <a:r>
              <a:rPr lang="en-US" sz="1800" b="1" i="0" noProof="0" dirty="0">
                <a:solidFill>
                  <a:srgbClr val="000000"/>
                </a:solidFill>
                <a:effectLst/>
                <a:latin typeface="Open_Sans"/>
              </a:rPr>
              <a:t> </a:t>
            </a:r>
            <a:endParaRPr lang="en-US" noProof="0" dirty="0"/>
          </a:p>
        </p:txBody>
      </p:sp>
      <p:sp>
        <p:nvSpPr>
          <p:cNvPr id="34" name="TextBox 33">
            <a:extLst>
              <a:ext uri="{FF2B5EF4-FFF2-40B4-BE49-F238E27FC236}">
                <a16:creationId xmlns:a16="http://schemas.microsoft.com/office/drawing/2014/main" id="{A1D137D2-49F8-F574-C2E6-050931BE1400}"/>
              </a:ext>
            </a:extLst>
          </p:cNvPr>
          <p:cNvSpPr txBox="1"/>
          <p:nvPr/>
        </p:nvSpPr>
        <p:spPr>
          <a:xfrm>
            <a:off x="4904423" y="3909950"/>
            <a:ext cx="6911340" cy="369332"/>
          </a:xfrm>
          <a:prstGeom prst="rect">
            <a:avLst/>
          </a:prstGeom>
          <a:noFill/>
        </p:spPr>
        <p:txBody>
          <a:bodyPr wrap="square">
            <a:spAutoFit/>
          </a:bodyPr>
          <a:lstStyle/>
          <a:p>
            <a:r>
              <a:rPr lang="en-US" sz="1800" b="1" i="0" noProof="0" dirty="0">
                <a:solidFill>
                  <a:srgbClr val="0D9488"/>
                </a:solidFill>
                <a:effectLst/>
                <a:latin typeface="Open_Sans"/>
              </a:rPr>
              <a:t>→</a:t>
            </a:r>
            <a:r>
              <a:rPr lang="en-US" sz="1800" b="1" i="0" noProof="0" dirty="0">
                <a:solidFill>
                  <a:srgbClr val="000000"/>
                </a:solidFill>
                <a:effectLst/>
                <a:latin typeface="Open_Sans"/>
              </a:rPr>
              <a:t> </a:t>
            </a:r>
            <a:endParaRPr lang="en-US" noProof="0" dirty="0"/>
          </a:p>
        </p:txBody>
      </p:sp>
      <p:sp>
        <p:nvSpPr>
          <p:cNvPr id="36" name="TextBox 35">
            <a:extLst>
              <a:ext uri="{FF2B5EF4-FFF2-40B4-BE49-F238E27FC236}">
                <a16:creationId xmlns:a16="http://schemas.microsoft.com/office/drawing/2014/main" id="{05CCCB0B-8379-3172-7F48-131E4FAF9E5E}"/>
              </a:ext>
            </a:extLst>
          </p:cNvPr>
          <p:cNvSpPr txBox="1"/>
          <p:nvPr/>
        </p:nvSpPr>
        <p:spPr>
          <a:xfrm>
            <a:off x="2808782" y="3450144"/>
            <a:ext cx="6911340" cy="369332"/>
          </a:xfrm>
          <a:prstGeom prst="rect">
            <a:avLst/>
          </a:prstGeom>
          <a:noFill/>
        </p:spPr>
        <p:txBody>
          <a:bodyPr wrap="square">
            <a:spAutoFit/>
          </a:bodyPr>
          <a:lstStyle/>
          <a:p>
            <a:pPr algn="ctr">
              <a:spcAft>
                <a:spcPts val="900"/>
              </a:spcAft>
              <a:buNone/>
            </a:pPr>
            <a:r>
              <a:rPr lang="en-US" b="1" i="0" noProof="0" dirty="0">
                <a:solidFill>
                  <a:srgbClr val="0D9488"/>
                </a:solidFill>
                <a:effectLst/>
                <a:latin typeface="Open_Sans"/>
              </a:rPr>
              <a:t>Knowledge Base preparation: </a:t>
            </a:r>
            <a:endParaRPr lang="en-US" b="1" noProof="0" dirty="0">
              <a:solidFill>
                <a:srgbClr val="0D9488"/>
              </a:solidFill>
              <a:latin typeface="Open_Sans"/>
            </a:endParaRPr>
          </a:p>
        </p:txBody>
      </p:sp>
    </p:spTree>
    <p:extLst>
      <p:ext uri="{BB962C8B-B14F-4D97-AF65-F5344CB8AC3E}">
        <p14:creationId xmlns:p14="http://schemas.microsoft.com/office/powerpoint/2010/main" val="11100883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F7539-90F3-E479-7D9C-2CFB3904D9AD}"/>
            </a:ext>
          </a:extLst>
        </p:cNvPr>
        <p:cNvGrpSpPr/>
        <p:nvPr/>
      </p:nvGrpSpPr>
      <p:grpSpPr>
        <a:xfrm>
          <a:off x="0" y="0"/>
          <a:ext cx="0" cy="0"/>
          <a:chOff x="0" y="0"/>
          <a:chExt cx="0" cy="0"/>
        </a:xfrm>
      </p:grpSpPr>
      <p:sp>
        <p:nvSpPr>
          <p:cNvPr id="12" name="Shape 24">
            <a:extLst>
              <a:ext uri="{FF2B5EF4-FFF2-40B4-BE49-F238E27FC236}">
                <a16:creationId xmlns:a16="http://schemas.microsoft.com/office/drawing/2014/main" id="{8B2289A7-FC1B-79DE-318B-17A3CD7028D5}"/>
              </a:ext>
            </a:extLst>
          </p:cNvPr>
          <p:cNvSpPr/>
          <p:nvPr/>
        </p:nvSpPr>
        <p:spPr>
          <a:xfrm>
            <a:off x="6700908" y="1883100"/>
            <a:ext cx="3358593" cy="2862547"/>
          </a:xfrm>
          <a:prstGeom prst="rect">
            <a:avLst/>
          </a:prstGeom>
          <a:noFill/>
          <a:ln w="12700">
            <a:solidFill>
              <a:srgbClr val="000000"/>
            </a:solidFill>
            <a:prstDash val="solid"/>
          </a:ln>
        </p:spPr>
        <p:txBody>
          <a:bodyPr/>
          <a:lstStyle/>
          <a:p>
            <a:endParaRPr lang="en-US" b="1" noProof="0" dirty="0"/>
          </a:p>
          <a:p>
            <a:endParaRPr lang="en-US" b="1" noProof="0" dirty="0"/>
          </a:p>
          <a:p>
            <a:endParaRPr lang="en-US" b="1" noProof="0" dirty="0"/>
          </a:p>
          <a:p>
            <a:endParaRPr lang="en-US" b="1" noProof="0" dirty="0"/>
          </a:p>
          <a:p>
            <a:endParaRPr lang="en-US" b="1" noProof="0" dirty="0"/>
          </a:p>
          <a:p>
            <a:endParaRPr lang="en-US" b="1" noProof="0" dirty="0"/>
          </a:p>
          <a:p>
            <a:endParaRPr lang="en-US" b="1" noProof="0" dirty="0"/>
          </a:p>
          <a:p>
            <a:pPr algn="ctr"/>
            <a:r>
              <a:rPr lang="en-US" sz="1600" b="1" noProof="0" dirty="0">
                <a:solidFill>
                  <a:srgbClr val="FF0000"/>
                </a:solidFill>
              </a:rPr>
              <a:t>Generation</a:t>
            </a:r>
          </a:p>
        </p:txBody>
      </p:sp>
      <p:sp>
        <p:nvSpPr>
          <p:cNvPr id="5" name="Shape 24">
            <a:extLst>
              <a:ext uri="{FF2B5EF4-FFF2-40B4-BE49-F238E27FC236}">
                <a16:creationId xmlns:a16="http://schemas.microsoft.com/office/drawing/2014/main" id="{BFD726D6-6F5B-6B3D-042B-6958C34D2C23}"/>
              </a:ext>
            </a:extLst>
          </p:cNvPr>
          <p:cNvSpPr/>
          <p:nvPr/>
        </p:nvSpPr>
        <p:spPr>
          <a:xfrm>
            <a:off x="2753582" y="1879911"/>
            <a:ext cx="3855885" cy="2865737"/>
          </a:xfrm>
          <a:prstGeom prst="rect">
            <a:avLst/>
          </a:prstGeom>
          <a:noFill/>
          <a:ln w="12700">
            <a:solidFill>
              <a:srgbClr val="000000"/>
            </a:solidFill>
            <a:prstDash val="solid"/>
          </a:ln>
        </p:spPr>
        <p:txBody>
          <a:bodyPr/>
          <a:lstStyle/>
          <a:p>
            <a:endParaRPr lang="en-US" b="1" noProof="0" dirty="0"/>
          </a:p>
          <a:p>
            <a:endParaRPr lang="en-US" b="1" noProof="0" dirty="0"/>
          </a:p>
          <a:p>
            <a:endParaRPr lang="en-US" b="1" noProof="0" dirty="0"/>
          </a:p>
          <a:p>
            <a:endParaRPr lang="en-US" b="1" noProof="0" dirty="0"/>
          </a:p>
          <a:p>
            <a:endParaRPr lang="en-US" b="1" noProof="0" dirty="0"/>
          </a:p>
          <a:p>
            <a:endParaRPr lang="en-US" b="1" noProof="0" dirty="0"/>
          </a:p>
          <a:p>
            <a:pPr algn="ctr"/>
            <a:endParaRPr lang="en-US" sz="1600" b="1" noProof="0" dirty="0">
              <a:solidFill>
                <a:srgbClr val="0D9589"/>
              </a:solidFill>
            </a:endParaRPr>
          </a:p>
          <a:p>
            <a:pPr algn="ctr"/>
            <a:r>
              <a:rPr lang="en-US" sz="1600" b="1" noProof="0" dirty="0">
                <a:solidFill>
                  <a:srgbClr val="0D9589"/>
                </a:solidFill>
              </a:rPr>
              <a:t>Retrieval</a:t>
            </a:r>
          </a:p>
        </p:txBody>
      </p:sp>
      <p:sp>
        <p:nvSpPr>
          <p:cNvPr id="2" name="Title 1">
            <a:extLst>
              <a:ext uri="{FF2B5EF4-FFF2-40B4-BE49-F238E27FC236}">
                <a16:creationId xmlns:a16="http://schemas.microsoft.com/office/drawing/2014/main" id="{F1BC72BD-9BA3-B1CE-9F42-09C22D9D1E89}"/>
              </a:ext>
            </a:extLst>
          </p:cNvPr>
          <p:cNvSpPr>
            <a:spLocks noGrp="1"/>
          </p:cNvSpPr>
          <p:nvPr>
            <p:ph type="title"/>
          </p:nvPr>
        </p:nvSpPr>
        <p:spPr>
          <a:xfrm>
            <a:off x="242477" y="-53443"/>
            <a:ext cx="11609159" cy="1247050"/>
          </a:xfrm>
        </p:spPr>
        <p:txBody>
          <a:bodyPr/>
          <a:lstStyle/>
          <a:p>
            <a:r>
              <a:rPr lang="en-US" sz="1800" b="1" noProof="0" dirty="0">
                <a:latin typeface="+mn-lt"/>
              </a:rPr>
              <a:t> The ST ChatGPT Platform</a:t>
            </a:r>
          </a:p>
        </p:txBody>
      </p:sp>
      <p:sp>
        <p:nvSpPr>
          <p:cNvPr id="56" name="TextBox 55">
            <a:extLst>
              <a:ext uri="{FF2B5EF4-FFF2-40B4-BE49-F238E27FC236}">
                <a16:creationId xmlns:a16="http://schemas.microsoft.com/office/drawing/2014/main" id="{05D4278D-F3EF-8F81-FD7B-07AB95DE5C50}"/>
              </a:ext>
            </a:extLst>
          </p:cNvPr>
          <p:cNvSpPr txBox="1"/>
          <p:nvPr/>
        </p:nvSpPr>
        <p:spPr>
          <a:xfrm>
            <a:off x="242477" y="615186"/>
            <a:ext cx="6271666" cy="276999"/>
          </a:xfrm>
          <a:prstGeom prst="rect">
            <a:avLst/>
          </a:prstGeom>
          <a:noFill/>
        </p:spPr>
        <p:txBody>
          <a:bodyPr wrap="square">
            <a:spAutoFit/>
          </a:bodyPr>
          <a:lstStyle/>
          <a:p>
            <a:pPr marL="0" indent="0" algn="l">
              <a:buNone/>
            </a:pPr>
            <a:r>
              <a:rPr lang="en-US" sz="1200" b="1" noProof="0" dirty="0">
                <a:solidFill>
                  <a:srgbClr val="425A78"/>
                </a:solidFill>
              </a:rPr>
              <a:t>How does the platform work?</a:t>
            </a:r>
          </a:p>
        </p:txBody>
      </p:sp>
      <p:sp>
        <p:nvSpPr>
          <p:cNvPr id="57" name="Text 3">
            <a:extLst>
              <a:ext uri="{FF2B5EF4-FFF2-40B4-BE49-F238E27FC236}">
                <a16:creationId xmlns:a16="http://schemas.microsoft.com/office/drawing/2014/main" id="{F4BE13C4-BAF5-4C70-4738-27C165E73B35}"/>
              </a:ext>
            </a:extLst>
          </p:cNvPr>
          <p:cNvSpPr/>
          <p:nvPr/>
        </p:nvSpPr>
        <p:spPr>
          <a:xfrm>
            <a:off x="340364" y="925138"/>
            <a:ext cx="8229600" cy="256032"/>
          </a:xfrm>
          <a:prstGeom prst="rect">
            <a:avLst/>
          </a:prstGeom>
          <a:noFill/>
          <a:ln/>
        </p:spPr>
        <p:txBody>
          <a:bodyPr wrap="square" lIns="0" tIns="0" rIns="0" bIns="0" rtlCol="0" anchor="ctr"/>
          <a:lstStyle/>
          <a:p>
            <a:r>
              <a:rPr lang="en-US" sz="1200" i="1" noProof="0" dirty="0">
                <a:solidFill>
                  <a:srgbClr val="64748B"/>
                </a:solidFill>
              </a:rPr>
              <a:t>RAG workflow</a:t>
            </a:r>
          </a:p>
        </p:txBody>
      </p:sp>
      <p:sp>
        <p:nvSpPr>
          <p:cNvPr id="58" name="Shape 4">
            <a:extLst>
              <a:ext uri="{FF2B5EF4-FFF2-40B4-BE49-F238E27FC236}">
                <a16:creationId xmlns:a16="http://schemas.microsoft.com/office/drawing/2014/main" id="{89E01A47-D337-1FBB-1B45-27FA6F8115D7}"/>
              </a:ext>
            </a:extLst>
          </p:cNvPr>
          <p:cNvSpPr/>
          <p:nvPr/>
        </p:nvSpPr>
        <p:spPr>
          <a:xfrm>
            <a:off x="340364" y="1302803"/>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63" name="Shape 5">
            <a:extLst>
              <a:ext uri="{FF2B5EF4-FFF2-40B4-BE49-F238E27FC236}">
                <a16:creationId xmlns:a16="http://schemas.microsoft.com/office/drawing/2014/main" id="{D0179269-9950-2DAF-A57A-E00EE9A3B770}"/>
              </a:ext>
            </a:extLst>
          </p:cNvPr>
          <p:cNvSpPr/>
          <p:nvPr/>
        </p:nvSpPr>
        <p:spPr>
          <a:xfrm>
            <a:off x="894966" y="1958611"/>
            <a:ext cx="1170432" cy="1170432"/>
          </a:xfrm>
          <a:prstGeom prst="ellipse">
            <a:avLst/>
          </a:prstGeom>
          <a:solidFill>
            <a:srgbClr val="1B2A3B"/>
          </a:solidFill>
          <a:ln w="12700">
            <a:solidFill>
              <a:srgbClr val="000000"/>
            </a:solidFill>
            <a:prstDash val="solid"/>
          </a:ln>
          <a:effectLst>
            <a:outerShdw blurRad="101600" dist="38100" dir="8100000" algn="bl" rotWithShape="0">
              <a:srgbClr val="000000">
                <a:alpha val="10000"/>
              </a:srgbClr>
            </a:outerShdw>
          </a:effectLst>
        </p:spPr>
        <p:txBody>
          <a:bodyPr/>
          <a:lstStyle/>
          <a:p>
            <a:endParaRPr lang="en-US" noProof="0" dirty="0"/>
          </a:p>
        </p:txBody>
      </p:sp>
      <p:pic>
        <p:nvPicPr>
          <p:cNvPr id="64" name="Image 0" descr="preencoded.png">
            <a:extLst>
              <a:ext uri="{FF2B5EF4-FFF2-40B4-BE49-F238E27FC236}">
                <a16:creationId xmlns:a16="http://schemas.microsoft.com/office/drawing/2014/main" id="{D85069C7-739B-E097-449D-D75119A8B6B9}"/>
              </a:ext>
            </a:extLst>
          </p:cNvPr>
          <p:cNvPicPr>
            <a:picLocks noChangeAspect="1"/>
          </p:cNvPicPr>
          <p:nvPr/>
        </p:nvPicPr>
        <p:blipFill>
          <a:blip r:embed="rId3"/>
          <a:stretch>
            <a:fillRect/>
          </a:stretch>
        </p:blipFill>
        <p:spPr>
          <a:xfrm>
            <a:off x="1242438" y="2255791"/>
            <a:ext cx="475488" cy="475488"/>
          </a:xfrm>
          <a:prstGeom prst="rect">
            <a:avLst/>
          </a:prstGeom>
        </p:spPr>
      </p:pic>
      <p:sp>
        <p:nvSpPr>
          <p:cNvPr id="65" name="Text 6">
            <a:extLst>
              <a:ext uri="{FF2B5EF4-FFF2-40B4-BE49-F238E27FC236}">
                <a16:creationId xmlns:a16="http://schemas.microsoft.com/office/drawing/2014/main" id="{113AB8CA-38E5-8ED4-8015-01C77E6F4764}"/>
              </a:ext>
            </a:extLst>
          </p:cNvPr>
          <p:cNvSpPr/>
          <p:nvPr/>
        </p:nvSpPr>
        <p:spPr>
          <a:xfrm>
            <a:off x="785238" y="3211339"/>
            <a:ext cx="1389888" cy="274320"/>
          </a:xfrm>
          <a:prstGeom prst="rect">
            <a:avLst/>
          </a:prstGeom>
          <a:noFill/>
          <a:ln/>
        </p:spPr>
        <p:txBody>
          <a:bodyPr wrap="square" lIns="0" tIns="0" rIns="0" bIns="0" rtlCol="0" anchor="ctr"/>
          <a:lstStyle/>
          <a:p>
            <a:pPr marL="0" indent="0" algn="ctr">
              <a:buNone/>
            </a:pPr>
            <a:r>
              <a:rPr lang="en-US" sz="1000" b="1" noProof="0" dirty="0">
                <a:solidFill>
                  <a:srgbClr val="1B2A3B"/>
                </a:solidFill>
              </a:rPr>
              <a:t>User Prompt</a:t>
            </a:r>
            <a:endParaRPr lang="en-US" sz="1000" noProof="0" dirty="0"/>
          </a:p>
        </p:txBody>
      </p:sp>
      <p:sp>
        <p:nvSpPr>
          <p:cNvPr id="66" name="Text 7">
            <a:extLst>
              <a:ext uri="{FF2B5EF4-FFF2-40B4-BE49-F238E27FC236}">
                <a16:creationId xmlns:a16="http://schemas.microsoft.com/office/drawing/2014/main" id="{812DC548-1A27-E1D0-021C-ECA625789C58}"/>
              </a:ext>
            </a:extLst>
          </p:cNvPr>
          <p:cNvSpPr/>
          <p:nvPr/>
        </p:nvSpPr>
        <p:spPr>
          <a:xfrm>
            <a:off x="766950" y="3485659"/>
            <a:ext cx="1426464" cy="548640"/>
          </a:xfrm>
          <a:prstGeom prst="rect">
            <a:avLst/>
          </a:prstGeom>
          <a:noFill/>
          <a:ln/>
        </p:spPr>
        <p:txBody>
          <a:bodyPr wrap="square" lIns="0" tIns="0" rIns="0" bIns="0" rtlCol="0" anchor="ctr"/>
          <a:lstStyle/>
          <a:p>
            <a:pPr marL="0" indent="0" algn="ctr">
              <a:buNone/>
            </a:pPr>
            <a:r>
              <a:rPr lang="en-US" sz="850" noProof="0" dirty="0">
                <a:solidFill>
                  <a:srgbClr val="64748B"/>
                </a:solidFill>
              </a:rPr>
              <a:t>Asks a technical question</a:t>
            </a:r>
            <a:endParaRPr lang="en-US" sz="850" noProof="0" dirty="0"/>
          </a:p>
        </p:txBody>
      </p:sp>
      <p:sp>
        <p:nvSpPr>
          <p:cNvPr id="68" name="Shape 8">
            <a:extLst>
              <a:ext uri="{FF2B5EF4-FFF2-40B4-BE49-F238E27FC236}">
                <a16:creationId xmlns:a16="http://schemas.microsoft.com/office/drawing/2014/main" id="{08587989-A379-6714-DA65-52CCF53CA632}"/>
              </a:ext>
            </a:extLst>
          </p:cNvPr>
          <p:cNvSpPr/>
          <p:nvPr/>
        </p:nvSpPr>
        <p:spPr>
          <a:xfrm>
            <a:off x="3087181" y="1954766"/>
            <a:ext cx="1170432" cy="1170432"/>
          </a:xfrm>
          <a:prstGeom prst="ellipse">
            <a:avLst/>
          </a:prstGeom>
          <a:noFill/>
          <a:ln w="12700">
            <a:solidFill>
              <a:srgbClr val="000000"/>
            </a:solidFill>
            <a:prstDash val="solid"/>
          </a:ln>
          <a:effectLst>
            <a:outerShdw blurRad="101600" dist="38100" dir="8100000" algn="bl" rotWithShape="0">
              <a:srgbClr val="000000">
                <a:alpha val="10000"/>
              </a:srgbClr>
            </a:outerShdw>
          </a:effectLst>
        </p:spPr>
        <p:txBody>
          <a:bodyPr/>
          <a:lstStyle/>
          <a:p>
            <a:endParaRPr lang="en-US" noProof="0" dirty="0"/>
          </a:p>
        </p:txBody>
      </p:sp>
      <p:pic>
        <p:nvPicPr>
          <p:cNvPr id="69" name="Image 2" descr="preencoded.png">
            <a:extLst>
              <a:ext uri="{FF2B5EF4-FFF2-40B4-BE49-F238E27FC236}">
                <a16:creationId xmlns:a16="http://schemas.microsoft.com/office/drawing/2014/main" id="{661420E0-A206-28D9-1CD5-4AC0762FD894}"/>
              </a:ext>
            </a:extLst>
          </p:cNvPr>
          <p:cNvPicPr>
            <a:picLocks noChangeAspect="1"/>
          </p:cNvPicPr>
          <p:nvPr/>
        </p:nvPicPr>
        <p:blipFill>
          <a:blip r:embed="rId4"/>
          <a:stretch>
            <a:fillRect/>
          </a:stretch>
        </p:blipFill>
        <p:spPr>
          <a:xfrm>
            <a:off x="3434653" y="2327020"/>
            <a:ext cx="475488" cy="475488"/>
          </a:xfrm>
          <a:prstGeom prst="rect">
            <a:avLst/>
          </a:prstGeom>
        </p:spPr>
      </p:pic>
      <p:sp>
        <p:nvSpPr>
          <p:cNvPr id="70" name="Text 9">
            <a:extLst>
              <a:ext uri="{FF2B5EF4-FFF2-40B4-BE49-F238E27FC236}">
                <a16:creationId xmlns:a16="http://schemas.microsoft.com/office/drawing/2014/main" id="{86CFA791-05A1-5D1E-BCF7-1C97EB4D3D2D}"/>
              </a:ext>
            </a:extLst>
          </p:cNvPr>
          <p:cNvSpPr/>
          <p:nvPr/>
        </p:nvSpPr>
        <p:spPr>
          <a:xfrm>
            <a:off x="2977453" y="3207494"/>
            <a:ext cx="1389888" cy="274320"/>
          </a:xfrm>
          <a:prstGeom prst="rect">
            <a:avLst/>
          </a:prstGeom>
          <a:noFill/>
          <a:ln/>
        </p:spPr>
        <p:txBody>
          <a:bodyPr wrap="square" lIns="0" tIns="0" rIns="0" bIns="0" rtlCol="0" anchor="ctr"/>
          <a:lstStyle/>
          <a:p>
            <a:pPr marL="0" indent="0" algn="ctr">
              <a:buNone/>
            </a:pPr>
            <a:r>
              <a:rPr lang="en-US" sz="1000" b="1" noProof="0" dirty="0">
                <a:solidFill>
                  <a:srgbClr val="1B2A3B"/>
                </a:solidFill>
              </a:rPr>
              <a:t>Search</a:t>
            </a:r>
            <a:endParaRPr lang="en-US" sz="1000" noProof="0" dirty="0"/>
          </a:p>
        </p:txBody>
      </p:sp>
      <p:sp>
        <p:nvSpPr>
          <p:cNvPr id="71" name="Text 10">
            <a:extLst>
              <a:ext uri="{FF2B5EF4-FFF2-40B4-BE49-F238E27FC236}">
                <a16:creationId xmlns:a16="http://schemas.microsoft.com/office/drawing/2014/main" id="{D5670362-65BB-3F2B-81CB-8EDD1BFE8895}"/>
              </a:ext>
            </a:extLst>
          </p:cNvPr>
          <p:cNvSpPr/>
          <p:nvPr/>
        </p:nvSpPr>
        <p:spPr>
          <a:xfrm>
            <a:off x="3085260" y="3466713"/>
            <a:ext cx="1426464" cy="548640"/>
          </a:xfrm>
          <a:prstGeom prst="rect">
            <a:avLst/>
          </a:prstGeom>
          <a:noFill/>
          <a:ln/>
        </p:spPr>
        <p:txBody>
          <a:bodyPr wrap="square" lIns="0" tIns="0" rIns="0" bIns="0" rtlCol="0" anchor="ctr"/>
          <a:lstStyle/>
          <a:p>
            <a:pPr marL="0" indent="0" algn="ctr">
              <a:buNone/>
            </a:pPr>
            <a:endParaRPr lang="en-US" sz="850" noProof="0" dirty="0"/>
          </a:p>
        </p:txBody>
      </p:sp>
      <p:sp>
        <p:nvSpPr>
          <p:cNvPr id="73" name="Shape 11">
            <a:extLst>
              <a:ext uri="{FF2B5EF4-FFF2-40B4-BE49-F238E27FC236}">
                <a16:creationId xmlns:a16="http://schemas.microsoft.com/office/drawing/2014/main" id="{B2858894-B3FC-06A7-DD95-A06E72745A40}"/>
              </a:ext>
            </a:extLst>
          </p:cNvPr>
          <p:cNvSpPr/>
          <p:nvPr/>
        </p:nvSpPr>
        <p:spPr>
          <a:xfrm>
            <a:off x="5201400" y="1944895"/>
            <a:ext cx="1170432" cy="1170432"/>
          </a:xfrm>
          <a:prstGeom prst="ellipse">
            <a:avLst/>
          </a:prstGeom>
          <a:noFill/>
          <a:ln w="12700">
            <a:solidFill>
              <a:srgbClr val="000000"/>
            </a:solidFill>
            <a:prstDash val="solid"/>
          </a:ln>
          <a:effectLst>
            <a:outerShdw blurRad="101600" dist="38100" dir="8100000" algn="bl" rotWithShape="0">
              <a:srgbClr val="000000">
                <a:alpha val="10000"/>
              </a:srgbClr>
            </a:outerShdw>
          </a:effectLst>
        </p:spPr>
        <p:txBody>
          <a:bodyPr/>
          <a:lstStyle/>
          <a:p>
            <a:endParaRPr lang="en-US" noProof="0" dirty="0"/>
          </a:p>
        </p:txBody>
      </p:sp>
      <p:pic>
        <p:nvPicPr>
          <p:cNvPr id="74" name="Image 4" descr="preencoded.png">
            <a:extLst>
              <a:ext uri="{FF2B5EF4-FFF2-40B4-BE49-F238E27FC236}">
                <a16:creationId xmlns:a16="http://schemas.microsoft.com/office/drawing/2014/main" id="{3C9C5CC6-BFC7-BC9C-6894-90BBC0A82C10}"/>
              </a:ext>
            </a:extLst>
          </p:cNvPr>
          <p:cNvPicPr>
            <a:picLocks noChangeAspect="1"/>
          </p:cNvPicPr>
          <p:nvPr/>
        </p:nvPicPr>
        <p:blipFill>
          <a:blip r:embed="rId5"/>
          <a:stretch>
            <a:fillRect/>
          </a:stretch>
        </p:blipFill>
        <p:spPr>
          <a:xfrm>
            <a:off x="5539728" y="2290127"/>
            <a:ext cx="475488" cy="475488"/>
          </a:xfrm>
          <a:prstGeom prst="rect">
            <a:avLst/>
          </a:prstGeom>
        </p:spPr>
      </p:pic>
      <p:sp>
        <p:nvSpPr>
          <p:cNvPr id="75" name="Text 12">
            <a:extLst>
              <a:ext uri="{FF2B5EF4-FFF2-40B4-BE49-F238E27FC236}">
                <a16:creationId xmlns:a16="http://schemas.microsoft.com/office/drawing/2014/main" id="{C00F1869-BB68-ADF4-1E20-736F98DE1B2C}"/>
              </a:ext>
            </a:extLst>
          </p:cNvPr>
          <p:cNvSpPr/>
          <p:nvPr/>
        </p:nvSpPr>
        <p:spPr>
          <a:xfrm>
            <a:off x="5091672" y="3197623"/>
            <a:ext cx="1389888" cy="274320"/>
          </a:xfrm>
          <a:prstGeom prst="rect">
            <a:avLst/>
          </a:prstGeom>
          <a:noFill/>
          <a:ln/>
        </p:spPr>
        <p:txBody>
          <a:bodyPr wrap="square" lIns="0" tIns="0" rIns="0" bIns="0" rtlCol="0" anchor="ctr"/>
          <a:lstStyle/>
          <a:p>
            <a:pPr marL="0" indent="0" algn="ctr">
              <a:buNone/>
            </a:pPr>
            <a:r>
              <a:rPr lang="en-US" sz="1000" b="1" noProof="0" dirty="0">
                <a:solidFill>
                  <a:srgbClr val="1B2A3B"/>
                </a:solidFill>
              </a:rPr>
              <a:t>Knowledge Base</a:t>
            </a:r>
            <a:endParaRPr lang="en-US" sz="1000" noProof="0" dirty="0"/>
          </a:p>
        </p:txBody>
      </p:sp>
      <p:sp>
        <p:nvSpPr>
          <p:cNvPr id="76" name="Text 13">
            <a:extLst>
              <a:ext uri="{FF2B5EF4-FFF2-40B4-BE49-F238E27FC236}">
                <a16:creationId xmlns:a16="http://schemas.microsoft.com/office/drawing/2014/main" id="{3DDB45D4-9CD1-218E-A908-BF2920D2724B}"/>
              </a:ext>
            </a:extLst>
          </p:cNvPr>
          <p:cNvSpPr/>
          <p:nvPr/>
        </p:nvSpPr>
        <p:spPr>
          <a:xfrm>
            <a:off x="4804332" y="3466713"/>
            <a:ext cx="1426464" cy="548640"/>
          </a:xfrm>
          <a:prstGeom prst="rect">
            <a:avLst/>
          </a:prstGeom>
          <a:noFill/>
          <a:ln/>
        </p:spPr>
        <p:txBody>
          <a:bodyPr wrap="square" lIns="0" tIns="0" rIns="0" bIns="0" rtlCol="0" anchor="ctr"/>
          <a:lstStyle/>
          <a:p>
            <a:pPr marL="0" indent="0" algn="ctr">
              <a:buNone/>
            </a:pPr>
            <a:endParaRPr lang="en-US" sz="850" noProof="0" dirty="0"/>
          </a:p>
        </p:txBody>
      </p:sp>
      <p:sp>
        <p:nvSpPr>
          <p:cNvPr id="78" name="Shape 14">
            <a:extLst>
              <a:ext uri="{FF2B5EF4-FFF2-40B4-BE49-F238E27FC236}">
                <a16:creationId xmlns:a16="http://schemas.microsoft.com/office/drawing/2014/main" id="{49882998-76CB-C38A-663D-DC89BA0C5B9C}"/>
              </a:ext>
            </a:extLst>
          </p:cNvPr>
          <p:cNvSpPr/>
          <p:nvPr/>
        </p:nvSpPr>
        <p:spPr>
          <a:xfrm>
            <a:off x="7761828" y="1961566"/>
            <a:ext cx="1170432" cy="1170432"/>
          </a:xfrm>
          <a:prstGeom prst="ellipse">
            <a:avLst/>
          </a:prstGeom>
          <a:noFill/>
          <a:ln w="12700">
            <a:solidFill>
              <a:srgbClr val="000000"/>
            </a:solidFill>
            <a:prstDash val="solid"/>
          </a:ln>
          <a:effectLst>
            <a:outerShdw blurRad="101600" dist="38100" dir="8100000" algn="bl" rotWithShape="0">
              <a:srgbClr val="000000">
                <a:alpha val="10000"/>
              </a:srgbClr>
            </a:outerShdw>
          </a:effectLst>
        </p:spPr>
        <p:txBody>
          <a:bodyPr/>
          <a:lstStyle/>
          <a:p>
            <a:endParaRPr lang="en-US" noProof="0" dirty="0"/>
          </a:p>
        </p:txBody>
      </p:sp>
      <p:pic>
        <p:nvPicPr>
          <p:cNvPr id="79" name="Image 6" descr="preencoded.png">
            <a:extLst>
              <a:ext uri="{FF2B5EF4-FFF2-40B4-BE49-F238E27FC236}">
                <a16:creationId xmlns:a16="http://schemas.microsoft.com/office/drawing/2014/main" id="{A5CF5775-CB21-0DF1-17CC-3E240D166B08}"/>
              </a:ext>
            </a:extLst>
          </p:cNvPr>
          <p:cNvPicPr>
            <a:picLocks noChangeAspect="1"/>
          </p:cNvPicPr>
          <p:nvPr/>
        </p:nvPicPr>
        <p:blipFill>
          <a:blip r:embed="rId6"/>
          <a:stretch>
            <a:fillRect/>
          </a:stretch>
        </p:blipFill>
        <p:spPr>
          <a:xfrm>
            <a:off x="8093676" y="2299707"/>
            <a:ext cx="475488" cy="475488"/>
          </a:xfrm>
          <a:prstGeom prst="rect">
            <a:avLst/>
          </a:prstGeom>
        </p:spPr>
      </p:pic>
      <p:sp>
        <p:nvSpPr>
          <p:cNvPr id="80" name="Text 15">
            <a:extLst>
              <a:ext uri="{FF2B5EF4-FFF2-40B4-BE49-F238E27FC236}">
                <a16:creationId xmlns:a16="http://schemas.microsoft.com/office/drawing/2014/main" id="{B115D7F5-0C9D-1741-FC67-E39F8B560C51}"/>
              </a:ext>
            </a:extLst>
          </p:cNvPr>
          <p:cNvSpPr/>
          <p:nvPr/>
        </p:nvSpPr>
        <p:spPr>
          <a:xfrm>
            <a:off x="7652100" y="3214294"/>
            <a:ext cx="1389888" cy="274320"/>
          </a:xfrm>
          <a:prstGeom prst="rect">
            <a:avLst/>
          </a:prstGeom>
          <a:noFill/>
          <a:ln/>
        </p:spPr>
        <p:txBody>
          <a:bodyPr wrap="square" lIns="0" tIns="0" rIns="0" bIns="0" rtlCol="0" anchor="ctr"/>
          <a:lstStyle/>
          <a:p>
            <a:pPr marL="0" indent="0" algn="ctr">
              <a:buNone/>
            </a:pPr>
            <a:r>
              <a:rPr lang="en-US" sz="1000" b="1" noProof="0" dirty="0">
                <a:solidFill>
                  <a:srgbClr val="1B2A3B"/>
                </a:solidFill>
              </a:rPr>
              <a:t>LLM (AI)</a:t>
            </a:r>
            <a:endParaRPr lang="en-US" sz="1000" noProof="0" dirty="0"/>
          </a:p>
        </p:txBody>
      </p:sp>
      <p:sp>
        <p:nvSpPr>
          <p:cNvPr id="83" name="Shape 17">
            <a:extLst>
              <a:ext uri="{FF2B5EF4-FFF2-40B4-BE49-F238E27FC236}">
                <a16:creationId xmlns:a16="http://schemas.microsoft.com/office/drawing/2014/main" id="{CC00B7E1-F720-810D-BE2B-1204E4AA56EE}"/>
              </a:ext>
            </a:extLst>
          </p:cNvPr>
          <p:cNvSpPr/>
          <p:nvPr/>
        </p:nvSpPr>
        <p:spPr>
          <a:xfrm>
            <a:off x="10663221" y="1979985"/>
            <a:ext cx="1170432" cy="1170432"/>
          </a:xfrm>
          <a:prstGeom prst="ellipse">
            <a:avLst/>
          </a:prstGeom>
          <a:noFill/>
          <a:ln w="12700">
            <a:solidFill>
              <a:srgbClr val="000000"/>
            </a:solidFill>
            <a:prstDash val="solid"/>
          </a:ln>
          <a:effectLst>
            <a:outerShdw blurRad="101600" dist="38100" dir="8100000" algn="bl" rotWithShape="0">
              <a:srgbClr val="000000">
                <a:alpha val="10000"/>
              </a:srgbClr>
            </a:outerShdw>
          </a:effectLst>
        </p:spPr>
        <p:txBody>
          <a:bodyPr/>
          <a:lstStyle/>
          <a:p>
            <a:endParaRPr lang="en-US" noProof="0" dirty="0"/>
          </a:p>
        </p:txBody>
      </p:sp>
      <p:pic>
        <p:nvPicPr>
          <p:cNvPr id="84" name="Image 8" descr="preencoded.png">
            <a:extLst>
              <a:ext uri="{FF2B5EF4-FFF2-40B4-BE49-F238E27FC236}">
                <a16:creationId xmlns:a16="http://schemas.microsoft.com/office/drawing/2014/main" id="{9D5F8787-97A7-0F3F-F94F-F71F706C51D7}"/>
              </a:ext>
            </a:extLst>
          </p:cNvPr>
          <p:cNvPicPr>
            <a:picLocks noChangeAspect="1"/>
          </p:cNvPicPr>
          <p:nvPr/>
        </p:nvPicPr>
        <p:blipFill>
          <a:blip r:embed="rId7"/>
          <a:stretch>
            <a:fillRect/>
          </a:stretch>
        </p:blipFill>
        <p:spPr>
          <a:xfrm>
            <a:off x="11010693" y="2340511"/>
            <a:ext cx="475488" cy="475488"/>
          </a:xfrm>
          <a:prstGeom prst="rect">
            <a:avLst/>
          </a:prstGeom>
        </p:spPr>
      </p:pic>
      <p:sp>
        <p:nvSpPr>
          <p:cNvPr id="85" name="Text 18">
            <a:extLst>
              <a:ext uri="{FF2B5EF4-FFF2-40B4-BE49-F238E27FC236}">
                <a16:creationId xmlns:a16="http://schemas.microsoft.com/office/drawing/2014/main" id="{B25B997D-2EA4-6C4F-3BD9-5B3AAE24B0F2}"/>
              </a:ext>
            </a:extLst>
          </p:cNvPr>
          <p:cNvSpPr/>
          <p:nvPr/>
        </p:nvSpPr>
        <p:spPr>
          <a:xfrm>
            <a:off x="10571781" y="3249234"/>
            <a:ext cx="1389888" cy="274320"/>
          </a:xfrm>
          <a:prstGeom prst="rect">
            <a:avLst/>
          </a:prstGeom>
          <a:noFill/>
          <a:ln/>
        </p:spPr>
        <p:txBody>
          <a:bodyPr wrap="square" lIns="0" tIns="0" rIns="0" bIns="0" rtlCol="0" anchor="ctr"/>
          <a:lstStyle/>
          <a:p>
            <a:pPr marL="0" indent="0" algn="ctr">
              <a:buNone/>
            </a:pPr>
            <a:r>
              <a:rPr lang="en-US" sz="1000" b="1" noProof="0" dirty="0">
                <a:solidFill>
                  <a:srgbClr val="1B2A3B"/>
                </a:solidFill>
              </a:rPr>
              <a:t>Answer</a:t>
            </a:r>
            <a:endParaRPr lang="en-US" sz="1000" noProof="0" dirty="0"/>
          </a:p>
        </p:txBody>
      </p:sp>
      <p:sp>
        <p:nvSpPr>
          <p:cNvPr id="86" name="Text 19">
            <a:extLst>
              <a:ext uri="{FF2B5EF4-FFF2-40B4-BE49-F238E27FC236}">
                <a16:creationId xmlns:a16="http://schemas.microsoft.com/office/drawing/2014/main" id="{EEE57109-E756-D807-385F-E1936BB57D17}"/>
              </a:ext>
            </a:extLst>
          </p:cNvPr>
          <p:cNvSpPr/>
          <p:nvPr/>
        </p:nvSpPr>
        <p:spPr>
          <a:xfrm>
            <a:off x="10535205" y="3479841"/>
            <a:ext cx="1426464" cy="548640"/>
          </a:xfrm>
          <a:prstGeom prst="rect">
            <a:avLst/>
          </a:prstGeom>
          <a:noFill/>
          <a:ln/>
        </p:spPr>
        <p:txBody>
          <a:bodyPr wrap="square" lIns="0" tIns="0" rIns="0" bIns="0" rtlCol="0" anchor="ctr"/>
          <a:lstStyle/>
          <a:p>
            <a:pPr marL="0" indent="0" algn="ctr">
              <a:buNone/>
            </a:pPr>
            <a:r>
              <a:rPr lang="en-US" sz="850" noProof="0" dirty="0">
                <a:solidFill>
                  <a:srgbClr val="64748B"/>
                </a:solidFill>
              </a:rPr>
              <a:t>Answer + sources</a:t>
            </a:r>
            <a:endParaRPr lang="en-US" sz="850" noProof="0" dirty="0"/>
          </a:p>
        </p:txBody>
      </p:sp>
      <p:pic>
        <p:nvPicPr>
          <p:cNvPr id="92" name="Graphic 91" descr="Arrow Right with solid fill">
            <a:extLst>
              <a:ext uri="{FF2B5EF4-FFF2-40B4-BE49-F238E27FC236}">
                <a16:creationId xmlns:a16="http://schemas.microsoft.com/office/drawing/2014/main" id="{AB2B0BCB-852C-5F47-1F17-CC3491D8A04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297153" y="2327020"/>
            <a:ext cx="370657" cy="370657"/>
          </a:xfrm>
          <a:prstGeom prst="rect">
            <a:avLst/>
          </a:prstGeom>
        </p:spPr>
      </p:pic>
      <p:pic>
        <p:nvPicPr>
          <p:cNvPr id="124" name="Graphic 123" descr="Arrow Right with solid fill">
            <a:extLst>
              <a:ext uri="{FF2B5EF4-FFF2-40B4-BE49-F238E27FC236}">
                <a16:creationId xmlns:a16="http://schemas.microsoft.com/office/drawing/2014/main" id="{EA63D720-FC23-0494-101C-C54DA89A334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539526" y="2321683"/>
            <a:ext cx="431535" cy="431535"/>
          </a:xfrm>
          <a:prstGeom prst="rect">
            <a:avLst/>
          </a:prstGeom>
        </p:spPr>
      </p:pic>
      <p:pic>
        <p:nvPicPr>
          <p:cNvPr id="128" name="Graphic 127" descr="Arrow Right with solid fill">
            <a:extLst>
              <a:ext uri="{FF2B5EF4-FFF2-40B4-BE49-F238E27FC236}">
                <a16:creationId xmlns:a16="http://schemas.microsoft.com/office/drawing/2014/main" id="{B7131365-352B-AAA1-CB59-7AFE59BE737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150942" y="2398876"/>
            <a:ext cx="417123" cy="417123"/>
          </a:xfrm>
          <a:prstGeom prst="rect">
            <a:avLst/>
          </a:prstGeom>
        </p:spPr>
      </p:pic>
      <p:pic>
        <p:nvPicPr>
          <p:cNvPr id="7" name="Graphic 6" descr="Back outline">
            <a:extLst>
              <a:ext uri="{FF2B5EF4-FFF2-40B4-BE49-F238E27FC236}">
                <a16:creationId xmlns:a16="http://schemas.microsoft.com/office/drawing/2014/main" id="{EF40AF60-B0FF-66C2-6CFC-B29E8EA842B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rot="20034598" flipV="1">
            <a:off x="6193045" y="4552164"/>
            <a:ext cx="1004387" cy="1004387"/>
          </a:xfrm>
          <a:prstGeom prst="rect">
            <a:avLst/>
          </a:prstGeom>
        </p:spPr>
      </p:pic>
      <p:sp>
        <p:nvSpPr>
          <p:cNvPr id="8" name="Shape 24">
            <a:extLst>
              <a:ext uri="{FF2B5EF4-FFF2-40B4-BE49-F238E27FC236}">
                <a16:creationId xmlns:a16="http://schemas.microsoft.com/office/drawing/2014/main" id="{769EE8BD-DC14-C420-5C23-A8FD03442F96}"/>
              </a:ext>
            </a:extLst>
          </p:cNvPr>
          <p:cNvSpPr/>
          <p:nvPr/>
        </p:nvSpPr>
        <p:spPr>
          <a:xfrm>
            <a:off x="4869600" y="5340514"/>
            <a:ext cx="3755141" cy="736328"/>
          </a:xfrm>
          <a:prstGeom prst="rect">
            <a:avLst/>
          </a:prstGeom>
          <a:noFill/>
          <a:ln w="12700">
            <a:solidFill>
              <a:srgbClr val="000000"/>
            </a:solidFill>
            <a:prstDash val="solid"/>
          </a:ln>
        </p:spPr>
        <p:txBody>
          <a:bodyPr/>
          <a:lstStyle/>
          <a:p>
            <a:pPr algn="ctr"/>
            <a:r>
              <a:rPr lang="en-US" b="1" noProof="0" dirty="0">
                <a:solidFill>
                  <a:srgbClr val="FFC000"/>
                </a:solidFill>
              </a:rPr>
              <a:t>Augmented</a:t>
            </a:r>
            <a:r>
              <a:rPr lang="en-US" noProof="0" dirty="0">
                <a:solidFill>
                  <a:srgbClr val="FFC000"/>
                </a:solidFill>
              </a:rPr>
              <a:t> </a:t>
            </a:r>
            <a:endParaRPr lang="en-US" sz="1600" b="1" noProof="0" dirty="0">
              <a:solidFill>
                <a:srgbClr val="FFC000"/>
              </a:solidFill>
            </a:endParaRPr>
          </a:p>
        </p:txBody>
      </p:sp>
      <p:sp>
        <p:nvSpPr>
          <p:cNvPr id="10" name="TextBox 9">
            <a:extLst>
              <a:ext uri="{FF2B5EF4-FFF2-40B4-BE49-F238E27FC236}">
                <a16:creationId xmlns:a16="http://schemas.microsoft.com/office/drawing/2014/main" id="{B0215C06-E534-6FFE-E9E3-BDDD4DB0A1C1}"/>
              </a:ext>
            </a:extLst>
          </p:cNvPr>
          <p:cNvSpPr txBox="1"/>
          <p:nvPr/>
        </p:nvSpPr>
        <p:spPr>
          <a:xfrm>
            <a:off x="2818743" y="4185632"/>
            <a:ext cx="3755141" cy="415498"/>
          </a:xfrm>
          <a:prstGeom prst="rect">
            <a:avLst/>
          </a:prstGeom>
          <a:noFill/>
        </p:spPr>
        <p:txBody>
          <a:bodyPr wrap="square">
            <a:spAutoFit/>
          </a:bodyPr>
          <a:lstStyle/>
          <a:p>
            <a:r>
              <a:rPr lang="en-US" sz="1050" b="1" noProof="0" dirty="0">
                <a:solidFill>
                  <a:srgbClr val="000000"/>
                </a:solidFill>
              </a:rPr>
              <a:t>Search </a:t>
            </a:r>
            <a:r>
              <a:rPr lang="en-US" sz="1050" noProof="0" dirty="0">
                <a:solidFill>
                  <a:srgbClr val="000000"/>
                </a:solidFill>
              </a:rPr>
              <a:t>the knowledge base using </a:t>
            </a:r>
            <a:r>
              <a:rPr lang="en-US" sz="1050" b="1" noProof="0" dirty="0">
                <a:solidFill>
                  <a:srgbClr val="000000"/>
                </a:solidFill>
              </a:rPr>
              <a:t>embeddings </a:t>
            </a:r>
            <a:r>
              <a:rPr lang="en-US" sz="1050" noProof="0" dirty="0">
                <a:solidFill>
                  <a:srgbClr val="000000"/>
                </a:solidFill>
              </a:rPr>
              <a:t>to</a:t>
            </a:r>
            <a:r>
              <a:rPr lang="en-US" sz="1050" b="1" noProof="0" dirty="0">
                <a:solidFill>
                  <a:srgbClr val="000000"/>
                </a:solidFill>
              </a:rPr>
              <a:t> retrieve </a:t>
            </a:r>
            <a:r>
              <a:rPr lang="en-US" sz="1050" noProof="0" dirty="0">
                <a:solidFill>
                  <a:srgbClr val="000000"/>
                </a:solidFill>
              </a:rPr>
              <a:t>the</a:t>
            </a:r>
            <a:r>
              <a:rPr lang="en-US" sz="1050" b="1" noProof="0" dirty="0">
                <a:solidFill>
                  <a:srgbClr val="000000"/>
                </a:solidFill>
              </a:rPr>
              <a:t> most relevant passages (chunks)</a:t>
            </a:r>
          </a:p>
        </p:txBody>
      </p:sp>
      <p:sp>
        <p:nvSpPr>
          <p:cNvPr id="13" name="TextBox 12">
            <a:extLst>
              <a:ext uri="{FF2B5EF4-FFF2-40B4-BE49-F238E27FC236}">
                <a16:creationId xmlns:a16="http://schemas.microsoft.com/office/drawing/2014/main" id="{EAA6677C-48C7-4E45-75D2-CEA01447AB8B}"/>
              </a:ext>
            </a:extLst>
          </p:cNvPr>
          <p:cNvSpPr txBox="1"/>
          <p:nvPr/>
        </p:nvSpPr>
        <p:spPr>
          <a:xfrm>
            <a:off x="5130998" y="5726235"/>
            <a:ext cx="3591000" cy="253916"/>
          </a:xfrm>
          <a:prstGeom prst="rect">
            <a:avLst/>
          </a:prstGeom>
          <a:noFill/>
        </p:spPr>
        <p:txBody>
          <a:bodyPr wrap="square">
            <a:spAutoFit/>
          </a:bodyPr>
          <a:lstStyle/>
          <a:p>
            <a:r>
              <a:rPr lang="en-US" sz="1050" b="1" i="0" noProof="0" dirty="0">
                <a:solidFill>
                  <a:srgbClr val="000000"/>
                </a:solidFill>
                <a:effectLst/>
              </a:rPr>
              <a:t>Inject </a:t>
            </a:r>
            <a:r>
              <a:rPr lang="en-US" sz="1050" b="0" i="0" noProof="0" dirty="0">
                <a:solidFill>
                  <a:srgbClr val="000000"/>
                </a:solidFill>
                <a:effectLst/>
              </a:rPr>
              <a:t>those </a:t>
            </a:r>
            <a:r>
              <a:rPr lang="en-US" sz="1050" b="1" i="0" noProof="0" dirty="0">
                <a:solidFill>
                  <a:srgbClr val="000000"/>
                </a:solidFill>
                <a:effectLst/>
              </a:rPr>
              <a:t>passages</a:t>
            </a:r>
            <a:r>
              <a:rPr lang="en-US" sz="1050" b="0" i="0" noProof="0" dirty="0">
                <a:solidFill>
                  <a:srgbClr val="000000"/>
                </a:solidFill>
                <a:effectLst/>
              </a:rPr>
              <a:t> directly into the AI model's input</a:t>
            </a:r>
          </a:p>
        </p:txBody>
      </p:sp>
      <p:sp>
        <p:nvSpPr>
          <p:cNvPr id="15" name="TextBox 14">
            <a:extLst>
              <a:ext uri="{FF2B5EF4-FFF2-40B4-BE49-F238E27FC236}">
                <a16:creationId xmlns:a16="http://schemas.microsoft.com/office/drawing/2014/main" id="{D88BB2F7-B318-D5DD-EF02-6B8BBF9B56D5}"/>
              </a:ext>
            </a:extLst>
          </p:cNvPr>
          <p:cNvSpPr txBox="1"/>
          <p:nvPr/>
        </p:nvSpPr>
        <p:spPr>
          <a:xfrm>
            <a:off x="6747171" y="4190655"/>
            <a:ext cx="3203168" cy="400110"/>
          </a:xfrm>
          <a:prstGeom prst="rect">
            <a:avLst/>
          </a:prstGeom>
          <a:noFill/>
        </p:spPr>
        <p:txBody>
          <a:bodyPr wrap="square">
            <a:spAutoFit/>
          </a:bodyPr>
          <a:lstStyle/>
          <a:p>
            <a:r>
              <a:rPr lang="en-US" sz="1000" noProof="0" dirty="0">
                <a:solidFill>
                  <a:srgbClr val="000000"/>
                </a:solidFill>
              </a:rPr>
              <a:t>The AI </a:t>
            </a:r>
            <a:r>
              <a:rPr lang="en-US" sz="1000" b="1" noProof="0" dirty="0">
                <a:solidFill>
                  <a:srgbClr val="000000"/>
                </a:solidFill>
              </a:rPr>
              <a:t>generates</a:t>
            </a:r>
            <a:r>
              <a:rPr lang="en-US" sz="1000" noProof="0" dirty="0">
                <a:solidFill>
                  <a:srgbClr val="000000"/>
                </a:solidFill>
              </a:rPr>
              <a:t> a precise, sourced answer from that </a:t>
            </a:r>
            <a:r>
              <a:rPr lang="en-US" sz="1000" b="1" i="0" noProof="0" dirty="0">
                <a:solidFill>
                  <a:srgbClr val="000000"/>
                </a:solidFill>
                <a:effectLst/>
              </a:rPr>
              <a:t>augmented context</a:t>
            </a:r>
            <a:endParaRPr lang="en-US" sz="1000" b="1" noProof="0" dirty="0"/>
          </a:p>
        </p:txBody>
      </p:sp>
      <p:sp>
        <p:nvSpPr>
          <p:cNvPr id="3" name="Slide Number Placeholder 2">
            <a:extLst>
              <a:ext uri="{FF2B5EF4-FFF2-40B4-BE49-F238E27FC236}">
                <a16:creationId xmlns:a16="http://schemas.microsoft.com/office/drawing/2014/main" id="{5D137B57-3577-1252-64F2-30885E36E922}"/>
              </a:ext>
            </a:extLst>
          </p:cNvPr>
          <p:cNvSpPr>
            <a:spLocks noGrp="1"/>
          </p:cNvSpPr>
          <p:nvPr>
            <p:ph type="sldNum" sz="quarter" idx="12"/>
          </p:nvPr>
        </p:nvSpPr>
        <p:spPr/>
        <p:txBody>
          <a:bodyPr/>
          <a:lstStyle/>
          <a:p>
            <a:fld id="{40A7B169-58CE-4E65-B1F9-ACF9E46440C2}" type="slidenum">
              <a:rPr lang="en-US" noProof="0" smtClean="0"/>
              <a:t>22</a:t>
            </a:fld>
            <a:endParaRPr lang="en-US" noProof="0" dirty="0"/>
          </a:p>
        </p:txBody>
      </p:sp>
    </p:spTree>
    <p:extLst>
      <p:ext uri="{BB962C8B-B14F-4D97-AF65-F5344CB8AC3E}">
        <p14:creationId xmlns:p14="http://schemas.microsoft.com/office/powerpoint/2010/main" val="41641895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F940F71-BA6C-5009-F192-3295476E71A9}"/>
            </a:ext>
          </a:extLst>
        </p:cNvPr>
        <p:cNvGrpSpPr/>
        <p:nvPr/>
      </p:nvGrpSpPr>
      <p:grpSpPr>
        <a:xfrm>
          <a:off x="0" y="0"/>
          <a:ext cx="0" cy="0"/>
          <a:chOff x="0" y="0"/>
          <a:chExt cx="0" cy="0"/>
        </a:xfrm>
      </p:grpSpPr>
      <p:sp>
        <p:nvSpPr>
          <p:cNvPr id="12" name="Shape 24">
            <a:extLst>
              <a:ext uri="{FF2B5EF4-FFF2-40B4-BE49-F238E27FC236}">
                <a16:creationId xmlns:a16="http://schemas.microsoft.com/office/drawing/2014/main" id="{3C5957F2-AE35-07BC-D57C-5DFED46A3BB4}"/>
              </a:ext>
            </a:extLst>
          </p:cNvPr>
          <p:cNvSpPr/>
          <p:nvPr/>
        </p:nvSpPr>
        <p:spPr>
          <a:xfrm>
            <a:off x="6700908" y="1883100"/>
            <a:ext cx="3358593" cy="2862547"/>
          </a:xfrm>
          <a:prstGeom prst="rect">
            <a:avLst/>
          </a:prstGeom>
          <a:noFill/>
          <a:ln w="12700">
            <a:solidFill>
              <a:srgbClr val="000000"/>
            </a:solidFill>
            <a:prstDash val="solid"/>
          </a:ln>
        </p:spPr>
        <p:txBody>
          <a:bodyPr/>
          <a:lstStyle/>
          <a:p>
            <a:endParaRPr lang="en-US" b="1" noProof="0" dirty="0"/>
          </a:p>
          <a:p>
            <a:endParaRPr lang="en-US" b="1" noProof="0" dirty="0"/>
          </a:p>
          <a:p>
            <a:endParaRPr lang="en-US" b="1" noProof="0" dirty="0"/>
          </a:p>
          <a:p>
            <a:endParaRPr lang="en-US" b="1" noProof="0" dirty="0"/>
          </a:p>
          <a:p>
            <a:endParaRPr lang="en-US" b="1" noProof="0" dirty="0"/>
          </a:p>
          <a:p>
            <a:endParaRPr lang="en-US" b="1" noProof="0" dirty="0"/>
          </a:p>
          <a:p>
            <a:endParaRPr lang="en-US" b="1" noProof="0" dirty="0"/>
          </a:p>
          <a:p>
            <a:pPr algn="ctr"/>
            <a:r>
              <a:rPr lang="en-US" sz="1600" b="1" noProof="0" dirty="0">
                <a:solidFill>
                  <a:srgbClr val="FF0000"/>
                </a:solidFill>
              </a:rPr>
              <a:t>Generation</a:t>
            </a:r>
          </a:p>
        </p:txBody>
      </p:sp>
      <p:sp>
        <p:nvSpPr>
          <p:cNvPr id="5" name="Shape 24">
            <a:extLst>
              <a:ext uri="{FF2B5EF4-FFF2-40B4-BE49-F238E27FC236}">
                <a16:creationId xmlns:a16="http://schemas.microsoft.com/office/drawing/2014/main" id="{1A19FAEF-2A1A-A879-3D58-80E5754C5EAE}"/>
              </a:ext>
            </a:extLst>
          </p:cNvPr>
          <p:cNvSpPr/>
          <p:nvPr/>
        </p:nvSpPr>
        <p:spPr>
          <a:xfrm>
            <a:off x="2753582" y="1879911"/>
            <a:ext cx="3855885" cy="2865737"/>
          </a:xfrm>
          <a:prstGeom prst="rect">
            <a:avLst/>
          </a:prstGeom>
          <a:noFill/>
          <a:ln w="12700">
            <a:solidFill>
              <a:srgbClr val="000000"/>
            </a:solidFill>
            <a:prstDash val="solid"/>
          </a:ln>
        </p:spPr>
        <p:txBody>
          <a:bodyPr/>
          <a:lstStyle/>
          <a:p>
            <a:endParaRPr lang="en-US" b="1" noProof="0" dirty="0"/>
          </a:p>
          <a:p>
            <a:endParaRPr lang="en-US" b="1" noProof="0" dirty="0"/>
          </a:p>
          <a:p>
            <a:endParaRPr lang="en-US" b="1" noProof="0" dirty="0"/>
          </a:p>
          <a:p>
            <a:endParaRPr lang="en-US" b="1" noProof="0" dirty="0"/>
          </a:p>
          <a:p>
            <a:endParaRPr lang="en-US" b="1" noProof="0" dirty="0"/>
          </a:p>
          <a:p>
            <a:endParaRPr lang="en-US" b="1" noProof="0" dirty="0"/>
          </a:p>
          <a:p>
            <a:pPr algn="ctr"/>
            <a:endParaRPr lang="en-US" sz="1600" b="1" noProof="0" dirty="0">
              <a:solidFill>
                <a:srgbClr val="0D9589"/>
              </a:solidFill>
            </a:endParaRPr>
          </a:p>
          <a:p>
            <a:pPr algn="ctr"/>
            <a:r>
              <a:rPr lang="en-US" sz="1600" b="1" noProof="0" dirty="0">
                <a:solidFill>
                  <a:srgbClr val="0D9589"/>
                </a:solidFill>
              </a:rPr>
              <a:t>Retrieval</a:t>
            </a:r>
          </a:p>
        </p:txBody>
      </p:sp>
      <p:sp>
        <p:nvSpPr>
          <p:cNvPr id="2" name="Title 1">
            <a:extLst>
              <a:ext uri="{FF2B5EF4-FFF2-40B4-BE49-F238E27FC236}">
                <a16:creationId xmlns:a16="http://schemas.microsoft.com/office/drawing/2014/main" id="{BF40A5EA-2143-BC2C-3EA0-C4173AA76D22}"/>
              </a:ext>
            </a:extLst>
          </p:cNvPr>
          <p:cNvSpPr>
            <a:spLocks noGrp="1"/>
          </p:cNvSpPr>
          <p:nvPr>
            <p:ph type="title"/>
          </p:nvPr>
        </p:nvSpPr>
        <p:spPr>
          <a:xfrm>
            <a:off x="242477" y="-53443"/>
            <a:ext cx="11609159" cy="1247050"/>
          </a:xfrm>
        </p:spPr>
        <p:txBody>
          <a:bodyPr/>
          <a:lstStyle/>
          <a:p>
            <a:r>
              <a:rPr lang="en-US" sz="1800" b="1" noProof="0" dirty="0">
                <a:latin typeface="+mn-lt"/>
              </a:rPr>
              <a:t> The ST ChatGPT Platform</a:t>
            </a:r>
          </a:p>
        </p:txBody>
      </p:sp>
      <p:sp>
        <p:nvSpPr>
          <p:cNvPr id="56" name="TextBox 55">
            <a:extLst>
              <a:ext uri="{FF2B5EF4-FFF2-40B4-BE49-F238E27FC236}">
                <a16:creationId xmlns:a16="http://schemas.microsoft.com/office/drawing/2014/main" id="{AC9AF562-0FE2-1842-628F-CEAB86E2ADFE}"/>
              </a:ext>
            </a:extLst>
          </p:cNvPr>
          <p:cNvSpPr txBox="1"/>
          <p:nvPr/>
        </p:nvSpPr>
        <p:spPr>
          <a:xfrm>
            <a:off x="242477" y="615186"/>
            <a:ext cx="6271666" cy="276999"/>
          </a:xfrm>
          <a:prstGeom prst="rect">
            <a:avLst/>
          </a:prstGeom>
          <a:noFill/>
        </p:spPr>
        <p:txBody>
          <a:bodyPr wrap="square">
            <a:spAutoFit/>
          </a:bodyPr>
          <a:lstStyle/>
          <a:p>
            <a:pPr marL="0" indent="0" algn="l">
              <a:buNone/>
            </a:pPr>
            <a:r>
              <a:rPr lang="en-US" sz="1200" b="1" noProof="0" dirty="0">
                <a:solidFill>
                  <a:srgbClr val="425A78"/>
                </a:solidFill>
              </a:rPr>
              <a:t>How does the platform work?</a:t>
            </a:r>
          </a:p>
        </p:txBody>
      </p:sp>
      <p:sp>
        <p:nvSpPr>
          <p:cNvPr id="57" name="Text 3">
            <a:extLst>
              <a:ext uri="{FF2B5EF4-FFF2-40B4-BE49-F238E27FC236}">
                <a16:creationId xmlns:a16="http://schemas.microsoft.com/office/drawing/2014/main" id="{951A2BFE-5572-B78B-C697-774366E3A09B}"/>
              </a:ext>
            </a:extLst>
          </p:cNvPr>
          <p:cNvSpPr/>
          <p:nvPr/>
        </p:nvSpPr>
        <p:spPr>
          <a:xfrm>
            <a:off x="340364" y="925138"/>
            <a:ext cx="8229600" cy="256032"/>
          </a:xfrm>
          <a:prstGeom prst="rect">
            <a:avLst/>
          </a:prstGeom>
          <a:noFill/>
          <a:ln/>
        </p:spPr>
        <p:txBody>
          <a:bodyPr wrap="square" lIns="0" tIns="0" rIns="0" bIns="0" rtlCol="0" anchor="ctr"/>
          <a:lstStyle/>
          <a:p>
            <a:r>
              <a:rPr lang="en-US" sz="1200" i="1" noProof="0" dirty="0">
                <a:solidFill>
                  <a:srgbClr val="64748B"/>
                </a:solidFill>
              </a:rPr>
              <a:t>RAG workflow</a:t>
            </a:r>
          </a:p>
        </p:txBody>
      </p:sp>
      <p:sp>
        <p:nvSpPr>
          <p:cNvPr id="58" name="Shape 4">
            <a:extLst>
              <a:ext uri="{FF2B5EF4-FFF2-40B4-BE49-F238E27FC236}">
                <a16:creationId xmlns:a16="http://schemas.microsoft.com/office/drawing/2014/main" id="{102FFEF7-36D3-6082-B7F2-9D6A28B76A38}"/>
              </a:ext>
            </a:extLst>
          </p:cNvPr>
          <p:cNvSpPr/>
          <p:nvPr/>
        </p:nvSpPr>
        <p:spPr>
          <a:xfrm>
            <a:off x="340364" y="1302803"/>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63" name="Shape 5">
            <a:extLst>
              <a:ext uri="{FF2B5EF4-FFF2-40B4-BE49-F238E27FC236}">
                <a16:creationId xmlns:a16="http://schemas.microsoft.com/office/drawing/2014/main" id="{A2B97FD3-E563-1112-D513-BAF52A759001}"/>
              </a:ext>
            </a:extLst>
          </p:cNvPr>
          <p:cNvSpPr/>
          <p:nvPr/>
        </p:nvSpPr>
        <p:spPr>
          <a:xfrm>
            <a:off x="894966" y="1958611"/>
            <a:ext cx="1170432" cy="1170432"/>
          </a:xfrm>
          <a:prstGeom prst="ellipse">
            <a:avLst/>
          </a:prstGeom>
          <a:solidFill>
            <a:srgbClr val="1B2A3B"/>
          </a:solidFill>
          <a:ln w="12700">
            <a:solidFill>
              <a:srgbClr val="000000"/>
            </a:solidFill>
            <a:prstDash val="solid"/>
          </a:ln>
          <a:effectLst>
            <a:outerShdw blurRad="101600" dist="38100" dir="8100000" algn="bl" rotWithShape="0">
              <a:srgbClr val="000000">
                <a:alpha val="10000"/>
              </a:srgbClr>
            </a:outerShdw>
          </a:effectLst>
        </p:spPr>
        <p:txBody>
          <a:bodyPr/>
          <a:lstStyle/>
          <a:p>
            <a:endParaRPr lang="en-US" noProof="0" dirty="0"/>
          </a:p>
        </p:txBody>
      </p:sp>
      <p:pic>
        <p:nvPicPr>
          <p:cNvPr id="64" name="Image 0" descr="preencoded.png">
            <a:extLst>
              <a:ext uri="{FF2B5EF4-FFF2-40B4-BE49-F238E27FC236}">
                <a16:creationId xmlns:a16="http://schemas.microsoft.com/office/drawing/2014/main" id="{DB9DFAB3-2D44-9006-B9E7-9AD275128F89}"/>
              </a:ext>
            </a:extLst>
          </p:cNvPr>
          <p:cNvPicPr>
            <a:picLocks noChangeAspect="1"/>
          </p:cNvPicPr>
          <p:nvPr/>
        </p:nvPicPr>
        <p:blipFill>
          <a:blip r:embed="rId3"/>
          <a:stretch>
            <a:fillRect/>
          </a:stretch>
        </p:blipFill>
        <p:spPr>
          <a:xfrm>
            <a:off x="1242438" y="2255791"/>
            <a:ext cx="475488" cy="475488"/>
          </a:xfrm>
          <a:prstGeom prst="rect">
            <a:avLst/>
          </a:prstGeom>
        </p:spPr>
      </p:pic>
      <p:sp>
        <p:nvSpPr>
          <p:cNvPr id="65" name="Text 6">
            <a:extLst>
              <a:ext uri="{FF2B5EF4-FFF2-40B4-BE49-F238E27FC236}">
                <a16:creationId xmlns:a16="http://schemas.microsoft.com/office/drawing/2014/main" id="{F2BE4C2E-4B5F-5798-986D-B7469B3DD5B6}"/>
              </a:ext>
            </a:extLst>
          </p:cNvPr>
          <p:cNvSpPr/>
          <p:nvPr/>
        </p:nvSpPr>
        <p:spPr>
          <a:xfrm>
            <a:off x="785238" y="3211339"/>
            <a:ext cx="1389888" cy="274320"/>
          </a:xfrm>
          <a:prstGeom prst="rect">
            <a:avLst/>
          </a:prstGeom>
          <a:noFill/>
          <a:ln/>
        </p:spPr>
        <p:txBody>
          <a:bodyPr wrap="square" lIns="0" tIns="0" rIns="0" bIns="0" rtlCol="0" anchor="ctr"/>
          <a:lstStyle/>
          <a:p>
            <a:pPr marL="0" indent="0" algn="ctr">
              <a:buNone/>
            </a:pPr>
            <a:r>
              <a:rPr lang="en-US" sz="1000" b="1" noProof="0" dirty="0">
                <a:solidFill>
                  <a:srgbClr val="1B2A3B"/>
                </a:solidFill>
              </a:rPr>
              <a:t>User Prompt</a:t>
            </a:r>
            <a:endParaRPr lang="en-US" sz="1000" noProof="0" dirty="0"/>
          </a:p>
        </p:txBody>
      </p:sp>
      <p:sp>
        <p:nvSpPr>
          <p:cNvPr id="66" name="Text 7">
            <a:extLst>
              <a:ext uri="{FF2B5EF4-FFF2-40B4-BE49-F238E27FC236}">
                <a16:creationId xmlns:a16="http://schemas.microsoft.com/office/drawing/2014/main" id="{E97B0F41-5C13-B520-2481-1E271A56007B}"/>
              </a:ext>
            </a:extLst>
          </p:cNvPr>
          <p:cNvSpPr/>
          <p:nvPr/>
        </p:nvSpPr>
        <p:spPr>
          <a:xfrm>
            <a:off x="766950" y="3485659"/>
            <a:ext cx="1426464" cy="548640"/>
          </a:xfrm>
          <a:prstGeom prst="rect">
            <a:avLst/>
          </a:prstGeom>
          <a:noFill/>
          <a:ln/>
        </p:spPr>
        <p:txBody>
          <a:bodyPr wrap="square" lIns="0" tIns="0" rIns="0" bIns="0" rtlCol="0" anchor="ctr"/>
          <a:lstStyle/>
          <a:p>
            <a:pPr marL="0" indent="0" algn="ctr">
              <a:buNone/>
            </a:pPr>
            <a:r>
              <a:rPr lang="en-US" sz="850" noProof="0" dirty="0">
                <a:solidFill>
                  <a:srgbClr val="64748B"/>
                </a:solidFill>
              </a:rPr>
              <a:t>Asks a technical question</a:t>
            </a:r>
            <a:endParaRPr lang="en-US" sz="850" noProof="0" dirty="0"/>
          </a:p>
        </p:txBody>
      </p:sp>
      <p:sp>
        <p:nvSpPr>
          <p:cNvPr id="68" name="Shape 8">
            <a:extLst>
              <a:ext uri="{FF2B5EF4-FFF2-40B4-BE49-F238E27FC236}">
                <a16:creationId xmlns:a16="http://schemas.microsoft.com/office/drawing/2014/main" id="{7CB78ABF-2DA7-C79C-7F95-3F24F143D2DF}"/>
              </a:ext>
            </a:extLst>
          </p:cNvPr>
          <p:cNvSpPr/>
          <p:nvPr/>
        </p:nvSpPr>
        <p:spPr>
          <a:xfrm>
            <a:off x="3087181" y="1954766"/>
            <a:ext cx="1170432" cy="1170432"/>
          </a:xfrm>
          <a:prstGeom prst="ellipse">
            <a:avLst/>
          </a:prstGeom>
          <a:noFill/>
          <a:ln w="12700">
            <a:solidFill>
              <a:srgbClr val="000000"/>
            </a:solidFill>
            <a:prstDash val="solid"/>
          </a:ln>
          <a:effectLst>
            <a:outerShdw blurRad="101600" dist="38100" dir="8100000" algn="bl" rotWithShape="0">
              <a:srgbClr val="000000">
                <a:alpha val="10000"/>
              </a:srgbClr>
            </a:outerShdw>
          </a:effectLst>
        </p:spPr>
        <p:txBody>
          <a:bodyPr/>
          <a:lstStyle/>
          <a:p>
            <a:endParaRPr lang="en-US" noProof="0" dirty="0"/>
          </a:p>
        </p:txBody>
      </p:sp>
      <p:pic>
        <p:nvPicPr>
          <p:cNvPr id="69" name="Image 2" descr="preencoded.png">
            <a:extLst>
              <a:ext uri="{FF2B5EF4-FFF2-40B4-BE49-F238E27FC236}">
                <a16:creationId xmlns:a16="http://schemas.microsoft.com/office/drawing/2014/main" id="{C3410E91-8BF0-906F-F8E0-52B8F5C1A2C1}"/>
              </a:ext>
            </a:extLst>
          </p:cNvPr>
          <p:cNvPicPr>
            <a:picLocks noChangeAspect="1"/>
          </p:cNvPicPr>
          <p:nvPr/>
        </p:nvPicPr>
        <p:blipFill>
          <a:blip r:embed="rId4"/>
          <a:stretch>
            <a:fillRect/>
          </a:stretch>
        </p:blipFill>
        <p:spPr>
          <a:xfrm>
            <a:off x="3434653" y="2327020"/>
            <a:ext cx="475488" cy="475488"/>
          </a:xfrm>
          <a:prstGeom prst="rect">
            <a:avLst/>
          </a:prstGeom>
        </p:spPr>
      </p:pic>
      <p:sp>
        <p:nvSpPr>
          <p:cNvPr id="70" name="Text 9">
            <a:extLst>
              <a:ext uri="{FF2B5EF4-FFF2-40B4-BE49-F238E27FC236}">
                <a16:creationId xmlns:a16="http://schemas.microsoft.com/office/drawing/2014/main" id="{1346D578-2C84-9636-AE89-72D0663F8110}"/>
              </a:ext>
            </a:extLst>
          </p:cNvPr>
          <p:cNvSpPr/>
          <p:nvPr/>
        </p:nvSpPr>
        <p:spPr>
          <a:xfrm>
            <a:off x="2977453" y="3207494"/>
            <a:ext cx="1389888" cy="274320"/>
          </a:xfrm>
          <a:prstGeom prst="rect">
            <a:avLst/>
          </a:prstGeom>
          <a:noFill/>
          <a:ln/>
        </p:spPr>
        <p:txBody>
          <a:bodyPr wrap="square" lIns="0" tIns="0" rIns="0" bIns="0" rtlCol="0" anchor="ctr"/>
          <a:lstStyle/>
          <a:p>
            <a:pPr marL="0" indent="0" algn="ctr">
              <a:buNone/>
            </a:pPr>
            <a:r>
              <a:rPr lang="en-US" sz="1000" b="1" noProof="0" dirty="0">
                <a:solidFill>
                  <a:srgbClr val="1B2A3B"/>
                </a:solidFill>
              </a:rPr>
              <a:t>Search</a:t>
            </a:r>
            <a:endParaRPr lang="en-US" sz="1000" noProof="0" dirty="0"/>
          </a:p>
        </p:txBody>
      </p:sp>
      <p:sp>
        <p:nvSpPr>
          <p:cNvPr id="71" name="Text 10">
            <a:extLst>
              <a:ext uri="{FF2B5EF4-FFF2-40B4-BE49-F238E27FC236}">
                <a16:creationId xmlns:a16="http://schemas.microsoft.com/office/drawing/2014/main" id="{B7C6EECF-62B1-2A74-17AF-A326DABF044D}"/>
              </a:ext>
            </a:extLst>
          </p:cNvPr>
          <p:cNvSpPr/>
          <p:nvPr/>
        </p:nvSpPr>
        <p:spPr>
          <a:xfrm>
            <a:off x="3085260" y="3466713"/>
            <a:ext cx="1426464" cy="548640"/>
          </a:xfrm>
          <a:prstGeom prst="rect">
            <a:avLst/>
          </a:prstGeom>
          <a:noFill/>
          <a:ln/>
        </p:spPr>
        <p:txBody>
          <a:bodyPr wrap="square" lIns="0" tIns="0" rIns="0" bIns="0" rtlCol="0" anchor="ctr"/>
          <a:lstStyle/>
          <a:p>
            <a:pPr marL="0" indent="0" algn="ctr">
              <a:buNone/>
            </a:pPr>
            <a:endParaRPr lang="en-US" sz="850" noProof="0" dirty="0"/>
          </a:p>
        </p:txBody>
      </p:sp>
      <p:sp>
        <p:nvSpPr>
          <p:cNvPr id="73" name="Shape 11">
            <a:extLst>
              <a:ext uri="{FF2B5EF4-FFF2-40B4-BE49-F238E27FC236}">
                <a16:creationId xmlns:a16="http://schemas.microsoft.com/office/drawing/2014/main" id="{C09C0FEF-4B26-A89C-3507-3EFBA45FA6A3}"/>
              </a:ext>
            </a:extLst>
          </p:cNvPr>
          <p:cNvSpPr/>
          <p:nvPr/>
        </p:nvSpPr>
        <p:spPr>
          <a:xfrm>
            <a:off x="5201400" y="1944895"/>
            <a:ext cx="1170432" cy="1170432"/>
          </a:xfrm>
          <a:prstGeom prst="ellipse">
            <a:avLst/>
          </a:prstGeom>
          <a:noFill/>
          <a:ln w="12700">
            <a:solidFill>
              <a:srgbClr val="000000"/>
            </a:solidFill>
            <a:prstDash val="solid"/>
          </a:ln>
          <a:effectLst>
            <a:outerShdw blurRad="101600" dist="38100" dir="8100000" algn="bl" rotWithShape="0">
              <a:srgbClr val="000000">
                <a:alpha val="10000"/>
              </a:srgbClr>
            </a:outerShdw>
          </a:effectLst>
        </p:spPr>
        <p:txBody>
          <a:bodyPr/>
          <a:lstStyle/>
          <a:p>
            <a:endParaRPr lang="en-US" noProof="0" dirty="0"/>
          </a:p>
        </p:txBody>
      </p:sp>
      <p:pic>
        <p:nvPicPr>
          <p:cNvPr id="74" name="Image 4" descr="preencoded.png">
            <a:extLst>
              <a:ext uri="{FF2B5EF4-FFF2-40B4-BE49-F238E27FC236}">
                <a16:creationId xmlns:a16="http://schemas.microsoft.com/office/drawing/2014/main" id="{F5A71760-7635-E08C-6BA7-1DFD17DB3BEF}"/>
              </a:ext>
            </a:extLst>
          </p:cNvPr>
          <p:cNvPicPr>
            <a:picLocks noChangeAspect="1"/>
          </p:cNvPicPr>
          <p:nvPr/>
        </p:nvPicPr>
        <p:blipFill>
          <a:blip r:embed="rId5"/>
          <a:stretch>
            <a:fillRect/>
          </a:stretch>
        </p:blipFill>
        <p:spPr>
          <a:xfrm>
            <a:off x="5539728" y="2290127"/>
            <a:ext cx="475488" cy="475488"/>
          </a:xfrm>
          <a:prstGeom prst="rect">
            <a:avLst/>
          </a:prstGeom>
        </p:spPr>
      </p:pic>
      <p:sp>
        <p:nvSpPr>
          <p:cNvPr id="75" name="Text 12">
            <a:extLst>
              <a:ext uri="{FF2B5EF4-FFF2-40B4-BE49-F238E27FC236}">
                <a16:creationId xmlns:a16="http://schemas.microsoft.com/office/drawing/2014/main" id="{89AE19DD-270A-48E9-4D99-459129159806}"/>
              </a:ext>
            </a:extLst>
          </p:cNvPr>
          <p:cNvSpPr/>
          <p:nvPr/>
        </p:nvSpPr>
        <p:spPr>
          <a:xfrm>
            <a:off x="5091672" y="3197623"/>
            <a:ext cx="1389888" cy="274320"/>
          </a:xfrm>
          <a:prstGeom prst="rect">
            <a:avLst/>
          </a:prstGeom>
          <a:noFill/>
          <a:ln/>
        </p:spPr>
        <p:txBody>
          <a:bodyPr wrap="square" lIns="0" tIns="0" rIns="0" bIns="0" rtlCol="0" anchor="ctr"/>
          <a:lstStyle/>
          <a:p>
            <a:pPr marL="0" indent="0" algn="ctr">
              <a:buNone/>
            </a:pPr>
            <a:r>
              <a:rPr lang="en-US" sz="1000" b="1" noProof="0" dirty="0">
                <a:solidFill>
                  <a:srgbClr val="1B2A3B"/>
                </a:solidFill>
              </a:rPr>
              <a:t>Knowledge Base</a:t>
            </a:r>
            <a:endParaRPr lang="en-US" sz="1000" noProof="0" dirty="0"/>
          </a:p>
        </p:txBody>
      </p:sp>
      <p:sp>
        <p:nvSpPr>
          <p:cNvPr id="76" name="Text 13">
            <a:extLst>
              <a:ext uri="{FF2B5EF4-FFF2-40B4-BE49-F238E27FC236}">
                <a16:creationId xmlns:a16="http://schemas.microsoft.com/office/drawing/2014/main" id="{7EF93549-039A-A2E6-292B-3B1E94899AB9}"/>
              </a:ext>
            </a:extLst>
          </p:cNvPr>
          <p:cNvSpPr/>
          <p:nvPr/>
        </p:nvSpPr>
        <p:spPr>
          <a:xfrm>
            <a:off x="4804332" y="3466713"/>
            <a:ext cx="1426464" cy="548640"/>
          </a:xfrm>
          <a:prstGeom prst="rect">
            <a:avLst/>
          </a:prstGeom>
          <a:noFill/>
          <a:ln/>
        </p:spPr>
        <p:txBody>
          <a:bodyPr wrap="square" lIns="0" tIns="0" rIns="0" bIns="0" rtlCol="0" anchor="ctr"/>
          <a:lstStyle/>
          <a:p>
            <a:pPr marL="0" indent="0" algn="ctr">
              <a:buNone/>
            </a:pPr>
            <a:endParaRPr lang="en-US" sz="850" noProof="0" dirty="0"/>
          </a:p>
        </p:txBody>
      </p:sp>
      <p:sp>
        <p:nvSpPr>
          <p:cNvPr id="78" name="Shape 14">
            <a:extLst>
              <a:ext uri="{FF2B5EF4-FFF2-40B4-BE49-F238E27FC236}">
                <a16:creationId xmlns:a16="http://schemas.microsoft.com/office/drawing/2014/main" id="{B78D8014-EF1A-0D77-335C-FA497E1C8551}"/>
              </a:ext>
            </a:extLst>
          </p:cNvPr>
          <p:cNvSpPr/>
          <p:nvPr/>
        </p:nvSpPr>
        <p:spPr>
          <a:xfrm>
            <a:off x="7761828" y="1961566"/>
            <a:ext cx="1170432" cy="1170432"/>
          </a:xfrm>
          <a:prstGeom prst="ellipse">
            <a:avLst/>
          </a:prstGeom>
          <a:noFill/>
          <a:ln w="12700">
            <a:solidFill>
              <a:srgbClr val="000000"/>
            </a:solidFill>
            <a:prstDash val="solid"/>
          </a:ln>
          <a:effectLst>
            <a:outerShdw blurRad="101600" dist="38100" dir="8100000" algn="bl" rotWithShape="0">
              <a:srgbClr val="000000">
                <a:alpha val="10000"/>
              </a:srgbClr>
            </a:outerShdw>
          </a:effectLst>
        </p:spPr>
        <p:txBody>
          <a:bodyPr/>
          <a:lstStyle/>
          <a:p>
            <a:endParaRPr lang="en-US" noProof="0" dirty="0"/>
          </a:p>
        </p:txBody>
      </p:sp>
      <p:pic>
        <p:nvPicPr>
          <p:cNvPr id="79" name="Image 6" descr="preencoded.png">
            <a:extLst>
              <a:ext uri="{FF2B5EF4-FFF2-40B4-BE49-F238E27FC236}">
                <a16:creationId xmlns:a16="http://schemas.microsoft.com/office/drawing/2014/main" id="{C6F445CA-54A1-11D4-6AE9-4E5101A8CB93}"/>
              </a:ext>
            </a:extLst>
          </p:cNvPr>
          <p:cNvPicPr>
            <a:picLocks noChangeAspect="1"/>
          </p:cNvPicPr>
          <p:nvPr/>
        </p:nvPicPr>
        <p:blipFill>
          <a:blip r:embed="rId6"/>
          <a:stretch>
            <a:fillRect/>
          </a:stretch>
        </p:blipFill>
        <p:spPr>
          <a:xfrm>
            <a:off x="8093676" y="2299707"/>
            <a:ext cx="475488" cy="475488"/>
          </a:xfrm>
          <a:prstGeom prst="rect">
            <a:avLst/>
          </a:prstGeom>
        </p:spPr>
      </p:pic>
      <p:sp>
        <p:nvSpPr>
          <p:cNvPr id="80" name="Text 15">
            <a:extLst>
              <a:ext uri="{FF2B5EF4-FFF2-40B4-BE49-F238E27FC236}">
                <a16:creationId xmlns:a16="http://schemas.microsoft.com/office/drawing/2014/main" id="{40D3555F-A076-E1CF-30E0-744C72982DCD}"/>
              </a:ext>
            </a:extLst>
          </p:cNvPr>
          <p:cNvSpPr/>
          <p:nvPr/>
        </p:nvSpPr>
        <p:spPr>
          <a:xfrm>
            <a:off x="7652100" y="3214294"/>
            <a:ext cx="1389888" cy="274320"/>
          </a:xfrm>
          <a:prstGeom prst="rect">
            <a:avLst/>
          </a:prstGeom>
          <a:noFill/>
          <a:ln/>
        </p:spPr>
        <p:txBody>
          <a:bodyPr wrap="square" lIns="0" tIns="0" rIns="0" bIns="0" rtlCol="0" anchor="ctr"/>
          <a:lstStyle/>
          <a:p>
            <a:pPr marL="0" indent="0" algn="ctr">
              <a:buNone/>
            </a:pPr>
            <a:r>
              <a:rPr lang="en-US" sz="1000" b="1" noProof="0" dirty="0">
                <a:solidFill>
                  <a:srgbClr val="1B2A3B"/>
                </a:solidFill>
              </a:rPr>
              <a:t>LLM (AI)</a:t>
            </a:r>
            <a:endParaRPr lang="en-US" sz="1000" noProof="0" dirty="0"/>
          </a:p>
        </p:txBody>
      </p:sp>
      <p:sp>
        <p:nvSpPr>
          <p:cNvPr id="83" name="Shape 17">
            <a:extLst>
              <a:ext uri="{FF2B5EF4-FFF2-40B4-BE49-F238E27FC236}">
                <a16:creationId xmlns:a16="http://schemas.microsoft.com/office/drawing/2014/main" id="{0F34FD85-03FA-09D6-50AB-4C1A926AD142}"/>
              </a:ext>
            </a:extLst>
          </p:cNvPr>
          <p:cNvSpPr/>
          <p:nvPr/>
        </p:nvSpPr>
        <p:spPr>
          <a:xfrm>
            <a:off x="10663221" y="1979985"/>
            <a:ext cx="1170432" cy="1170432"/>
          </a:xfrm>
          <a:prstGeom prst="ellipse">
            <a:avLst/>
          </a:prstGeom>
          <a:noFill/>
          <a:ln w="12700">
            <a:solidFill>
              <a:srgbClr val="000000"/>
            </a:solidFill>
            <a:prstDash val="solid"/>
          </a:ln>
          <a:effectLst>
            <a:outerShdw blurRad="101600" dist="38100" dir="8100000" algn="bl" rotWithShape="0">
              <a:srgbClr val="000000">
                <a:alpha val="10000"/>
              </a:srgbClr>
            </a:outerShdw>
          </a:effectLst>
        </p:spPr>
        <p:txBody>
          <a:bodyPr/>
          <a:lstStyle/>
          <a:p>
            <a:endParaRPr lang="en-US" noProof="0" dirty="0"/>
          </a:p>
        </p:txBody>
      </p:sp>
      <p:pic>
        <p:nvPicPr>
          <p:cNvPr id="84" name="Image 8" descr="preencoded.png">
            <a:extLst>
              <a:ext uri="{FF2B5EF4-FFF2-40B4-BE49-F238E27FC236}">
                <a16:creationId xmlns:a16="http://schemas.microsoft.com/office/drawing/2014/main" id="{4536DBC9-38D7-BB71-BCB3-88CA2B387850}"/>
              </a:ext>
            </a:extLst>
          </p:cNvPr>
          <p:cNvPicPr>
            <a:picLocks noChangeAspect="1"/>
          </p:cNvPicPr>
          <p:nvPr/>
        </p:nvPicPr>
        <p:blipFill>
          <a:blip r:embed="rId7"/>
          <a:stretch>
            <a:fillRect/>
          </a:stretch>
        </p:blipFill>
        <p:spPr>
          <a:xfrm>
            <a:off x="11010693" y="2340511"/>
            <a:ext cx="475488" cy="475488"/>
          </a:xfrm>
          <a:prstGeom prst="rect">
            <a:avLst/>
          </a:prstGeom>
        </p:spPr>
      </p:pic>
      <p:sp>
        <p:nvSpPr>
          <p:cNvPr id="85" name="Text 18">
            <a:extLst>
              <a:ext uri="{FF2B5EF4-FFF2-40B4-BE49-F238E27FC236}">
                <a16:creationId xmlns:a16="http://schemas.microsoft.com/office/drawing/2014/main" id="{4305CD41-45B3-09A9-02B5-73D354292832}"/>
              </a:ext>
            </a:extLst>
          </p:cNvPr>
          <p:cNvSpPr/>
          <p:nvPr/>
        </p:nvSpPr>
        <p:spPr>
          <a:xfrm>
            <a:off x="10571781" y="3249234"/>
            <a:ext cx="1389888" cy="274320"/>
          </a:xfrm>
          <a:prstGeom prst="rect">
            <a:avLst/>
          </a:prstGeom>
          <a:noFill/>
          <a:ln/>
        </p:spPr>
        <p:txBody>
          <a:bodyPr wrap="square" lIns="0" tIns="0" rIns="0" bIns="0" rtlCol="0" anchor="ctr"/>
          <a:lstStyle/>
          <a:p>
            <a:pPr marL="0" indent="0" algn="ctr">
              <a:buNone/>
            </a:pPr>
            <a:r>
              <a:rPr lang="en-US" sz="1000" b="1" noProof="0" dirty="0">
                <a:solidFill>
                  <a:srgbClr val="1B2A3B"/>
                </a:solidFill>
              </a:rPr>
              <a:t>Answer</a:t>
            </a:r>
            <a:endParaRPr lang="en-US" sz="1000" noProof="0" dirty="0"/>
          </a:p>
        </p:txBody>
      </p:sp>
      <p:sp>
        <p:nvSpPr>
          <p:cNvPr id="86" name="Text 19">
            <a:extLst>
              <a:ext uri="{FF2B5EF4-FFF2-40B4-BE49-F238E27FC236}">
                <a16:creationId xmlns:a16="http://schemas.microsoft.com/office/drawing/2014/main" id="{1C5FFD1C-7E44-2F54-B610-FDF65330CF10}"/>
              </a:ext>
            </a:extLst>
          </p:cNvPr>
          <p:cNvSpPr/>
          <p:nvPr/>
        </p:nvSpPr>
        <p:spPr>
          <a:xfrm>
            <a:off x="10535205" y="3479841"/>
            <a:ext cx="1426464" cy="548640"/>
          </a:xfrm>
          <a:prstGeom prst="rect">
            <a:avLst/>
          </a:prstGeom>
          <a:noFill/>
          <a:ln/>
        </p:spPr>
        <p:txBody>
          <a:bodyPr wrap="square" lIns="0" tIns="0" rIns="0" bIns="0" rtlCol="0" anchor="ctr"/>
          <a:lstStyle/>
          <a:p>
            <a:pPr marL="0" indent="0" algn="ctr">
              <a:buNone/>
            </a:pPr>
            <a:r>
              <a:rPr lang="en-US" sz="850" noProof="0" dirty="0">
                <a:solidFill>
                  <a:srgbClr val="64748B"/>
                </a:solidFill>
              </a:rPr>
              <a:t>Answer + sources</a:t>
            </a:r>
            <a:endParaRPr lang="en-US" sz="850" noProof="0" dirty="0"/>
          </a:p>
        </p:txBody>
      </p:sp>
      <p:pic>
        <p:nvPicPr>
          <p:cNvPr id="92" name="Graphic 91" descr="Arrow Right with solid fill">
            <a:extLst>
              <a:ext uri="{FF2B5EF4-FFF2-40B4-BE49-F238E27FC236}">
                <a16:creationId xmlns:a16="http://schemas.microsoft.com/office/drawing/2014/main" id="{F2A7842B-488B-84D1-B446-1BD2E7CB928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297153" y="2327020"/>
            <a:ext cx="370657" cy="370657"/>
          </a:xfrm>
          <a:prstGeom prst="rect">
            <a:avLst/>
          </a:prstGeom>
        </p:spPr>
      </p:pic>
      <p:pic>
        <p:nvPicPr>
          <p:cNvPr id="124" name="Graphic 123" descr="Arrow Right with solid fill">
            <a:extLst>
              <a:ext uri="{FF2B5EF4-FFF2-40B4-BE49-F238E27FC236}">
                <a16:creationId xmlns:a16="http://schemas.microsoft.com/office/drawing/2014/main" id="{53F82A90-C98F-0B82-9EB2-706E31A89F5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539526" y="2321683"/>
            <a:ext cx="431535" cy="431535"/>
          </a:xfrm>
          <a:prstGeom prst="rect">
            <a:avLst/>
          </a:prstGeom>
        </p:spPr>
      </p:pic>
      <p:pic>
        <p:nvPicPr>
          <p:cNvPr id="128" name="Graphic 127" descr="Arrow Right with solid fill">
            <a:extLst>
              <a:ext uri="{FF2B5EF4-FFF2-40B4-BE49-F238E27FC236}">
                <a16:creationId xmlns:a16="http://schemas.microsoft.com/office/drawing/2014/main" id="{F4B72D71-28E7-0916-2558-F2EC50F4FB2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150942" y="2398876"/>
            <a:ext cx="417123" cy="417123"/>
          </a:xfrm>
          <a:prstGeom prst="rect">
            <a:avLst/>
          </a:prstGeom>
        </p:spPr>
      </p:pic>
      <p:pic>
        <p:nvPicPr>
          <p:cNvPr id="7" name="Graphic 6" descr="Back outline">
            <a:extLst>
              <a:ext uri="{FF2B5EF4-FFF2-40B4-BE49-F238E27FC236}">
                <a16:creationId xmlns:a16="http://schemas.microsoft.com/office/drawing/2014/main" id="{7581E988-5845-F1B2-D349-46948AC8CFA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rot="20034598" flipV="1">
            <a:off x="6193045" y="4552164"/>
            <a:ext cx="1004387" cy="1004387"/>
          </a:xfrm>
          <a:prstGeom prst="rect">
            <a:avLst/>
          </a:prstGeom>
        </p:spPr>
      </p:pic>
      <p:sp>
        <p:nvSpPr>
          <p:cNvPr id="8" name="Shape 24">
            <a:extLst>
              <a:ext uri="{FF2B5EF4-FFF2-40B4-BE49-F238E27FC236}">
                <a16:creationId xmlns:a16="http://schemas.microsoft.com/office/drawing/2014/main" id="{0007F107-967D-56F0-67D6-4F0E8E212478}"/>
              </a:ext>
            </a:extLst>
          </p:cNvPr>
          <p:cNvSpPr/>
          <p:nvPr/>
        </p:nvSpPr>
        <p:spPr>
          <a:xfrm>
            <a:off x="4869600" y="5340514"/>
            <a:ext cx="3755141" cy="736328"/>
          </a:xfrm>
          <a:prstGeom prst="rect">
            <a:avLst/>
          </a:prstGeom>
          <a:noFill/>
          <a:ln w="12700">
            <a:solidFill>
              <a:srgbClr val="000000"/>
            </a:solidFill>
            <a:prstDash val="solid"/>
          </a:ln>
        </p:spPr>
        <p:txBody>
          <a:bodyPr/>
          <a:lstStyle/>
          <a:p>
            <a:pPr algn="ctr"/>
            <a:r>
              <a:rPr lang="en-US" b="1" noProof="0" dirty="0">
                <a:solidFill>
                  <a:srgbClr val="FFC000"/>
                </a:solidFill>
              </a:rPr>
              <a:t>Augmented</a:t>
            </a:r>
            <a:r>
              <a:rPr lang="en-US" noProof="0" dirty="0">
                <a:solidFill>
                  <a:srgbClr val="FFC000"/>
                </a:solidFill>
              </a:rPr>
              <a:t> </a:t>
            </a:r>
            <a:endParaRPr lang="en-US" sz="1600" b="1" noProof="0" dirty="0">
              <a:solidFill>
                <a:srgbClr val="FFC000"/>
              </a:solidFill>
            </a:endParaRPr>
          </a:p>
        </p:txBody>
      </p:sp>
      <p:sp>
        <p:nvSpPr>
          <p:cNvPr id="10" name="TextBox 9">
            <a:extLst>
              <a:ext uri="{FF2B5EF4-FFF2-40B4-BE49-F238E27FC236}">
                <a16:creationId xmlns:a16="http://schemas.microsoft.com/office/drawing/2014/main" id="{F051D1BD-75F3-D334-6F96-65D9E6B40B55}"/>
              </a:ext>
            </a:extLst>
          </p:cNvPr>
          <p:cNvSpPr txBox="1"/>
          <p:nvPr/>
        </p:nvSpPr>
        <p:spPr>
          <a:xfrm>
            <a:off x="2818743" y="4185632"/>
            <a:ext cx="3755141" cy="415498"/>
          </a:xfrm>
          <a:prstGeom prst="rect">
            <a:avLst/>
          </a:prstGeom>
          <a:noFill/>
        </p:spPr>
        <p:txBody>
          <a:bodyPr wrap="square">
            <a:spAutoFit/>
          </a:bodyPr>
          <a:lstStyle/>
          <a:p>
            <a:r>
              <a:rPr lang="en-US" sz="1050" b="1" i="0" noProof="0" dirty="0">
                <a:solidFill>
                  <a:srgbClr val="000000"/>
                </a:solidFill>
                <a:effectLst/>
              </a:rPr>
              <a:t>Search </a:t>
            </a:r>
            <a:r>
              <a:rPr lang="en-US" sz="1050" i="0" noProof="0" dirty="0">
                <a:solidFill>
                  <a:srgbClr val="000000"/>
                </a:solidFill>
                <a:effectLst/>
              </a:rPr>
              <a:t>the knowledge base using </a:t>
            </a:r>
            <a:r>
              <a:rPr lang="en-US" sz="1050" b="1" i="0" noProof="0" dirty="0">
                <a:solidFill>
                  <a:srgbClr val="000000"/>
                </a:solidFill>
                <a:effectLst/>
              </a:rPr>
              <a:t>embeddings </a:t>
            </a:r>
            <a:r>
              <a:rPr lang="en-US" sz="1050" i="0" noProof="0" dirty="0">
                <a:solidFill>
                  <a:srgbClr val="000000"/>
                </a:solidFill>
                <a:effectLst/>
              </a:rPr>
              <a:t>to</a:t>
            </a:r>
            <a:r>
              <a:rPr lang="en-US" sz="1050" b="1" i="0" noProof="0" dirty="0">
                <a:solidFill>
                  <a:srgbClr val="000000"/>
                </a:solidFill>
                <a:effectLst/>
              </a:rPr>
              <a:t> retrieve </a:t>
            </a:r>
            <a:r>
              <a:rPr lang="en-US" sz="1050" i="0" noProof="0" dirty="0">
                <a:solidFill>
                  <a:srgbClr val="000000"/>
                </a:solidFill>
                <a:effectLst/>
              </a:rPr>
              <a:t>the</a:t>
            </a:r>
            <a:r>
              <a:rPr lang="en-US" sz="1050" b="1" i="0" noProof="0" dirty="0">
                <a:solidFill>
                  <a:srgbClr val="000000"/>
                </a:solidFill>
                <a:effectLst/>
              </a:rPr>
              <a:t> most relevant passages (chunks)</a:t>
            </a:r>
          </a:p>
        </p:txBody>
      </p:sp>
      <p:sp>
        <p:nvSpPr>
          <p:cNvPr id="13" name="TextBox 12">
            <a:extLst>
              <a:ext uri="{FF2B5EF4-FFF2-40B4-BE49-F238E27FC236}">
                <a16:creationId xmlns:a16="http://schemas.microsoft.com/office/drawing/2014/main" id="{1A980113-4DA1-9393-13C3-9DD91724C4B0}"/>
              </a:ext>
            </a:extLst>
          </p:cNvPr>
          <p:cNvSpPr txBox="1"/>
          <p:nvPr/>
        </p:nvSpPr>
        <p:spPr>
          <a:xfrm>
            <a:off x="5130998" y="5726235"/>
            <a:ext cx="3591000" cy="253916"/>
          </a:xfrm>
          <a:prstGeom prst="rect">
            <a:avLst/>
          </a:prstGeom>
          <a:noFill/>
        </p:spPr>
        <p:txBody>
          <a:bodyPr wrap="square">
            <a:spAutoFit/>
          </a:bodyPr>
          <a:lstStyle/>
          <a:p>
            <a:r>
              <a:rPr lang="en-US" sz="1050" b="1" i="0" noProof="0" dirty="0">
                <a:solidFill>
                  <a:srgbClr val="000000"/>
                </a:solidFill>
                <a:effectLst/>
              </a:rPr>
              <a:t>Inject </a:t>
            </a:r>
            <a:r>
              <a:rPr lang="en-US" sz="1050" b="0" i="0" noProof="0" dirty="0">
                <a:solidFill>
                  <a:srgbClr val="000000"/>
                </a:solidFill>
                <a:effectLst/>
              </a:rPr>
              <a:t>those </a:t>
            </a:r>
            <a:r>
              <a:rPr lang="en-US" sz="1050" b="1" i="0" noProof="0" dirty="0">
                <a:solidFill>
                  <a:srgbClr val="000000"/>
                </a:solidFill>
                <a:effectLst/>
              </a:rPr>
              <a:t>passages</a:t>
            </a:r>
            <a:r>
              <a:rPr lang="en-US" sz="1050" b="0" i="0" noProof="0" dirty="0">
                <a:solidFill>
                  <a:srgbClr val="000000"/>
                </a:solidFill>
                <a:effectLst/>
              </a:rPr>
              <a:t> directly into the AI model's input</a:t>
            </a:r>
          </a:p>
        </p:txBody>
      </p:sp>
      <p:sp>
        <p:nvSpPr>
          <p:cNvPr id="15" name="TextBox 14">
            <a:extLst>
              <a:ext uri="{FF2B5EF4-FFF2-40B4-BE49-F238E27FC236}">
                <a16:creationId xmlns:a16="http://schemas.microsoft.com/office/drawing/2014/main" id="{8CD05731-D571-9C6B-5A2A-2CC42AC49D99}"/>
              </a:ext>
            </a:extLst>
          </p:cNvPr>
          <p:cNvSpPr txBox="1"/>
          <p:nvPr/>
        </p:nvSpPr>
        <p:spPr>
          <a:xfrm>
            <a:off x="6747171" y="4190655"/>
            <a:ext cx="3203168" cy="400110"/>
          </a:xfrm>
          <a:prstGeom prst="rect">
            <a:avLst/>
          </a:prstGeom>
          <a:noFill/>
        </p:spPr>
        <p:txBody>
          <a:bodyPr wrap="square">
            <a:spAutoFit/>
          </a:bodyPr>
          <a:lstStyle/>
          <a:p>
            <a:r>
              <a:rPr lang="en-US" sz="1000" noProof="0" dirty="0">
                <a:solidFill>
                  <a:srgbClr val="000000"/>
                </a:solidFill>
              </a:rPr>
              <a:t>The AI </a:t>
            </a:r>
            <a:r>
              <a:rPr lang="en-US" sz="1000" b="1" noProof="0" dirty="0">
                <a:solidFill>
                  <a:srgbClr val="000000"/>
                </a:solidFill>
              </a:rPr>
              <a:t>generates</a:t>
            </a:r>
            <a:r>
              <a:rPr lang="en-US" sz="1000" noProof="0" dirty="0">
                <a:solidFill>
                  <a:srgbClr val="000000"/>
                </a:solidFill>
              </a:rPr>
              <a:t> a precise, sourced answer from that </a:t>
            </a:r>
            <a:r>
              <a:rPr lang="en-US" sz="1000" b="1" i="0" noProof="0" dirty="0">
                <a:solidFill>
                  <a:srgbClr val="000000"/>
                </a:solidFill>
                <a:effectLst/>
              </a:rPr>
              <a:t>augmented context</a:t>
            </a:r>
            <a:endParaRPr lang="en-US" sz="1000" b="1" noProof="0" dirty="0"/>
          </a:p>
        </p:txBody>
      </p:sp>
      <p:sp>
        <p:nvSpPr>
          <p:cNvPr id="301" name="chunk_banner_301">
            <a:extLst>
              <a:ext uri="{FF2B5EF4-FFF2-40B4-BE49-F238E27FC236}">
                <a16:creationId xmlns:a16="http://schemas.microsoft.com/office/drawing/2014/main" id="{8F534F08-02B1-449A-8864-5F08E785AB32}"/>
              </a:ext>
            </a:extLst>
          </p:cNvPr>
          <p:cNvSpPr>
            <a:spLocks noGrp="1"/>
          </p:cNvSpPr>
          <p:nvPr/>
        </p:nvSpPr>
        <p:spPr>
          <a:xfrm>
            <a:off x="2961290" y="6275679"/>
            <a:ext cx="7305919" cy="408592"/>
          </a:xfrm>
          <a:prstGeom prst="roundRect">
            <a:avLst>
              <a:gd name="adj" fmla="val 8000"/>
            </a:avLst>
          </a:prstGeom>
          <a:noFill/>
          <a:ln w="19050">
            <a:solidFill>
              <a:srgbClr val="0D9488"/>
            </a:solidFill>
          </a:ln>
        </p:spPr>
        <p:txBody>
          <a:bodyPr wrap="square" lIns="114300" tIns="91440" rIns="114300" bIns="91440" anchor="ctr"/>
          <a:lstStyle/>
          <a:p>
            <a:pPr algn="ctr">
              <a:lnSpc>
                <a:spcPts val="1100"/>
              </a:lnSpc>
            </a:pPr>
            <a:r>
              <a:rPr lang="en-US" sz="850" b="1" noProof="0" dirty="0">
                <a:solidFill>
                  <a:srgbClr val="0D9589"/>
                </a:solidFill>
              </a:rPr>
              <a:t>Each chunk = one precise passage the KB can index and retrieve.</a:t>
            </a:r>
          </a:p>
        </p:txBody>
      </p:sp>
      <p:sp>
        <p:nvSpPr>
          <p:cNvPr id="3" name="Slide Number Placeholder 2">
            <a:extLst>
              <a:ext uri="{FF2B5EF4-FFF2-40B4-BE49-F238E27FC236}">
                <a16:creationId xmlns:a16="http://schemas.microsoft.com/office/drawing/2014/main" id="{D9370413-9502-DFE3-BC76-ED085B9CC44D}"/>
              </a:ext>
            </a:extLst>
          </p:cNvPr>
          <p:cNvSpPr>
            <a:spLocks noGrp="1"/>
          </p:cNvSpPr>
          <p:nvPr>
            <p:ph type="sldNum" sz="quarter" idx="12"/>
          </p:nvPr>
        </p:nvSpPr>
        <p:spPr/>
        <p:txBody>
          <a:bodyPr/>
          <a:lstStyle/>
          <a:p>
            <a:fld id="{40A7B169-58CE-4E65-B1F9-ACF9E46440C2}" type="slidenum">
              <a:rPr lang="en-US" noProof="0" smtClean="0"/>
              <a:t>23</a:t>
            </a:fld>
            <a:endParaRPr lang="en-US" noProof="0" dirty="0"/>
          </a:p>
        </p:txBody>
      </p:sp>
    </p:spTree>
    <p:extLst>
      <p:ext uri="{BB962C8B-B14F-4D97-AF65-F5344CB8AC3E}">
        <p14:creationId xmlns:p14="http://schemas.microsoft.com/office/powerpoint/2010/main" val="13639793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BE8EC-6725-B812-07CA-DA7870818DF5}"/>
            </a:ext>
          </a:extLst>
        </p:cNvPr>
        <p:cNvGrpSpPr/>
        <p:nvPr/>
      </p:nvGrpSpPr>
      <p:grpSpPr>
        <a:xfrm>
          <a:off x="0" y="0"/>
          <a:ext cx="0" cy="0"/>
          <a:chOff x="0" y="0"/>
          <a:chExt cx="0" cy="0"/>
        </a:xfrm>
      </p:grpSpPr>
      <p:sp>
        <p:nvSpPr>
          <p:cNvPr id="21" name="Text 5">
            <a:extLst>
              <a:ext uri="{FF2B5EF4-FFF2-40B4-BE49-F238E27FC236}">
                <a16:creationId xmlns:a16="http://schemas.microsoft.com/office/drawing/2014/main" id="{DF4F4E0C-444F-4A83-209A-FCE792445C4A}"/>
              </a:ext>
            </a:extLst>
          </p:cNvPr>
          <p:cNvSpPr/>
          <p:nvPr/>
        </p:nvSpPr>
        <p:spPr>
          <a:xfrm>
            <a:off x="1640020" y="1568479"/>
            <a:ext cx="10551980" cy="3945841"/>
          </a:xfrm>
          <a:prstGeom prst="rect">
            <a:avLst/>
          </a:prstGeom>
          <a:solidFill>
            <a:srgbClr val="3CB4E6"/>
          </a:solidFill>
          <a:ln>
            <a:noFill/>
          </a:ln>
        </p:spPr>
        <p:txBody>
          <a:bodyPr wrap="square" lIns="0" tIns="0" rIns="0" bIns="0" rtlCol="0" anchor="ctr"/>
          <a:lstStyle/>
          <a:p>
            <a:pPr marL="0" indent="0" algn="ctr">
              <a:buNone/>
            </a:pPr>
            <a:endParaRPr lang="en-US" sz="1300" noProof="0" dirty="0"/>
          </a:p>
        </p:txBody>
      </p:sp>
      <p:sp>
        <p:nvSpPr>
          <p:cNvPr id="5" name="Text 6">
            <a:extLst>
              <a:ext uri="{FF2B5EF4-FFF2-40B4-BE49-F238E27FC236}">
                <a16:creationId xmlns:a16="http://schemas.microsoft.com/office/drawing/2014/main" id="{925E9D87-3D04-3DC6-B788-E1F18ECCA0E6}"/>
              </a:ext>
            </a:extLst>
          </p:cNvPr>
          <p:cNvSpPr/>
          <p:nvPr/>
        </p:nvSpPr>
        <p:spPr>
          <a:xfrm>
            <a:off x="6272348" y="3321943"/>
            <a:ext cx="3611880" cy="310896"/>
          </a:xfrm>
          <a:prstGeom prst="rect">
            <a:avLst/>
          </a:prstGeom>
          <a:noFill/>
          <a:ln/>
        </p:spPr>
        <p:txBody>
          <a:bodyPr wrap="square" lIns="0" tIns="0" rIns="0" bIns="0" rtlCol="0" anchor="ctr"/>
          <a:lstStyle/>
          <a:p>
            <a:pPr marL="0" indent="0" algn="l">
              <a:buNone/>
            </a:pPr>
            <a:r>
              <a:rPr lang="en-US" sz="3200" b="1" noProof="0" dirty="0">
                <a:solidFill>
                  <a:schemeClr val="bg1"/>
                </a:solidFill>
              </a:rPr>
              <a:t>Demo </a:t>
            </a:r>
            <a:endParaRPr lang="en-US" sz="3200" noProof="0" dirty="0">
              <a:solidFill>
                <a:schemeClr val="bg1"/>
              </a:solidFill>
            </a:endParaRPr>
          </a:p>
        </p:txBody>
      </p:sp>
    </p:spTree>
    <p:extLst>
      <p:ext uri="{BB962C8B-B14F-4D97-AF65-F5344CB8AC3E}">
        <p14:creationId xmlns:p14="http://schemas.microsoft.com/office/powerpoint/2010/main" val="20000422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4D0EAA0-EE86-5281-247F-25896E441F2D}"/>
              </a:ext>
            </a:extLst>
          </p:cNvPr>
          <p:cNvSpPr>
            <a:spLocks noGrp="1"/>
          </p:cNvSpPr>
          <p:nvPr>
            <p:ph type="sldNum" sz="quarter" idx="12"/>
          </p:nvPr>
        </p:nvSpPr>
        <p:spPr/>
        <p:txBody>
          <a:bodyPr/>
          <a:lstStyle/>
          <a:p>
            <a:fld id="{40A7B169-58CE-4E65-B1F9-ACF9E46440C2}" type="slidenum">
              <a:rPr lang="en-US" noProof="0" smtClean="0"/>
              <a:t>25</a:t>
            </a:fld>
            <a:endParaRPr lang="en-US" noProof="0" dirty="0"/>
          </a:p>
        </p:txBody>
      </p:sp>
      <p:pic>
        <p:nvPicPr>
          <p:cNvPr id="7" name="Picture 6">
            <a:extLst>
              <a:ext uri="{FF2B5EF4-FFF2-40B4-BE49-F238E27FC236}">
                <a16:creationId xmlns:a16="http://schemas.microsoft.com/office/drawing/2014/main" id="{B31A1B59-D6C8-74E2-FFFF-A8B23E5F4128}"/>
              </a:ext>
            </a:extLst>
          </p:cNvPr>
          <p:cNvPicPr>
            <a:picLocks noChangeAspect="1"/>
          </p:cNvPicPr>
          <p:nvPr/>
        </p:nvPicPr>
        <p:blipFill>
          <a:blip r:embed="rId3"/>
          <a:stretch>
            <a:fillRect/>
          </a:stretch>
        </p:blipFill>
        <p:spPr>
          <a:xfrm>
            <a:off x="269482" y="1575536"/>
            <a:ext cx="11653035" cy="3901584"/>
          </a:xfrm>
          <a:prstGeom prst="rect">
            <a:avLst/>
          </a:prstGeom>
        </p:spPr>
      </p:pic>
      <p:sp>
        <p:nvSpPr>
          <p:cNvPr id="12" name="Rectangle 11">
            <a:extLst>
              <a:ext uri="{FF2B5EF4-FFF2-40B4-BE49-F238E27FC236}">
                <a16:creationId xmlns:a16="http://schemas.microsoft.com/office/drawing/2014/main" id="{00658A91-A8EF-1C47-1A3B-EA58EFCDFE51}"/>
              </a:ext>
            </a:extLst>
          </p:cNvPr>
          <p:cNvSpPr/>
          <p:nvPr/>
        </p:nvSpPr>
        <p:spPr>
          <a:xfrm>
            <a:off x="172252" y="3238500"/>
            <a:ext cx="485775" cy="419100"/>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cxnSp>
        <p:nvCxnSpPr>
          <p:cNvPr id="14" name="Straight Arrow Connector 13">
            <a:extLst>
              <a:ext uri="{FF2B5EF4-FFF2-40B4-BE49-F238E27FC236}">
                <a16:creationId xmlns:a16="http://schemas.microsoft.com/office/drawing/2014/main" id="{5DC54CF8-50DB-6DFF-F588-501D5C6670C4}"/>
              </a:ext>
            </a:extLst>
          </p:cNvPr>
          <p:cNvCxnSpPr>
            <a:cxnSpLocks/>
            <a:stCxn id="18" idx="0"/>
            <a:endCxn id="12" idx="3"/>
          </p:cNvCxnSpPr>
          <p:nvPr/>
        </p:nvCxnSpPr>
        <p:spPr>
          <a:xfrm flipH="1" flipV="1">
            <a:off x="658027" y="3448050"/>
            <a:ext cx="1607732" cy="1234250"/>
          </a:xfrm>
          <a:prstGeom prst="straightConnector1">
            <a:avLst/>
          </a:prstGeom>
          <a:ln>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4EB821BD-DD97-6C3E-19DE-BAA4C80108B5}"/>
              </a:ext>
            </a:extLst>
          </p:cNvPr>
          <p:cNvSpPr txBox="1"/>
          <p:nvPr/>
        </p:nvSpPr>
        <p:spPr>
          <a:xfrm>
            <a:off x="807243" y="4682300"/>
            <a:ext cx="2917032" cy="600164"/>
          </a:xfrm>
          <a:prstGeom prst="rect">
            <a:avLst/>
          </a:prstGeom>
          <a:noFill/>
          <a:ln w="19050">
            <a:solidFill>
              <a:srgbClr val="C00000"/>
            </a:solidFill>
          </a:ln>
        </p:spPr>
        <p:txBody>
          <a:bodyPr wrap="square">
            <a:spAutoFit/>
          </a:bodyPr>
          <a:lstStyle/>
          <a:p>
            <a:pPr algn="l"/>
            <a:r>
              <a:rPr lang="en-US" sz="1100" b="1" noProof="0" dirty="0">
                <a:solidFill>
                  <a:srgbClr val="000000"/>
                </a:solidFill>
              </a:rPr>
              <a:t>Admin Access : il </a:t>
            </a:r>
            <a:r>
              <a:rPr lang="en-US" sz="1100" b="1" noProof="0" dirty="0" err="1">
                <a:solidFill>
                  <a:srgbClr val="000000"/>
                </a:solidFill>
              </a:rPr>
              <a:t>apparaît</a:t>
            </a:r>
            <a:r>
              <a:rPr lang="en-US" sz="1100" b="1" noProof="0" dirty="0">
                <a:solidFill>
                  <a:srgbClr val="000000"/>
                </a:solidFill>
              </a:rPr>
              <a:t> </a:t>
            </a:r>
            <a:r>
              <a:rPr lang="en-US" sz="1100" b="1" noProof="0" dirty="0" err="1">
                <a:solidFill>
                  <a:srgbClr val="000000"/>
                </a:solidFill>
              </a:rPr>
              <a:t>uniquement</a:t>
            </a:r>
            <a:r>
              <a:rPr lang="en-US" sz="1100" b="1" noProof="0" dirty="0">
                <a:solidFill>
                  <a:srgbClr val="000000"/>
                </a:solidFill>
              </a:rPr>
              <a:t> pour les </a:t>
            </a:r>
            <a:r>
              <a:rPr lang="en-US" sz="1100" b="1" noProof="0" dirty="0" err="1">
                <a:solidFill>
                  <a:srgbClr val="000000"/>
                </a:solidFill>
              </a:rPr>
              <a:t>créateurs</a:t>
            </a:r>
            <a:r>
              <a:rPr lang="en-US" sz="1100" b="1" noProof="0" dirty="0">
                <a:solidFill>
                  <a:srgbClr val="000000"/>
                </a:solidFill>
              </a:rPr>
              <a:t> de Persona et les propriétaires de </a:t>
            </a:r>
            <a:r>
              <a:rPr lang="en-US" sz="1100" b="1" noProof="0" dirty="0" err="1">
                <a:solidFill>
                  <a:srgbClr val="000000"/>
                </a:solidFill>
              </a:rPr>
              <a:t>l’API</a:t>
            </a:r>
            <a:r>
              <a:rPr lang="en-US" sz="1100" b="1" noProof="0" dirty="0">
                <a:solidFill>
                  <a:srgbClr val="000000"/>
                </a:solidFill>
              </a:rPr>
              <a:t> Persona.</a:t>
            </a:r>
            <a:endParaRPr lang="en-US" sz="1100" b="0" i="0" noProof="0" dirty="0">
              <a:solidFill>
                <a:srgbClr val="000000"/>
              </a:solidFill>
              <a:effectLst/>
            </a:endParaRPr>
          </a:p>
        </p:txBody>
      </p:sp>
      <p:sp>
        <p:nvSpPr>
          <p:cNvPr id="24" name="Rectangle 23">
            <a:extLst>
              <a:ext uri="{FF2B5EF4-FFF2-40B4-BE49-F238E27FC236}">
                <a16:creationId xmlns:a16="http://schemas.microsoft.com/office/drawing/2014/main" id="{F8157EF1-CE6A-8CB5-5C94-8D669094CC84}"/>
              </a:ext>
            </a:extLst>
          </p:cNvPr>
          <p:cNvSpPr/>
          <p:nvPr/>
        </p:nvSpPr>
        <p:spPr>
          <a:xfrm>
            <a:off x="5439577" y="2314575"/>
            <a:ext cx="6304748" cy="1114425"/>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r>
              <a:rPr lang="en-US" noProof="0" dirty="0"/>
              <a:t>c</a:t>
            </a:r>
          </a:p>
        </p:txBody>
      </p:sp>
      <p:cxnSp>
        <p:nvCxnSpPr>
          <p:cNvPr id="25" name="Straight Arrow Connector 24">
            <a:extLst>
              <a:ext uri="{FF2B5EF4-FFF2-40B4-BE49-F238E27FC236}">
                <a16:creationId xmlns:a16="http://schemas.microsoft.com/office/drawing/2014/main" id="{00F79748-1C1D-021F-3AC2-92E19F9578EB}"/>
              </a:ext>
            </a:extLst>
          </p:cNvPr>
          <p:cNvCxnSpPr>
            <a:cxnSpLocks/>
            <a:stCxn id="29" idx="0"/>
            <a:endCxn id="24" idx="2"/>
          </p:cNvCxnSpPr>
          <p:nvPr/>
        </p:nvCxnSpPr>
        <p:spPr>
          <a:xfrm flipV="1">
            <a:off x="8366521" y="3429000"/>
            <a:ext cx="225430" cy="953218"/>
          </a:xfrm>
          <a:prstGeom prst="straightConnector1">
            <a:avLst/>
          </a:prstGeom>
          <a:ln>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F5EC7325-22CA-54D9-0D1D-5EC08C455A80}"/>
              </a:ext>
            </a:extLst>
          </p:cNvPr>
          <p:cNvSpPr txBox="1"/>
          <p:nvPr/>
        </p:nvSpPr>
        <p:spPr>
          <a:xfrm>
            <a:off x="6569867" y="4382218"/>
            <a:ext cx="3593307" cy="261610"/>
          </a:xfrm>
          <a:prstGeom prst="rect">
            <a:avLst/>
          </a:prstGeom>
          <a:noFill/>
          <a:ln w="19050">
            <a:solidFill>
              <a:srgbClr val="C00000"/>
            </a:solidFill>
          </a:ln>
        </p:spPr>
        <p:txBody>
          <a:bodyPr wrap="square">
            <a:spAutoFit/>
          </a:bodyPr>
          <a:lstStyle/>
          <a:p>
            <a:pPr algn="l"/>
            <a:r>
              <a:rPr lang="en-US" sz="1100" b="1" noProof="0" dirty="0">
                <a:solidFill>
                  <a:srgbClr val="000000"/>
                </a:solidFill>
              </a:rPr>
              <a:t>The knowledge base provided by the DTIT team</a:t>
            </a:r>
            <a:endParaRPr lang="en-US" sz="1100" b="0" i="0" noProof="0" dirty="0">
              <a:solidFill>
                <a:srgbClr val="000000"/>
              </a:solidFill>
              <a:effectLst/>
            </a:endParaRPr>
          </a:p>
        </p:txBody>
      </p:sp>
      <p:sp>
        <p:nvSpPr>
          <p:cNvPr id="36" name="Rectangle 35">
            <a:extLst>
              <a:ext uri="{FF2B5EF4-FFF2-40B4-BE49-F238E27FC236}">
                <a16:creationId xmlns:a16="http://schemas.microsoft.com/office/drawing/2014/main" id="{DEE7FB59-C0F6-4A98-6988-0EA67C107767}"/>
              </a:ext>
            </a:extLst>
          </p:cNvPr>
          <p:cNvSpPr/>
          <p:nvPr/>
        </p:nvSpPr>
        <p:spPr>
          <a:xfrm>
            <a:off x="6096000" y="2419350"/>
            <a:ext cx="390525" cy="6762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sp>
        <p:nvSpPr>
          <p:cNvPr id="37" name="Rectangle 36">
            <a:extLst>
              <a:ext uri="{FF2B5EF4-FFF2-40B4-BE49-F238E27FC236}">
                <a16:creationId xmlns:a16="http://schemas.microsoft.com/office/drawing/2014/main" id="{4343178F-1DB1-DACA-121E-9ACFBE75D2F6}"/>
              </a:ext>
            </a:extLst>
          </p:cNvPr>
          <p:cNvSpPr/>
          <p:nvPr/>
        </p:nvSpPr>
        <p:spPr>
          <a:xfrm>
            <a:off x="6096000" y="2419350"/>
            <a:ext cx="473867" cy="600075"/>
          </a:xfrm>
          <a:prstGeom prst="rect">
            <a:avLst/>
          </a:prstGeom>
          <a:noFill/>
          <a:ln w="19050">
            <a:solidFill>
              <a:srgbClr val="0D94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cxnSp>
        <p:nvCxnSpPr>
          <p:cNvPr id="38" name="Straight Arrow Connector 37">
            <a:extLst>
              <a:ext uri="{FF2B5EF4-FFF2-40B4-BE49-F238E27FC236}">
                <a16:creationId xmlns:a16="http://schemas.microsoft.com/office/drawing/2014/main" id="{07218921-A4D9-8045-59E8-54BD5FADF042}"/>
              </a:ext>
            </a:extLst>
          </p:cNvPr>
          <p:cNvCxnSpPr>
            <a:cxnSpLocks/>
          </p:cNvCxnSpPr>
          <p:nvPr/>
        </p:nvCxnSpPr>
        <p:spPr>
          <a:xfrm flipV="1">
            <a:off x="4652775" y="2600325"/>
            <a:ext cx="1443224" cy="288401"/>
          </a:xfrm>
          <a:prstGeom prst="straightConnector1">
            <a:avLst/>
          </a:prstGeom>
          <a:ln>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F6A13187-6954-824D-7B67-EA8A9EDEF4CA}"/>
              </a:ext>
            </a:extLst>
          </p:cNvPr>
          <p:cNvSpPr txBox="1"/>
          <p:nvPr/>
        </p:nvSpPr>
        <p:spPr>
          <a:xfrm>
            <a:off x="1057876" y="2733173"/>
            <a:ext cx="3593307" cy="430887"/>
          </a:xfrm>
          <a:prstGeom prst="rect">
            <a:avLst/>
          </a:prstGeom>
          <a:noFill/>
          <a:ln w="19050">
            <a:solidFill>
              <a:srgbClr val="0D9488"/>
            </a:solidFill>
          </a:ln>
        </p:spPr>
        <p:txBody>
          <a:bodyPr wrap="square">
            <a:spAutoFit/>
          </a:bodyPr>
          <a:lstStyle/>
          <a:p>
            <a:pPr algn="l"/>
            <a:r>
              <a:rPr lang="en-US" sz="1100" b="1" noProof="0" dirty="0">
                <a:solidFill>
                  <a:srgbClr val="000000"/>
                </a:solidFill>
              </a:rPr>
              <a:t>The knowledge base ID is required to access it via the Persona API with scripts.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CB086-78E8-FBF4-1D72-DF5570A7311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4462DCF-6253-A6C4-D4FB-A0D9E021FD21}"/>
              </a:ext>
            </a:extLst>
          </p:cNvPr>
          <p:cNvSpPr>
            <a:spLocks noGrp="1"/>
          </p:cNvSpPr>
          <p:nvPr>
            <p:ph type="sldNum" sz="quarter" idx="12"/>
          </p:nvPr>
        </p:nvSpPr>
        <p:spPr/>
        <p:txBody>
          <a:bodyPr/>
          <a:lstStyle/>
          <a:p>
            <a:fld id="{40A7B169-58CE-4E65-B1F9-ACF9E46440C2}" type="slidenum">
              <a:rPr lang="en-US" noProof="0" smtClean="0"/>
              <a:t>26</a:t>
            </a:fld>
            <a:endParaRPr lang="en-US" noProof="0" dirty="0"/>
          </a:p>
        </p:txBody>
      </p:sp>
      <p:pic>
        <p:nvPicPr>
          <p:cNvPr id="3" name="Picture 2">
            <a:extLst>
              <a:ext uri="{FF2B5EF4-FFF2-40B4-BE49-F238E27FC236}">
                <a16:creationId xmlns:a16="http://schemas.microsoft.com/office/drawing/2014/main" id="{AB2A7F23-697D-95B4-43D3-09FFA224AE28}"/>
              </a:ext>
            </a:extLst>
          </p:cNvPr>
          <p:cNvPicPr>
            <a:picLocks noChangeAspect="1"/>
          </p:cNvPicPr>
          <p:nvPr/>
        </p:nvPicPr>
        <p:blipFill>
          <a:blip r:embed="rId3"/>
          <a:srcRect t="970" b="42949"/>
          <a:stretch>
            <a:fillRect/>
          </a:stretch>
        </p:blipFill>
        <p:spPr>
          <a:xfrm>
            <a:off x="660677" y="1582801"/>
            <a:ext cx="11111509" cy="3392421"/>
          </a:xfrm>
          <a:prstGeom prst="rect">
            <a:avLst/>
          </a:prstGeom>
        </p:spPr>
      </p:pic>
      <p:sp>
        <p:nvSpPr>
          <p:cNvPr id="8" name="TextBox 7">
            <a:extLst>
              <a:ext uri="{FF2B5EF4-FFF2-40B4-BE49-F238E27FC236}">
                <a16:creationId xmlns:a16="http://schemas.microsoft.com/office/drawing/2014/main" id="{3BD6E43C-AA25-9E43-0ABC-097374EAFEB7}"/>
              </a:ext>
            </a:extLst>
          </p:cNvPr>
          <p:cNvSpPr txBox="1"/>
          <p:nvPr/>
        </p:nvSpPr>
        <p:spPr>
          <a:xfrm>
            <a:off x="240505" y="355581"/>
            <a:ext cx="10198895" cy="338554"/>
          </a:xfrm>
          <a:prstGeom prst="rect">
            <a:avLst/>
          </a:prstGeom>
          <a:noFill/>
        </p:spPr>
        <p:txBody>
          <a:bodyPr wrap="square">
            <a:spAutoFit/>
          </a:bodyPr>
          <a:lstStyle/>
          <a:p>
            <a:pPr marL="285750" indent="-285750" algn="l">
              <a:buFont typeface="Arial" panose="020B0604020202020204" pitchFamily="34" charset="0"/>
              <a:buChar char="•"/>
            </a:pPr>
            <a:r>
              <a:rPr lang="en-US" sz="1600" b="1" i="0" noProof="0" dirty="0">
                <a:solidFill>
                  <a:srgbClr val="000000"/>
                </a:solidFill>
                <a:effectLst/>
              </a:rPr>
              <a:t>When you click on the knowledge base, a page listing the data sources is displayed :</a:t>
            </a:r>
            <a:endParaRPr lang="en-US" sz="1600" b="0" i="0" noProof="0" dirty="0">
              <a:solidFill>
                <a:srgbClr val="000000"/>
              </a:solidFill>
              <a:effectLst/>
            </a:endParaRPr>
          </a:p>
        </p:txBody>
      </p:sp>
      <p:sp>
        <p:nvSpPr>
          <p:cNvPr id="2" name="TextBox 1">
            <a:extLst>
              <a:ext uri="{FF2B5EF4-FFF2-40B4-BE49-F238E27FC236}">
                <a16:creationId xmlns:a16="http://schemas.microsoft.com/office/drawing/2014/main" id="{6E19A9E3-A314-06E7-935A-E73D8AFA134E}"/>
              </a:ext>
            </a:extLst>
          </p:cNvPr>
          <p:cNvSpPr txBox="1"/>
          <p:nvPr/>
        </p:nvSpPr>
        <p:spPr>
          <a:xfrm>
            <a:off x="7447359" y="5604786"/>
            <a:ext cx="1534716" cy="261610"/>
          </a:xfrm>
          <a:prstGeom prst="rect">
            <a:avLst/>
          </a:prstGeom>
          <a:noFill/>
          <a:ln w="19050">
            <a:solidFill>
              <a:srgbClr val="C00000"/>
            </a:solidFill>
          </a:ln>
        </p:spPr>
        <p:txBody>
          <a:bodyPr wrap="square">
            <a:spAutoFit/>
          </a:bodyPr>
          <a:lstStyle/>
          <a:p>
            <a:pPr algn="l"/>
            <a:r>
              <a:rPr lang="en-US" sz="1100" b="1" noProof="0" dirty="0">
                <a:solidFill>
                  <a:srgbClr val="000000"/>
                </a:solidFill>
              </a:rPr>
              <a:t>KB’s Data sources</a:t>
            </a:r>
            <a:endParaRPr lang="en-US" sz="1100" b="0" i="0" noProof="0" dirty="0">
              <a:solidFill>
                <a:srgbClr val="000000"/>
              </a:solidFill>
              <a:effectLst/>
            </a:endParaRPr>
          </a:p>
        </p:txBody>
      </p:sp>
      <p:sp>
        <p:nvSpPr>
          <p:cNvPr id="5" name="TextBox 4">
            <a:extLst>
              <a:ext uri="{FF2B5EF4-FFF2-40B4-BE49-F238E27FC236}">
                <a16:creationId xmlns:a16="http://schemas.microsoft.com/office/drawing/2014/main" id="{91F87C63-7594-F4EA-18EB-AFFC6C13680C}"/>
              </a:ext>
            </a:extLst>
          </p:cNvPr>
          <p:cNvSpPr txBox="1"/>
          <p:nvPr/>
        </p:nvSpPr>
        <p:spPr>
          <a:xfrm>
            <a:off x="5553669" y="2392668"/>
            <a:ext cx="5937648" cy="2582554"/>
          </a:xfrm>
          <a:prstGeom prst="rect">
            <a:avLst/>
          </a:prstGeom>
          <a:noFill/>
          <a:ln w="19050">
            <a:solidFill>
              <a:srgbClr val="C00000"/>
            </a:solidFill>
          </a:ln>
        </p:spPr>
        <p:txBody>
          <a:bodyPr wrap="square">
            <a:spAutoFit/>
          </a:bodyPr>
          <a:lstStyle/>
          <a:p>
            <a:pPr algn="l"/>
            <a:endParaRPr lang="en-US" sz="1100" b="0" i="0" noProof="0" dirty="0">
              <a:solidFill>
                <a:srgbClr val="000000"/>
              </a:solidFill>
              <a:effectLst/>
            </a:endParaRPr>
          </a:p>
        </p:txBody>
      </p:sp>
      <p:cxnSp>
        <p:nvCxnSpPr>
          <p:cNvPr id="6" name="Straight Arrow Connector 5">
            <a:extLst>
              <a:ext uri="{FF2B5EF4-FFF2-40B4-BE49-F238E27FC236}">
                <a16:creationId xmlns:a16="http://schemas.microsoft.com/office/drawing/2014/main" id="{E9686CE1-7850-2BE3-6194-A0E5C3845643}"/>
              </a:ext>
            </a:extLst>
          </p:cNvPr>
          <p:cNvCxnSpPr>
            <a:cxnSpLocks/>
            <a:stCxn id="2" idx="0"/>
            <a:endCxn id="5" idx="2"/>
          </p:cNvCxnSpPr>
          <p:nvPr/>
        </p:nvCxnSpPr>
        <p:spPr>
          <a:xfrm flipV="1">
            <a:off x="8214717" y="4975222"/>
            <a:ext cx="307776" cy="629564"/>
          </a:xfrm>
          <a:prstGeom prst="straightConnector1">
            <a:avLst/>
          </a:prstGeom>
          <a:ln>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D9F00E01-67D3-3AE0-CF4B-8E0584E6366F}"/>
              </a:ext>
            </a:extLst>
          </p:cNvPr>
          <p:cNvSpPr txBox="1"/>
          <p:nvPr/>
        </p:nvSpPr>
        <p:spPr>
          <a:xfrm>
            <a:off x="2508431" y="2104244"/>
            <a:ext cx="2764369" cy="600164"/>
          </a:xfrm>
          <a:prstGeom prst="rect">
            <a:avLst/>
          </a:prstGeom>
          <a:noFill/>
          <a:ln w="19050">
            <a:solidFill>
              <a:srgbClr val="0D9488"/>
            </a:solidFill>
          </a:ln>
        </p:spPr>
        <p:txBody>
          <a:bodyPr wrap="square">
            <a:spAutoFit/>
          </a:bodyPr>
          <a:lstStyle/>
          <a:p>
            <a:pPr algn="l"/>
            <a:r>
              <a:rPr lang="en-US" sz="1100" b="1" noProof="0" dirty="0">
                <a:solidFill>
                  <a:srgbClr val="000000"/>
                </a:solidFill>
              </a:rPr>
              <a:t>The Data source’s ID is required to access it via the Persona API with scripts.</a:t>
            </a:r>
          </a:p>
        </p:txBody>
      </p:sp>
      <p:sp>
        <p:nvSpPr>
          <p:cNvPr id="14" name="Rectangle 13">
            <a:extLst>
              <a:ext uri="{FF2B5EF4-FFF2-40B4-BE49-F238E27FC236}">
                <a16:creationId xmlns:a16="http://schemas.microsoft.com/office/drawing/2014/main" id="{FC5044E3-A863-135A-C10E-EEF01D03CA65}"/>
              </a:ext>
            </a:extLst>
          </p:cNvPr>
          <p:cNvSpPr/>
          <p:nvPr/>
        </p:nvSpPr>
        <p:spPr>
          <a:xfrm>
            <a:off x="6257925" y="2978973"/>
            <a:ext cx="390525" cy="214314"/>
          </a:xfrm>
          <a:prstGeom prst="rect">
            <a:avLst/>
          </a:prstGeom>
          <a:noFill/>
          <a:ln w="19050">
            <a:solidFill>
              <a:srgbClr val="0D94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cxnSp>
        <p:nvCxnSpPr>
          <p:cNvPr id="16" name="Straight Arrow Connector 15">
            <a:extLst>
              <a:ext uri="{FF2B5EF4-FFF2-40B4-BE49-F238E27FC236}">
                <a16:creationId xmlns:a16="http://schemas.microsoft.com/office/drawing/2014/main" id="{67BCA315-0462-5A5D-3187-96071BBC118D}"/>
              </a:ext>
            </a:extLst>
          </p:cNvPr>
          <p:cNvCxnSpPr>
            <a:cxnSpLocks/>
            <a:stCxn id="11" idx="3"/>
            <a:endCxn id="14" idx="1"/>
          </p:cNvCxnSpPr>
          <p:nvPr/>
        </p:nvCxnSpPr>
        <p:spPr>
          <a:xfrm>
            <a:off x="5272800" y="2404326"/>
            <a:ext cx="985125" cy="681804"/>
          </a:xfrm>
          <a:prstGeom prst="straightConnector1">
            <a:avLst/>
          </a:prstGeom>
          <a:ln>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256AFAEC-66ED-D89B-9859-E7995F11CBBF}"/>
              </a:ext>
            </a:extLst>
          </p:cNvPr>
          <p:cNvSpPr/>
          <p:nvPr/>
        </p:nvSpPr>
        <p:spPr>
          <a:xfrm>
            <a:off x="6267450" y="4693473"/>
            <a:ext cx="390525" cy="214314"/>
          </a:xfrm>
          <a:prstGeom prst="rect">
            <a:avLst/>
          </a:prstGeom>
          <a:noFill/>
          <a:ln w="19050">
            <a:solidFill>
              <a:srgbClr val="0D94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sp>
        <p:nvSpPr>
          <p:cNvPr id="23" name="TextBox 22">
            <a:extLst>
              <a:ext uri="{FF2B5EF4-FFF2-40B4-BE49-F238E27FC236}">
                <a16:creationId xmlns:a16="http://schemas.microsoft.com/office/drawing/2014/main" id="{CCFAC128-1A42-0E9D-8BA0-3E1A72B7A2EB}"/>
              </a:ext>
            </a:extLst>
          </p:cNvPr>
          <p:cNvSpPr txBox="1"/>
          <p:nvPr/>
        </p:nvSpPr>
        <p:spPr>
          <a:xfrm>
            <a:off x="1232591" y="5561527"/>
            <a:ext cx="5651602" cy="769441"/>
          </a:xfrm>
          <a:prstGeom prst="rect">
            <a:avLst/>
          </a:prstGeom>
          <a:noFill/>
          <a:ln w="19050">
            <a:solidFill>
              <a:srgbClr val="0D9488"/>
            </a:solidFill>
          </a:ln>
        </p:spPr>
        <p:txBody>
          <a:bodyPr wrap="square">
            <a:spAutoFit/>
          </a:bodyPr>
          <a:lstStyle/>
          <a:p>
            <a:pPr algn="l"/>
            <a:r>
              <a:rPr lang="en-US" sz="1100" b="1" noProof="0" dirty="0">
                <a:solidFill>
                  <a:srgbClr val="000000"/>
                </a:solidFill>
              </a:rPr>
              <a:t>Data source’s TAG : each data source has a TAG so the Knowledge Base managers can use them to categorize and organize documents in an unstructured KB. It helps in managing the importance and relevance of various documents within the KB. </a:t>
            </a:r>
          </a:p>
        </p:txBody>
      </p:sp>
      <p:cxnSp>
        <p:nvCxnSpPr>
          <p:cNvPr id="24" name="Straight Arrow Connector 23">
            <a:extLst>
              <a:ext uri="{FF2B5EF4-FFF2-40B4-BE49-F238E27FC236}">
                <a16:creationId xmlns:a16="http://schemas.microsoft.com/office/drawing/2014/main" id="{D58B5ABE-EEA8-D7CE-8781-6DCF7B48E237}"/>
              </a:ext>
            </a:extLst>
          </p:cNvPr>
          <p:cNvCxnSpPr>
            <a:cxnSpLocks/>
            <a:stCxn id="23" idx="0"/>
            <a:endCxn id="19" idx="1"/>
          </p:cNvCxnSpPr>
          <p:nvPr/>
        </p:nvCxnSpPr>
        <p:spPr>
          <a:xfrm flipV="1">
            <a:off x="4058392" y="4800630"/>
            <a:ext cx="2209058" cy="760897"/>
          </a:xfrm>
          <a:prstGeom prst="straightConnector1">
            <a:avLst/>
          </a:prstGeom>
          <a:ln>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328D886C-8A86-C86B-2B46-253E80AEC7A1}"/>
              </a:ext>
            </a:extLst>
          </p:cNvPr>
          <p:cNvSpPr/>
          <p:nvPr/>
        </p:nvSpPr>
        <p:spPr>
          <a:xfrm>
            <a:off x="5365669" y="3300444"/>
            <a:ext cx="5785248" cy="543781"/>
          </a:xfrm>
          <a:prstGeom prst="rect">
            <a:avLst/>
          </a:prstGeom>
          <a:noFill/>
          <a:ln w="19050">
            <a:solidFill>
              <a:srgbClr val="0D94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cxnSp>
        <p:nvCxnSpPr>
          <p:cNvPr id="37" name="Straight Arrow Connector 36">
            <a:extLst>
              <a:ext uri="{FF2B5EF4-FFF2-40B4-BE49-F238E27FC236}">
                <a16:creationId xmlns:a16="http://schemas.microsoft.com/office/drawing/2014/main" id="{6C91EF0E-F80B-4FA2-F2FA-0A7A6EC72B78}"/>
              </a:ext>
            </a:extLst>
          </p:cNvPr>
          <p:cNvCxnSpPr>
            <a:cxnSpLocks/>
            <a:stCxn id="42" idx="3"/>
            <a:endCxn id="29" idx="1"/>
          </p:cNvCxnSpPr>
          <p:nvPr/>
        </p:nvCxnSpPr>
        <p:spPr>
          <a:xfrm flipV="1">
            <a:off x="4301358" y="3572335"/>
            <a:ext cx="1064311" cy="298649"/>
          </a:xfrm>
          <a:prstGeom prst="straightConnector1">
            <a:avLst/>
          </a:prstGeom>
          <a:ln>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EBED3FBF-0692-9869-B84F-8F5E945E1371}"/>
              </a:ext>
            </a:extLst>
          </p:cNvPr>
          <p:cNvSpPr txBox="1"/>
          <p:nvPr/>
        </p:nvSpPr>
        <p:spPr>
          <a:xfrm>
            <a:off x="1536989" y="3570902"/>
            <a:ext cx="2764369" cy="600164"/>
          </a:xfrm>
          <a:prstGeom prst="rect">
            <a:avLst/>
          </a:prstGeom>
          <a:noFill/>
          <a:ln w="19050">
            <a:solidFill>
              <a:srgbClr val="0D9488"/>
            </a:solidFill>
          </a:ln>
        </p:spPr>
        <p:txBody>
          <a:bodyPr wrap="square">
            <a:spAutoFit/>
          </a:bodyPr>
          <a:lstStyle/>
          <a:p>
            <a:pPr algn="l"/>
            <a:r>
              <a:rPr lang="en-US" sz="1100" b="1" noProof="0" dirty="0">
                <a:solidFill>
                  <a:srgbClr val="000000"/>
                </a:solidFill>
              </a:rPr>
              <a:t>A deactivated data source: The KB manager can activate or deactivate a data source as needed.</a:t>
            </a:r>
          </a:p>
        </p:txBody>
      </p:sp>
      <p:sp>
        <p:nvSpPr>
          <p:cNvPr id="45" name="TextBox 44">
            <a:extLst>
              <a:ext uri="{FF2B5EF4-FFF2-40B4-BE49-F238E27FC236}">
                <a16:creationId xmlns:a16="http://schemas.microsoft.com/office/drawing/2014/main" id="{5B4C0A3F-2C6A-B739-C6F0-E734E66846BB}"/>
              </a:ext>
            </a:extLst>
          </p:cNvPr>
          <p:cNvSpPr txBox="1"/>
          <p:nvPr/>
        </p:nvSpPr>
        <p:spPr>
          <a:xfrm>
            <a:off x="9748242" y="1562318"/>
            <a:ext cx="1548408" cy="401572"/>
          </a:xfrm>
          <a:prstGeom prst="rect">
            <a:avLst/>
          </a:prstGeom>
          <a:noFill/>
          <a:ln w="19050">
            <a:solidFill>
              <a:srgbClr val="C00000"/>
            </a:solidFill>
          </a:ln>
        </p:spPr>
        <p:txBody>
          <a:bodyPr wrap="square">
            <a:spAutoFit/>
          </a:bodyPr>
          <a:lstStyle/>
          <a:p>
            <a:pPr algn="l"/>
            <a:endParaRPr lang="en-US" sz="1100" b="0" i="0" noProof="0" dirty="0">
              <a:solidFill>
                <a:srgbClr val="000000"/>
              </a:solidFill>
              <a:effectLst/>
            </a:endParaRPr>
          </a:p>
        </p:txBody>
      </p:sp>
      <p:cxnSp>
        <p:nvCxnSpPr>
          <p:cNvPr id="47" name="Straight Arrow Connector 46">
            <a:extLst>
              <a:ext uri="{FF2B5EF4-FFF2-40B4-BE49-F238E27FC236}">
                <a16:creationId xmlns:a16="http://schemas.microsoft.com/office/drawing/2014/main" id="{69A9D2C0-B90D-0594-3523-0BA2B142DCCB}"/>
              </a:ext>
            </a:extLst>
          </p:cNvPr>
          <p:cNvCxnSpPr>
            <a:cxnSpLocks/>
            <a:stCxn id="51" idx="2"/>
            <a:endCxn id="45" idx="0"/>
          </p:cNvCxnSpPr>
          <p:nvPr/>
        </p:nvCxnSpPr>
        <p:spPr>
          <a:xfrm>
            <a:off x="10116294" y="1293296"/>
            <a:ext cx="406152" cy="269022"/>
          </a:xfrm>
          <a:prstGeom prst="straightConnector1">
            <a:avLst/>
          </a:prstGeom>
          <a:ln>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6498278D-FD74-4DD4-DD33-B7ABB0B46F11}"/>
              </a:ext>
            </a:extLst>
          </p:cNvPr>
          <p:cNvSpPr txBox="1"/>
          <p:nvPr/>
        </p:nvSpPr>
        <p:spPr>
          <a:xfrm>
            <a:off x="8903196" y="862409"/>
            <a:ext cx="2426196" cy="430887"/>
          </a:xfrm>
          <a:prstGeom prst="rect">
            <a:avLst/>
          </a:prstGeom>
          <a:noFill/>
          <a:ln w="19050">
            <a:solidFill>
              <a:srgbClr val="C00000"/>
            </a:solidFill>
          </a:ln>
        </p:spPr>
        <p:txBody>
          <a:bodyPr wrap="square">
            <a:spAutoFit/>
          </a:bodyPr>
          <a:lstStyle/>
          <a:p>
            <a:pPr algn="l"/>
            <a:r>
              <a:rPr lang="en-US" sz="1100" b="1" noProof="0" dirty="0">
                <a:solidFill>
                  <a:srgbClr val="000000"/>
                </a:solidFill>
              </a:rPr>
              <a:t>You can click this button to add data sources.</a:t>
            </a:r>
            <a:endParaRPr lang="en-US" sz="1100" b="0" i="0" noProof="0" dirty="0">
              <a:solidFill>
                <a:srgbClr val="000000"/>
              </a:solidFill>
              <a:effectLst/>
            </a:endParaRPr>
          </a:p>
        </p:txBody>
      </p:sp>
    </p:spTree>
    <p:extLst>
      <p:ext uri="{BB962C8B-B14F-4D97-AF65-F5344CB8AC3E}">
        <p14:creationId xmlns:p14="http://schemas.microsoft.com/office/powerpoint/2010/main" val="42620227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E8196-D51A-F854-0351-8417ACC1E1D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15E4F94-474C-45FF-14BA-943F74FCBFEE}"/>
              </a:ext>
            </a:extLst>
          </p:cNvPr>
          <p:cNvSpPr>
            <a:spLocks noGrp="1"/>
          </p:cNvSpPr>
          <p:nvPr>
            <p:ph type="sldNum" sz="quarter" idx="12"/>
          </p:nvPr>
        </p:nvSpPr>
        <p:spPr/>
        <p:txBody>
          <a:bodyPr/>
          <a:lstStyle/>
          <a:p>
            <a:fld id="{40A7B169-58CE-4E65-B1F9-ACF9E46440C2}" type="slidenum">
              <a:rPr lang="en-US" noProof="0" smtClean="0"/>
              <a:t>27</a:t>
            </a:fld>
            <a:endParaRPr lang="en-US" noProof="0" dirty="0"/>
          </a:p>
        </p:txBody>
      </p:sp>
      <p:sp>
        <p:nvSpPr>
          <p:cNvPr id="8" name="TextBox 7">
            <a:extLst>
              <a:ext uri="{FF2B5EF4-FFF2-40B4-BE49-F238E27FC236}">
                <a16:creationId xmlns:a16="http://schemas.microsoft.com/office/drawing/2014/main" id="{D6E137D3-2680-495D-D6BB-E502F60701CD}"/>
              </a:ext>
            </a:extLst>
          </p:cNvPr>
          <p:cNvSpPr txBox="1"/>
          <p:nvPr/>
        </p:nvSpPr>
        <p:spPr>
          <a:xfrm>
            <a:off x="240505" y="355581"/>
            <a:ext cx="10198895" cy="338554"/>
          </a:xfrm>
          <a:prstGeom prst="rect">
            <a:avLst/>
          </a:prstGeom>
          <a:noFill/>
        </p:spPr>
        <p:txBody>
          <a:bodyPr wrap="square">
            <a:spAutoFit/>
          </a:bodyPr>
          <a:lstStyle/>
          <a:p>
            <a:pPr marL="285750" indent="-285750" algn="l">
              <a:buFont typeface="Arial" panose="020B0604020202020204" pitchFamily="34" charset="0"/>
              <a:buChar char="•"/>
            </a:pPr>
            <a:r>
              <a:rPr lang="en-US" sz="1600" b="1" i="0" noProof="0" dirty="0">
                <a:solidFill>
                  <a:srgbClr val="000000"/>
                </a:solidFill>
                <a:effectLst/>
              </a:rPr>
              <a:t>When you click on the Add data source button , a pop-up is displayed :</a:t>
            </a:r>
            <a:endParaRPr lang="en-US" sz="1600" b="0" i="0" noProof="0" dirty="0">
              <a:solidFill>
                <a:srgbClr val="000000"/>
              </a:solidFill>
              <a:effectLst/>
            </a:endParaRPr>
          </a:p>
        </p:txBody>
      </p:sp>
      <p:pic>
        <p:nvPicPr>
          <p:cNvPr id="9" name="Picture 8">
            <a:extLst>
              <a:ext uri="{FF2B5EF4-FFF2-40B4-BE49-F238E27FC236}">
                <a16:creationId xmlns:a16="http://schemas.microsoft.com/office/drawing/2014/main" id="{010D198C-CDA9-DEF6-1555-2A009E782B8D}"/>
              </a:ext>
            </a:extLst>
          </p:cNvPr>
          <p:cNvPicPr>
            <a:picLocks noChangeAspect="1"/>
          </p:cNvPicPr>
          <p:nvPr/>
        </p:nvPicPr>
        <p:blipFill>
          <a:blip r:embed="rId3"/>
          <a:srcRect l="43012" r="8714"/>
          <a:stretch>
            <a:fillRect/>
          </a:stretch>
        </p:blipFill>
        <p:spPr>
          <a:xfrm>
            <a:off x="691752" y="892598"/>
            <a:ext cx="4914900" cy="5262647"/>
          </a:xfrm>
          <a:prstGeom prst="rect">
            <a:avLst/>
          </a:prstGeom>
        </p:spPr>
      </p:pic>
      <p:pic>
        <p:nvPicPr>
          <p:cNvPr id="15" name="Picture 14">
            <a:extLst>
              <a:ext uri="{FF2B5EF4-FFF2-40B4-BE49-F238E27FC236}">
                <a16:creationId xmlns:a16="http://schemas.microsoft.com/office/drawing/2014/main" id="{3AD6FCAE-8758-9DD3-021E-89AE79B9AB4B}"/>
              </a:ext>
            </a:extLst>
          </p:cNvPr>
          <p:cNvPicPr>
            <a:picLocks noChangeAspect="1"/>
          </p:cNvPicPr>
          <p:nvPr/>
        </p:nvPicPr>
        <p:blipFill>
          <a:blip r:embed="rId4"/>
          <a:srcRect l="13117" r="7491" b="8549"/>
          <a:stretch>
            <a:fillRect/>
          </a:stretch>
        </p:blipFill>
        <p:spPr>
          <a:xfrm>
            <a:off x="6252687" y="892598"/>
            <a:ext cx="5514261" cy="5128419"/>
          </a:xfrm>
          <a:prstGeom prst="rect">
            <a:avLst/>
          </a:prstGeom>
        </p:spPr>
      </p:pic>
      <p:sp>
        <p:nvSpPr>
          <p:cNvPr id="2" name="TextBox 1">
            <a:extLst>
              <a:ext uri="{FF2B5EF4-FFF2-40B4-BE49-F238E27FC236}">
                <a16:creationId xmlns:a16="http://schemas.microsoft.com/office/drawing/2014/main" id="{E7972B39-3D67-73A0-528D-72311D701E74}"/>
              </a:ext>
            </a:extLst>
          </p:cNvPr>
          <p:cNvSpPr txBox="1"/>
          <p:nvPr/>
        </p:nvSpPr>
        <p:spPr>
          <a:xfrm>
            <a:off x="800101" y="4276725"/>
            <a:ext cx="2762250" cy="536700"/>
          </a:xfrm>
          <a:prstGeom prst="rect">
            <a:avLst/>
          </a:prstGeom>
          <a:noFill/>
          <a:ln w="19050">
            <a:solidFill>
              <a:srgbClr val="C00000"/>
            </a:solidFill>
          </a:ln>
        </p:spPr>
        <p:txBody>
          <a:bodyPr wrap="square">
            <a:spAutoFit/>
          </a:bodyPr>
          <a:lstStyle/>
          <a:p>
            <a:pPr algn="l"/>
            <a:endParaRPr lang="en-US" sz="1100" b="0" i="0" noProof="0" dirty="0">
              <a:solidFill>
                <a:srgbClr val="000000"/>
              </a:solidFill>
              <a:effectLst/>
            </a:endParaRPr>
          </a:p>
        </p:txBody>
      </p:sp>
      <p:sp>
        <p:nvSpPr>
          <p:cNvPr id="5" name="TextBox 4">
            <a:extLst>
              <a:ext uri="{FF2B5EF4-FFF2-40B4-BE49-F238E27FC236}">
                <a16:creationId xmlns:a16="http://schemas.microsoft.com/office/drawing/2014/main" id="{6829409D-CE46-99AB-09DE-41F2E33C3456}"/>
              </a:ext>
            </a:extLst>
          </p:cNvPr>
          <p:cNvSpPr txBox="1"/>
          <p:nvPr/>
        </p:nvSpPr>
        <p:spPr>
          <a:xfrm>
            <a:off x="800101" y="4885732"/>
            <a:ext cx="2762249" cy="429217"/>
          </a:xfrm>
          <a:prstGeom prst="rect">
            <a:avLst/>
          </a:prstGeom>
          <a:noFill/>
          <a:ln w="19050">
            <a:solidFill>
              <a:srgbClr val="C00000"/>
            </a:solidFill>
          </a:ln>
        </p:spPr>
        <p:txBody>
          <a:bodyPr wrap="square">
            <a:spAutoFit/>
          </a:bodyPr>
          <a:lstStyle/>
          <a:p>
            <a:pPr algn="l"/>
            <a:endParaRPr lang="en-US" sz="1100" b="0" i="0" noProof="0" dirty="0">
              <a:solidFill>
                <a:srgbClr val="000000"/>
              </a:solidFill>
              <a:effectLst/>
            </a:endParaRPr>
          </a:p>
        </p:txBody>
      </p:sp>
      <p:sp>
        <p:nvSpPr>
          <p:cNvPr id="6" name="TextBox 5">
            <a:extLst>
              <a:ext uri="{FF2B5EF4-FFF2-40B4-BE49-F238E27FC236}">
                <a16:creationId xmlns:a16="http://schemas.microsoft.com/office/drawing/2014/main" id="{B3496D13-39B9-66C6-BD6E-9DEE9C1804B1}"/>
              </a:ext>
            </a:extLst>
          </p:cNvPr>
          <p:cNvSpPr txBox="1"/>
          <p:nvPr/>
        </p:nvSpPr>
        <p:spPr>
          <a:xfrm>
            <a:off x="800101" y="2453857"/>
            <a:ext cx="2838450" cy="481048"/>
          </a:xfrm>
          <a:prstGeom prst="rect">
            <a:avLst/>
          </a:prstGeom>
          <a:noFill/>
          <a:ln w="19050">
            <a:solidFill>
              <a:srgbClr val="C00000"/>
            </a:solidFill>
          </a:ln>
        </p:spPr>
        <p:txBody>
          <a:bodyPr wrap="square">
            <a:spAutoFit/>
          </a:bodyPr>
          <a:lstStyle/>
          <a:p>
            <a:pPr algn="l"/>
            <a:endParaRPr lang="en-US" sz="1100" b="0" i="0" noProof="0" dirty="0">
              <a:solidFill>
                <a:srgbClr val="000000"/>
              </a:solidFill>
              <a:effectLst/>
            </a:endParaRPr>
          </a:p>
        </p:txBody>
      </p:sp>
      <p:sp>
        <p:nvSpPr>
          <p:cNvPr id="7" name="TextBox 6">
            <a:extLst>
              <a:ext uri="{FF2B5EF4-FFF2-40B4-BE49-F238E27FC236}">
                <a16:creationId xmlns:a16="http://schemas.microsoft.com/office/drawing/2014/main" id="{35C2B503-113E-6B72-2589-B30CA2B40726}"/>
              </a:ext>
            </a:extLst>
          </p:cNvPr>
          <p:cNvSpPr txBox="1"/>
          <p:nvPr/>
        </p:nvSpPr>
        <p:spPr>
          <a:xfrm>
            <a:off x="6599633" y="3013985"/>
            <a:ext cx="3401617" cy="1605639"/>
          </a:xfrm>
          <a:prstGeom prst="rect">
            <a:avLst/>
          </a:prstGeom>
          <a:noFill/>
          <a:ln w="19050">
            <a:solidFill>
              <a:srgbClr val="C00000"/>
            </a:solidFill>
          </a:ln>
        </p:spPr>
        <p:txBody>
          <a:bodyPr wrap="square">
            <a:spAutoFit/>
          </a:bodyPr>
          <a:lstStyle/>
          <a:p>
            <a:pPr algn="l"/>
            <a:endParaRPr lang="en-US" sz="1100" b="0" i="0" noProof="0" dirty="0">
              <a:solidFill>
                <a:srgbClr val="000000"/>
              </a:solidFill>
              <a:effectLst/>
            </a:endParaRPr>
          </a:p>
        </p:txBody>
      </p:sp>
      <p:sp>
        <p:nvSpPr>
          <p:cNvPr id="10" name="TextBox 9">
            <a:extLst>
              <a:ext uri="{FF2B5EF4-FFF2-40B4-BE49-F238E27FC236}">
                <a16:creationId xmlns:a16="http://schemas.microsoft.com/office/drawing/2014/main" id="{92C0623F-D9ED-BC45-57A0-0F3BF7508406}"/>
              </a:ext>
            </a:extLst>
          </p:cNvPr>
          <p:cNvSpPr txBox="1"/>
          <p:nvPr/>
        </p:nvSpPr>
        <p:spPr>
          <a:xfrm>
            <a:off x="1614486" y="3456807"/>
            <a:ext cx="1534716" cy="430887"/>
          </a:xfrm>
          <a:prstGeom prst="rect">
            <a:avLst/>
          </a:prstGeom>
          <a:noFill/>
          <a:ln w="19050">
            <a:solidFill>
              <a:srgbClr val="C00000"/>
            </a:solidFill>
          </a:ln>
        </p:spPr>
        <p:txBody>
          <a:bodyPr wrap="square">
            <a:spAutoFit/>
          </a:bodyPr>
          <a:lstStyle/>
          <a:p>
            <a:pPr algn="l"/>
            <a:r>
              <a:rPr lang="en-US" sz="1100" b="1" noProof="0" dirty="0">
                <a:solidFill>
                  <a:srgbClr val="000000"/>
                </a:solidFill>
              </a:rPr>
              <a:t>You must enter the data source’s name </a:t>
            </a:r>
            <a:endParaRPr lang="en-US" sz="1100" b="0" i="0" noProof="0" dirty="0">
              <a:solidFill>
                <a:srgbClr val="000000"/>
              </a:solidFill>
              <a:effectLst/>
            </a:endParaRPr>
          </a:p>
        </p:txBody>
      </p:sp>
      <p:cxnSp>
        <p:nvCxnSpPr>
          <p:cNvPr id="11" name="Straight Arrow Connector 10">
            <a:extLst>
              <a:ext uri="{FF2B5EF4-FFF2-40B4-BE49-F238E27FC236}">
                <a16:creationId xmlns:a16="http://schemas.microsoft.com/office/drawing/2014/main" id="{52D89AFF-9E31-3DAD-006B-D43337A8A906}"/>
              </a:ext>
            </a:extLst>
          </p:cNvPr>
          <p:cNvCxnSpPr>
            <a:cxnSpLocks/>
            <a:stCxn id="10" idx="0"/>
          </p:cNvCxnSpPr>
          <p:nvPr/>
        </p:nvCxnSpPr>
        <p:spPr>
          <a:xfrm flipH="1" flipV="1">
            <a:off x="2219326" y="2957384"/>
            <a:ext cx="162518" cy="499423"/>
          </a:xfrm>
          <a:prstGeom prst="straightConnector1">
            <a:avLst/>
          </a:prstGeom>
          <a:ln>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E6BBEBBE-8976-129F-815D-EDB4B3226F14}"/>
              </a:ext>
            </a:extLst>
          </p:cNvPr>
          <p:cNvSpPr txBox="1"/>
          <p:nvPr/>
        </p:nvSpPr>
        <p:spPr>
          <a:xfrm>
            <a:off x="4071936" y="6283397"/>
            <a:ext cx="1534716" cy="430887"/>
          </a:xfrm>
          <a:prstGeom prst="rect">
            <a:avLst/>
          </a:prstGeom>
          <a:noFill/>
          <a:ln w="19050">
            <a:solidFill>
              <a:srgbClr val="C00000"/>
            </a:solidFill>
          </a:ln>
        </p:spPr>
        <p:txBody>
          <a:bodyPr wrap="square">
            <a:spAutoFit/>
          </a:bodyPr>
          <a:lstStyle/>
          <a:p>
            <a:pPr algn="l"/>
            <a:r>
              <a:rPr lang="en-US" sz="1100" b="1" noProof="0" dirty="0">
                <a:solidFill>
                  <a:srgbClr val="000000"/>
                </a:solidFill>
              </a:rPr>
              <a:t>You can select the data source Tags </a:t>
            </a:r>
            <a:endParaRPr lang="en-US" sz="1100" b="0" i="0" noProof="0" dirty="0">
              <a:solidFill>
                <a:srgbClr val="000000"/>
              </a:solidFill>
              <a:effectLst/>
            </a:endParaRPr>
          </a:p>
        </p:txBody>
      </p:sp>
      <p:sp>
        <p:nvSpPr>
          <p:cNvPr id="18" name="TextBox 17">
            <a:extLst>
              <a:ext uri="{FF2B5EF4-FFF2-40B4-BE49-F238E27FC236}">
                <a16:creationId xmlns:a16="http://schemas.microsoft.com/office/drawing/2014/main" id="{FBFB2C8C-8286-0E08-0E11-D30AAC5AEBDD}"/>
              </a:ext>
            </a:extLst>
          </p:cNvPr>
          <p:cNvSpPr txBox="1"/>
          <p:nvPr/>
        </p:nvSpPr>
        <p:spPr>
          <a:xfrm>
            <a:off x="1407913" y="6272657"/>
            <a:ext cx="2457449" cy="430887"/>
          </a:xfrm>
          <a:prstGeom prst="rect">
            <a:avLst/>
          </a:prstGeom>
          <a:noFill/>
          <a:ln w="19050">
            <a:solidFill>
              <a:srgbClr val="C00000"/>
            </a:solidFill>
          </a:ln>
        </p:spPr>
        <p:txBody>
          <a:bodyPr wrap="square">
            <a:spAutoFit/>
          </a:bodyPr>
          <a:lstStyle/>
          <a:p>
            <a:pPr algn="l"/>
            <a:r>
              <a:rPr lang="en-US" sz="1100" b="1" i="0" noProof="0" dirty="0">
                <a:solidFill>
                  <a:srgbClr val="000000"/>
                </a:solidFill>
                <a:effectLst/>
              </a:rPr>
              <a:t>For each data source you must upload at least one file </a:t>
            </a:r>
            <a:endParaRPr lang="en-US" sz="1100" b="0" i="0" noProof="0" dirty="0">
              <a:solidFill>
                <a:srgbClr val="000000"/>
              </a:solidFill>
              <a:effectLst/>
            </a:endParaRPr>
          </a:p>
        </p:txBody>
      </p:sp>
      <p:cxnSp>
        <p:nvCxnSpPr>
          <p:cNvPr id="19" name="Straight Arrow Connector 18">
            <a:extLst>
              <a:ext uri="{FF2B5EF4-FFF2-40B4-BE49-F238E27FC236}">
                <a16:creationId xmlns:a16="http://schemas.microsoft.com/office/drawing/2014/main" id="{957D0FC2-B11D-3BBA-6380-1078DFECDC22}"/>
              </a:ext>
            </a:extLst>
          </p:cNvPr>
          <p:cNvCxnSpPr>
            <a:cxnSpLocks/>
            <a:stCxn id="18" idx="0"/>
            <a:endCxn id="5" idx="2"/>
          </p:cNvCxnSpPr>
          <p:nvPr/>
        </p:nvCxnSpPr>
        <p:spPr>
          <a:xfrm flipH="1" flipV="1">
            <a:off x="2181226" y="5314949"/>
            <a:ext cx="455412" cy="957708"/>
          </a:xfrm>
          <a:prstGeom prst="straightConnector1">
            <a:avLst/>
          </a:prstGeom>
          <a:ln>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9A401BE9-C936-4CCB-1892-629D0A309522}"/>
              </a:ext>
            </a:extLst>
          </p:cNvPr>
          <p:cNvCxnSpPr>
            <a:cxnSpLocks/>
            <a:stCxn id="17" idx="0"/>
          </p:cNvCxnSpPr>
          <p:nvPr/>
        </p:nvCxnSpPr>
        <p:spPr>
          <a:xfrm flipH="1" flipV="1">
            <a:off x="3562350" y="4545075"/>
            <a:ext cx="1276944" cy="1738322"/>
          </a:xfrm>
          <a:prstGeom prst="straightConnector1">
            <a:avLst/>
          </a:prstGeom>
          <a:ln>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28" name="Heptagon 27">
            <a:extLst>
              <a:ext uri="{FF2B5EF4-FFF2-40B4-BE49-F238E27FC236}">
                <a16:creationId xmlns:a16="http://schemas.microsoft.com/office/drawing/2014/main" id="{2A5299A0-0436-719C-1D73-3AF107227FBB}"/>
              </a:ext>
            </a:extLst>
          </p:cNvPr>
          <p:cNvSpPr/>
          <p:nvPr/>
        </p:nvSpPr>
        <p:spPr>
          <a:xfrm>
            <a:off x="2105322" y="1711633"/>
            <a:ext cx="390526" cy="403354"/>
          </a:xfrm>
          <a:prstGeom prst="heptagon">
            <a:avLst/>
          </a:prstGeom>
          <a:solidFill>
            <a:srgbClr val="0D94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r>
              <a:rPr lang="fr-FR" dirty="0"/>
              <a:t>1</a:t>
            </a:r>
            <a:endParaRPr lang="en-US" dirty="0" err="1"/>
          </a:p>
        </p:txBody>
      </p:sp>
      <p:sp>
        <p:nvSpPr>
          <p:cNvPr id="29" name="Heptagon 28">
            <a:extLst>
              <a:ext uri="{FF2B5EF4-FFF2-40B4-BE49-F238E27FC236}">
                <a16:creationId xmlns:a16="http://schemas.microsoft.com/office/drawing/2014/main" id="{BE98EFCB-8DE7-5373-754C-3B88969B41F8}"/>
              </a:ext>
            </a:extLst>
          </p:cNvPr>
          <p:cNvSpPr/>
          <p:nvPr/>
        </p:nvSpPr>
        <p:spPr>
          <a:xfrm>
            <a:off x="7709892" y="4813425"/>
            <a:ext cx="390526" cy="403354"/>
          </a:xfrm>
          <a:prstGeom prst="heptagon">
            <a:avLst/>
          </a:prstGeom>
          <a:solidFill>
            <a:srgbClr val="0D94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r>
              <a:rPr lang="fr-FR" dirty="0"/>
              <a:t>2</a:t>
            </a:r>
            <a:endParaRPr lang="en-US" dirty="0" err="1"/>
          </a:p>
        </p:txBody>
      </p:sp>
      <p:sp>
        <p:nvSpPr>
          <p:cNvPr id="30" name="TextBox 29">
            <a:extLst>
              <a:ext uri="{FF2B5EF4-FFF2-40B4-BE49-F238E27FC236}">
                <a16:creationId xmlns:a16="http://schemas.microsoft.com/office/drawing/2014/main" id="{FFF38AA0-0DD8-E0F1-D22B-E846CDFECE9A}"/>
              </a:ext>
            </a:extLst>
          </p:cNvPr>
          <p:cNvSpPr txBox="1"/>
          <p:nvPr/>
        </p:nvSpPr>
        <p:spPr>
          <a:xfrm>
            <a:off x="8028383" y="6192635"/>
            <a:ext cx="2755704" cy="430887"/>
          </a:xfrm>
          <a:prstGeom prst="rect">
            <a:avLst/>
          </a:prstGeom>
          <a:noFill/>
          <a:ln w="19050">
            <a:solidFill>
              <a:srgbClr val="C00000"/>
            </a:solidFill>
          </a:ln>
        </p:spPr>
        <p:txBody>
          <a:bodyPr wrap="square">
            <a:spAutoFit/>
          </a:bodyPr>
          <a:lstStyle/>
          <a:p>
            <a:pPr algn="l"/>
            <a:r>
              <a:rPr lang="en-US" sz="1100" b="1" noProof="0" dirty="0">
                <a:solidFill>
                  <a:srgbClr val="000000"/>
                </a:solidFill>
              </a:rPr>
              <a:t>Once you uploaded the files , you must specify the files type  </a:t>
            </a:r>
            <a:endParaRPr lang="en-US" sz="1100" b="0" i="0" noProof="0" dirty="0">
              <a:solidFill>
                <a:srgbClr val="000000"/>
              </a:solidFill>
              <a:effectLst/>
            </a:endParaRPr>
          </a:p>
        </p:txBody>
      </p:sp>
      <p:cxnSp>
        <p:nvCxnSpPr>
          <p:cNvPr id="31" name="Straight Arrow Connector 30">
            <a:extLst>
              <a:ext uri="{FF2B5EF4-FFF2-40B4-BE49-F238E27FC236}">
                <a16:creationId xmlns:a16="http://schemas.microsoft.com/office/drawing/2014/main" id="{BFD262C5-725B-24C8-820E-1AEECE2F61A7}"/>
              </a:ext>
            </a:extLst>
          </p:cNvPr>
          <p:cNvCxnSpPr>
            <a:cxnSpLocks/>
            <a:stCxn id="30" idx="0"/>
            <a:endCxn id="7" idx="2"/>
          </p:cNvCxnSpPr>
          <p:nvPr/>
        </p:nvCxnSpPr>
        <p:spPr>
          <a:xfrm flipH="1" flipV="1">
            <a:off x="8300442" y="4619624"/>
            <a:ext cx="1105793" cy="1573011"/>
          </a:xfrm>
          <a:prstGeom prst="straightConnector1">
            <a:avLst/>
          </a:prstGeom>
          <a:ln>
            <a:headEnd type="none" w="lg" len="lg"/>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15116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80378-C5A4-8BFB-340F-909E44B43E8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09033D5-11E4-F5B5-9FB5-6F65A0EC6F33}"/>
              </a:ext>
            </a:extLst>
          </p:cNvPr>
          <p:cNvSpPr>
            <a:spLocks noGrp="1"/>
          </p:cNvSpPr>
          <p:nvPr>
            <p:ph type="sldNum" sz="quarter" idx="12"/>
          </p:nvPr>
        </p:nvSpPr>
        <p:spPr/>
        <p:txBody>
          <a:bodyPr/>
          <a:lstStyle/>
          <a:p>
            <a:fld id="{40A7B169-58CE-4E65-B1F9-ACF9E46440C2}" type="slidenum">
              <a:rPr lang="en-US" noProof="0" smtClean="0"/>
              <a:t>28</a:t>
            </a:fld>
            <a:endParaRPr lang="en-US" noProof="0" dirty="0"/>
          </a:p>
        </p:txBody>
      </p:sp>
      <p:pic>
        <p:nvPicPr>
          <p:cNvPr id="3" name="Picture 2">
            <a:extLst>
              <a:ext uri="{FF2B5EF4-FFF2-40B4-BE49-F238E27FC236}">
                <a16:creationId xmlns:a16="http://schemas.microsoft.com/office/drawing/2014/main" id="{DA22210A-B956-C0A9-4C97-EAB5527152CB}"/>
              </a:ext>
            </a:extLst>
          </p:cNvPr>
          <p:cNvPicPr>
            <a:picLocks noChangeAspect="1"/>
          </p:cNvPicPr>
          <p:nvPr/>
        </p:nvPicPr>
        <p:blipFill>
          <a:blip r:embed="rId3"/>
          <a:stretch>
            <a:fillRect/>
          </a:stretch>
        </p:blipFill>
        <p:spPr>
          <a:xfrm>
            <a:off x="4315721" y="911640"/>
            <a:ext cx="5831154" cy="5171679"/>
          </a:xfrm>
          <a:prstGeom prst="rect">
            <a:avLst/>
          </a:prstGeom>
        </p:spPr>
      </p:pic>
      <p:sp>
        <p:nvSpPr>
          <p:cNvPr id="41" name="Rectangle 40">
            <a:extLst>
              <a:ext uri="{FF2B5EF4-FFF2-40B4-BE49-F238E27FC236}">
                <a16:creationId xmlns:a16="http://schemas.microsoft.com/office/drawing/2014/main" id="{8E4A76F9-4365-4236-CA4A-7C682CD98A5F}"/>
              </a:ext>
            </a:extLst>
          </p:cNvPr>
          <p:cNvSpPr/>
          <p:nvPr/>
        </p:nvSpPr>
        <p:spPr>
          <a:xfrm>
            <a:off x="4752976" y="3002180"/>
            <a:ext cx="3476624" cy="2085975"/>
          </a:xfrm>
          <a:prstGeom prst="rect">
            <a:avLst/>
          </a:prstGeom>
          <a:noFill/>
          <a:ln w="19050">
            <a:solidFill>
              <a:srgbClr val="0D94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pic>
        <p:nvPicPr>
          <p:cNvPr id="40" name="Picture 39">
            <a:extLst>
              <a:ext uri="{FF2B5EF4-FFF2-40B4-BE49-F238E27FC236}">
                <a16:creationId xmlns:a16="http://schemas.microsoft.com/office/drawing/2014/main" id="{6AF8FD18-B87B-877B-629F-0321D96E1839}"/>
              </a:ext>
            </a:extLst>
          </p:cNvPr>
          <p:cNvPicPr>
            <a:picLocks noChangeAspect="1"/>
          </p:cNvPicPr>
          <p:nvPr/>
        </p:nvPicPr>
        <p:blipFill>
          <a:blip r:embed="rId4"/>
          <a:stretch>
            <a:fillRect/>
          </a:stretch>
        </p:blipFill>
        <p:spPr>
          <a:xfrm>
            <a:off x="685800" y="582541"/>
            <a:ext cx="3079067" cy="2734881"/>
          </a:xfrm>
          <a:prstGeom prst="rect">
            <a:avLst/>
          </a:prstGeom>
          <a:ln w="3175">
            <a:solidFill>
              <a:schemeClr val="tx1"/>
            </a:solidFill>
          </a:ln>
        </p:spPr>
      </p:pic>
      <p:cxnSp>
        <p:nvCxnSpPr>
          <p:cNvPr id="42" name="Straight Arrow Connector 41">
            <a:extLst>
              <a:ext uri="{FF2B5EF4-FFF2-40B4-BE49-F238E27FC236}">
                <a16:creationId xmlns:a16="http://schemas.microsoft.com/office/drawing/2014/main" id="{A364D648-21B7-7F86-76B1-0CEA34666A35}"/>
              </a:ext>
            </a:extLst>
          </p:cNvPr>
          <p:cNvCxnSpPr>
            <a:cxnSpLocks/>
            <a:stCxn id="41" idx="1"/>
            <a:endCxn id="40" idx="2"/>
          </p:cNvCxnSpPr>
          <p:nvPr/>
        </p:nvCxnSpPr>
        <p:spPr>
          <a:xfrm flipH="1" flipV="1">
            <a:off x="2225334" y="3317422"/>
            <a:ext cx="2527642" cy="727746"/>
          </a:xfrm>
          <a:prstGeom prst="straightConnector1">
            <a:avLst/>
          </a:prstGeom>
          <a:ln>
            <a:headEnd type="none" w="lg" len="lg"/>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27153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35590-2705-C22D-61AE-604C7E6AC5C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0AD9884-8BFB-E9E5-0AC5-60F7E2A1580A}"/>
              </a:ext>
            </a:extLst>
          </p:cNvPr>
          <p:cNvSpPr>
            <a:spLocks noGrp="1"/>
          </p:cNvSpPr>
          <p:nvPr>
            <p:ph type="sldNum" sz="quarter" idx="12"/>
          </p:nvPr>
        </p:nvSpPr>
        <p:spPr/>
        <p:txBody>
          <a:bodyPr/>
          <a:lstStyle/>
          <a:p>
            <a:fld id="{40A7B169-58CE-4E65-B1F9-ACF9E46440C2}" type="slidenum">
              <a:rPr lang="en-US" noProof="0" smtClean="0"/>
              <a:t>29</a:t>
            </a:fld>
            <a:endParaRPr lang="en-US" noProof="0" dirty="0"/>
          </a:p>
        </p:txBody>
      </p:sp>
      <p:sp>
        <p:nvSpPr>
          <p:cNvPr id="8" name="TextBox 7">
            <a:extLst>
              <a:ext uri="{FF2B5EF4-FFF2-40B4-BE49-F238E27FC236}">
                <a16:creationId xmlns:a16="http://schemas.microsoft.com/office/drawing/2014/main" id="{D7D2FD51-1DCA-C2C4-1712-1159AC2EBB3E}"/>
              </a:ext>
            </a:extLst>
          </p:cNvPr>
          <p:cNvSpPr txBox="1"/>
          <p:nvPr/>
        </p:nvSpPr>
        <p:spPr>
          <a:xfrm>
            <a:off x="240505" y="355581"/>
            <a:ext cx="10198895" cy="338554"/>
          </a:xfrm>
          <a:prstGeom prst="rect">
            <a:avLst/>
          </a:prstGeom>
          <a:noFill/>
        </p:spPr>
        <p:txBody>
          <a:bodyPr wrap="square">
            <a:spAutoFit/>
          </a:bodyPr>
          <a:lstStyle/>
          <a:p>
            <a:pPr marL="285750" indent="-285750" algn="l">
              <a:buFont typeface="Arial" panose="020B0604020202020204" pitchFamily="34" charset="0"/>
              <a:buChar char="•"/>
            </a:pPr>
            <a:r>
              <a:rPr lang="en-US" sz="1600" b="1" i="0" noProof="0" dirty="0">
                <a:solidFill>
                  <a:srgbClr val="000000"/>
                </a:solidFill>
                <a:effectLst/>
              </a:rPr>
              <a:t>When you click on the Add data source button , a pop-up is displayed :</a:t>
            </a:r>
            <a:endParaRPr lang="en-US" sz="1600" b="0" i="0" noProof="0" dirty="0">
              <a:solidFill>
                <a:srgbClr val="000000"/>
              </a:solidFill>
              <a:effectLst/>
            </a:endParaRPr>
          </a:p>
        </p:txBody>
      </p:sp>
      <p:pic>
        <p:nvPicPr>
          <p:cNvPr id="3" name="Picture 2">
            <a:extLst>
              <a:ext uri="{FF2B5EF4-FFF2-40B4-BE49-F238E27FC236}">
                <a16:creationId xmlns:a16="http://schemas.microsoft.com/office/drawing/2014/main" id="{805FA5AA-35CA-E33C-5E8D-E2905D643545}"/>
              </a:ext>
            </a:extLst>
          </p:cNvPr>
          <p:cNvPicPr>
            <a:picLocks noChangeAspect="1"/>
          </p:cNvPicPr>
          <p:nvPr/>
        </p:nvPicPr>
        <p:blipFill>
          <a:blip r:embed="rId3"/>
          <a:stretch>
            <a:fillRect/>
          </a:stretch>
        </p:blipFill>
        <p:spPr>
          <a:xfrm>
            <a:off x="3782321" y="947935"/>
            <a:ext cx="5831154" cy="5171679"/>
          </a:xfrm>
          <a:prstGeom prst="rect">
            <a:avLst/>
          </a:prstGeom>
        </p:spPr>
      </p:pic>
    </p:spTree>
    <p:extLst>
      <p:ext uri="{BB962C8B-B14F-4D97-AF65-F5344CB8AC3E}">
        <p14:creationId xmlns:p14="http://schemas.microsoft.com/office/powerpoint/2010/main" val="21308059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02656-CA02-ACC3-2F80-853EB1A693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E366D3-FF18-C364-E454-0E24A6292A13}"/>
              </a:ext>
            </a:extLst>
          </p:cNvPr>
          <p:cNvSpPr>
            <a:spLocks noGrp="1"/>
          </p:cNvSpPr>
          <p:nvPr>
            <p:ph type="title"/>
          </p:nvPr>
        </p:nvSpPr>
        <p:spPr>
          <a:xfrm>
            <a:off x="242477" y="-53443"/>
            <a:ext cx="11609159" cy="1247050"/>
          </a:xfrm>
        </p:spPr>
        <p:txBody>
          <a:bodyPr/>
          <a:lstStyle/>
          <a:p>
            <a:r>
              <a:rPr lang="en-US" sz="1800" b="1" noProof="0" dirty="0"/>
              <a:t>Getting Better Answers — How to Query the Persona</a:t>
            </a:r>
            <a:endParaRPr lang="en-US" sz="1800" noProof="0" dirty="0"/>
          </a:p>
        </p:txBody>
      </p:sp>
      <p:sp>
        <p:nvSpPr>
          <p:cNvPr id="20" name="Sub">
            <a:extLst>
              <a:ext uri="{FF2B5EF4-FFF2-40B4-BE49-F238E27FC236}">
                <a16:creationId xmlns:a16="http://schemas.microsoft.com/office/drawing/2014/main" id="{D55EEA5A-D9D7-7896-32EE-CF9D6DDA30D7}"/>
              </a:ext>
            </a:extLst>
          </p:cNvPr>
          <p:cNvSpPr>
            <a:spLocks noGrp="1"/>
          </p:cNvSpPr>
          <p:nvPr/>
        </p:nvSpPr>
        <p:spPr>
          <a:xfrm>
            <a:off x="291420" y="693607"/>
            <a:ext cx="11609159" cy="500000"/>
          </a:xfrm>
          <a:prstGeom prst="rect">
            <a:avLst/>
          </a:prstGeom>
          <a:noFill/>
        </p:spPr>
        <p:txBody>
          <a:bodyPr wrap="square" lIns="91440" tIns="45720" rIns="91440" bIns="45720"/>
          <a:lstStyle/>
          <a:p>
            <a:r>
              <a:rPr lang="en-US" sz="1200" b="0" i="1" noProof="0" dirty="0">
                <a:solidFill>
                  <a:srgbClr val="475569"/>
                </a:solidFill>
              </a:rPr>
              <a:t>Context-rich questions produce context-rich answers</a:t>
            </a:r>
          </a:p>
        </p:txBody>
      </p:sp>
      <p:sp>
        <p:nvSpPr>
          <p:cNvPr id="10" name="Col10">
            <a:extLst>
              <a:ext uri="{FF2B5EF4-FFF2-40B4-BE49-F238E27FC236}">
                <a16:creationId xmlns:a16="http://schemas.microsoft.com/office/drawing/2014/main" id="{DB83DE18-9EAC-5C21-96B3-74B6BAF6DD23}"/>
              </a:ext>
            </a:extLst>
          </p:cNvPr>
          <p:cNvSpPr>
            <a:spLocks noGrp="1"/>
          </p:cNvSpPr>
          <p:nvPr/>
        </p:nvSpPr>
        <p:spPr>
          <a:xfrm>
            <a:off x="347261" y="2136859"/>
            <a:ext cx="5400000" cy="2915031"/>
          </a:xfrm>
          <a:prstGeom prst="rect">
            <a:avLst/>
          </a:prstGeom>
          <a:solidFill>
            <a:srgbClr val="F8FAFC"/>
          </a:solidFill>
          <a:ln w="12700">
            <a:solidFill>
              <a:srgbClr val="CBD5E1"/>
            </a:solidFill>
          </a:ln>
        </p:spPr>
        <p:txBody>
          <a:bodyPr wrap="square" lIns="182880" tIns="182880" rIns="182880" bIns="182880"/>
          <a:lstStyle/>
          <a:p>
            <a:pPr algn="ctr"/>
            <a:r>
              <a:rPr lang="en-US" sz="1300" b="1" noProof="0" dirty="0">
                <a:solidFill>
                  <a:srgbClr val="03217B"/>
                </a:solidFill>
              </a:rPr>
              <a:t>What to specify when asking</a:t>
            </a:r>
          </a:p>
          <a:p>
            <a:endParaRPr lang="en-US" sz="1000" noProof="0" dirty="0"/>
          </a:p>
          <a:p>
            <a:r>
              <a:rPr lang="en-US" sz="1100" b="0" noProof="0" dirty="0">
                <a:solidFill>
                  <a:srgbClr val="334155"/>
                </a:solidFill>
              </a:rPr>
              <a:t>For best results, always specify:</a:t>
            </a:r>
          </a:p>
          <a:p>
            <a:endParaRPr lang="en-US" sz="1000" noProof="0" dirty="0"/>
          </a:p>
          <a:p>
            <a:pPr>
              <a:lnSpc>
                <a:spcPct val="150000"/>
              </a:lnSpc>
            </a:pPr>
            <a:r>
              <a:rPr lang="en-US" sz="1100" b="0" noProof="0" dirty="0">
                <a:solidFill>
                  <a:srgbClr val="334155"/>
                </a:solidFill>
              </a:rPr>
              <a:t>● The STM32 series (H7, H5, L4, G0…)</a:t>
            </a:r>
          </a:p>
          <a:p>
            <a:pPr>
              <a:lnSpc>
                <a:spcPct val="150000"/>
              </a:lnSpc>
            </a:pPr>
            <a:r>
              <a:rPr lang="en-US" sz="1100" b="0" noProof="0" dirty="0">
                <a:solidFill>
                  <a:srgbClr val="334155"/>
                </a:solidFill>
              </a:rPr>
              <a:t>● The exact MCU or board if known</a:t>
            </a:r>
          </a:p>
          <a:p>
            <a:pPr>
              <a:lnSpc>
                <a:spcPct val="150000"/>
              </a:lnSpc>
            </a:pPr>
            <a:r>
              <a:rPr lang="en-US" sz="1100" b="0" noProof="0" dirty="0">
                <a:solidFill>
                  <a:srgbClr val="334155"/>
                </a:solidFill>
              </a:rPr>
              <a:t>● The peripheral involved (DMA, UART, I2C, USB…)</a:t>
            </a:r>
          </a:p>
          <a:p>
            <a:pPr>
              <a:lnSpc>
                <a:spcPct val="150000"/>
              </a:lnSpc>
            </a:pPr>
            <a:r>
              <a:rPr lang="en-US" sz="1100" b="0" noProof="0" dirty="0">
                <a:solidFill>
                  <a:srgbClr val="334155"/>
                </a:solidFill>
              </a:rPr>
              <a:t>● The HAL API or function name if applicable</a:t>
            </a:r>
          </a:p>
          <a:p>
            <a:pPr>
              <a:lnSpc>
                <a:spcPct val="150000"/>
              </a:lnSpc>
            </a:pPr>
            <a:r>
              <a:rPr lang="en-US" sz="1100" b="0" noProof="0" dirty="0">
                <a:solidFill>
                  <a:srgbClr val="334155"/>
                </a:solidFill>
              </a:rPr>
              <a:t>● The observed symptom or error</a:t>
            </a:r>
          </a:p>
          <a:p>
            <a:pPr>
              <a:lnSpc>
                <a:spcPct val="150000"/>
              </a:lnSpc>
            </a:pPr>
            <a:r>
              <a:rPr lang="en-US" sz="1100" b="0" noProof="0" dirty="0">
                <a:solidFill>
                  <a:srgbClr val="334155"/>
                </a:solidFill>
              </a:rPr>
              <a:t>● The context: bug, config issue, regression, compilation error…</a:t>
            </a:r>
          </a:p>
        </p:txBody>
      </p:sp>
      <p:sp>
        <p:nvSpPr>
          <p:cNvPr id="11" name="Col11">
            <a:extLst>
              <a:ext uri="{FF2B5EF4-FFF2-40B4-BE49-F238E27FC236}">
                <a16:creationId xmlns:a16="http://schemas.microsoft.com/office/drawing/2014/main" id="{20A33E56-82DE-CDC2-EFAD-35D92253381F}"/>
              </a:ext>
            </a:extLst>
          </p:cNvPr>
          <p:cNvSpPr>
            <a:spLocks noGrp="1"/>
          </p:cNvSpPr>
          <p:nvPr/>
        </p:nvSpPr>
        <p:spPr>
          <a:xfrm>
            <a:off x="6056420" y="2130986"/>
            <a:ext cx="5900000" cy="2915032"/>
          </a:xfrm>
          <a:prstGeom prst="rect">
            <a:avLst/>
          </a:prstGeom>
          <a:solidFill>
            <a:srgbClr val="F8FAFC"/>
          </a:solidFill>
          <a:ln w="12700">
            <a:solidFill>
              <a:srgbClr val="CBD5E1"/>
            </a:solidFill>
          </a:ln>
        </p:spPr>
        <p:txBody>
          <a:bodyPr wrap="square" lIns="182880" tIns="182880" rIns="182880" bIns="182880"/>
          <a:lstStyle/>
          <a:p>
            <a:pPr algn="ctr"/>
            <a:r>
              <a:rPr lang="en-US" sz="1300" b="1" noProof="0" dirty="0">
                <a:solidFill>
                  <a:srgbClr val="0D9589"/>
                </a:solidFill>
              </a:rPr>
              <a:t>Vague vs Precise — Example</a:t>
            </a:r>
          </a:p>
          <a:p>
            <a:pPr algn="ctr"/>
            <a:endParaRPr lang="en-US" sz="1300" b="1" noProof="0" dirty="0">
              <a:solidFill>
                <a:srgbClr val="16A34A"/>
              </a:solidFill>
            </a:endParaRPr>
          </a:p>
          <a:p>
            <a:endParaRPr lang="en-US" sz="1000" noProof="0" dirty="0"/>
          </a:p>
          <a:p>
            <a:pPr algn="ctr"/>
            <a:r>
              <a:rPr lang="en-US" sz="1100" b="1" noProof="0" dirty="0">
                <a:solidFill>
                  <a:srgbClr val="03217B"/>
                </a:solidFill>
              </a:rPr>
              <a:t> Vague question:</a:t>
            </a:r>
          </a:p>
          <a:p>
            <a:r>
              <a:rPr lang="en-US" sz="1100" b="1" noProof="0" dirty="0">
                <a:solidFill>
                  <a:srgbClr val="334155"/>
                </a:solidFill>
              </a:rPr>
              <a:t>DMA does not work !</a:t>
            </a:r>
          </a:p>
          <a:p>
            <a:endParaRPr lang="en-US" sz="1000" noProof="0" dirty="0"/>
          </a:p>
          <a:p>
            <a:r>
              <a:rPr lang="en-US" sz="1100" b="1" noProof="0" dirty="0">
                <a:solidFill>
                  <a:schemeClr val="tx1">
                    <a:lumMod val="75000"/>
                    <a:lumOff val="25000"/>
                  </a:schemeClr>
                </a:solidFill>
              </a:rPr>
              <a:t>Result</a:t>
            </a:r>
            <a:r>
              <a:rPr lang="en-US" sz="1100" b="0" noProof="0" dirty="0">
                <a:solidFill>
                  <a:schemeClr val="tx1">
                    <a:lumMod val="75000"/>
                    <a:lumOff val="25000"/>
                  </a:schemeClr>
                </a:solidFill>
              </a:rPr>
              <a:t>:</a:t>
            </a:r>
            <a:r>
              <a:rPr lang="en-US" sz="1100" b="0" noProof="0" dirty="0">
                <a:solidFill>
                  <a:srgbClr val="334155"/>
                </a:solidFill>
              </a:rPr>
              <a:t> generic answer, low relevance, no specific source</a:t>
            </a:r>
          </a:p>
          <a:p>
            <a:endParaRPr lang="en-US" sz="1000" noProof="0" dirty="0"/>
          </a:p>
          <a:p>
            <a:pPr algn="ctr"/>
            <a:r>
              <a:rPr lang="en-US" sz="1100" b="1" noProof="0" dirty="0">
                <a:solidFill>
                  <a:srgbClr val="03217B"/>
                </a:solidFill>
              </a:rPr>
              <a:t> Precise question:</a:t>
            </a:r>
          </a:p>
          <a:p>
            <a:pPr algn="ctr"/>
            <a:endParaRPr lang="en-US" sz="1100" b="1" noProof="0" dirty="0">
              <a:solidFill>
                <a:srgbClr val="03217B"/>
              </a:solidFill>
            </a:endParaRPr>
          </a:p>
          <a:p>
            <a:r>
              <a:rPr lang="en-US" sz="1100" b="1" noProof="0" dirty="0">
                <a:solidFill>
                  <a:srgbClr val="334155"/>
                </a:solidFill>
              </a:rPr>
              <a:t>On STM32H743, ADC DMA circular mode gives inconsistent values after enabling </a:t>
            </a:r>
          </a:p>
          <a:p>
            <a:r>
              <a:rPr lang="en-US" sz="1100" b="1" noProof="0" dirty="0">
                <a:solidFill>
                  <a:srgbClr val="334155"/>
                </a:solidFill>
              </a:rPr>
              <a:t>D-Cache. What should I check ?</a:t>
            </a:r>
          </a:p>
          <a:p>
            <a:endParaRPr lang="en-US" sz="1000" noProof="0" dirty="0"/>
          </a:p>
          <a:p>
            <a:r>
              <a:rPr lang="en-US" sz="1100" b="1" noProof="0" dirty="0">
                <a:solidFill>
                  <a:schemeClr val="tx1">
                    <a:lumMod val="75000"/>
                    <a:lumOff val="25000"/>
                  </a:schemeClr>
                </a:solidFill>
              </a:rPr>
              <a:t>Result:</a:t>
            </a:r>
            <a:r>
              <a:rPr lang="en-US" sz="1100" b="1" noProof="0" dirty="0">
                <a:solidFill>
                  <a:srgbClr val="334155"/>
                </a:solidFill>
              </a:rPr>
              <a:t> </a:t>
            </a:r>
            <a:r>
              <a:rPr lang="en-US" sz="1100" b="0" noProof="0" dirty="0">
                <a:solidFill>
                  <a:srgbClr val="334155"/>
                </a:solidFill>
              </a:rPr>
              <a:t>specific issue retrieved, with relevant HAL context, PR/commit link if available, and concrete debug steps</a:t>
            </a:r>
          </a:p>
          <a:p>
            <a:endParaRPr lang="en-US" sz="1000" noProof="0" dirty="0"/>
          </a:p>
        </p:txBody>
      </p:sp>
      <p:sp>
        <p:nvSpPr>
          <p:cNvPr id="3" name="Shape 4">
            <a:extLst>
              <a:ext uri="{FF2B5EF4-FFF2-40B4-BE49-F238E27FC236}">
                <a16:creationId xmlns:a16="http://schemas.microsoft.com/office/drawing/2014/main" id="{91D1424A-7E2B-7E2E-3241-5FC3E45789AA}"/>
              </a:ext>
            </a:extLst>
          </p:cNvPr>
          <p:cNvSpPr/>
          <p:nvPr/>
        </p:nvSpPr>
        <p:spPr>
          <a:xfrm>
            <a:off x="242477" y="1159498"/>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5" name="TextBox 4">
            <a:extLst>
              <a:ext uri="{FF2B5EF4-FFF2-40B4-BE49-F238E27FC236}">
                <a16:creationId xmlns:a16="http://schemas.microsoft.com/office/drawing/2014/main" id="{C34B0EA7-7C55-BA4F-86E8-3839B50D2FB9}"/>
              </a:ext>
            </a:extLst>
          </p:cNvPr>
          <p:cNvSpPr txBox="1"/>
          <p:nvPr/>
        </p:nvSpPr>
        <p:spPr>
          <a:xfrm>
            <a:off x="2301706" y="5675620"/>
            <a:ext cx="10448707" cy="307777"/>
          </a:xfrm>
          <a:prstGeom prst="rect">
            <a:avLst/>
          </a:prstGeom>
          <a:noFill/>
        </p:spPr>
        <p:txBody>
          <a:bodyPr wrap="square">
            <a:spAutoFit/>
          </a:bodyPr>
          <a:lstStyle/>
          <a:p>
            <a:r>
              <a:rPr lang="en-US" sz="1400" b="1" i="1" noProof="0" dirty="0">
                <a:solidFill>
                  <a:srgbClr val="334155"/>
                </a:solidFill>
              </a:rPr>
              <a:t>The more context you give, the more the persona can retrieve and the better the answer.</a:t>
            </a:r>
          </a:p>
        </p:txBody>
      </p:sp>
      <p:sp>
        <p:nvSpPr>
          <p:cNvPr id="4" name="Slide Number Placeholder 3">
            <a:extLst>
              <a:ext uri="{FF2B5EF4-FFF2-40B4-BE49-F238E27FC236}">
                <a16:creationId xmlns:a16="http://schemas.microsoft.com/office/drawing/2014/main" id="{FC6DBB7D-FBEA-BED6-5C09-3634D66F9099}"/>
              </a:ext>
            </a:extLst>
          </p:cNvPr>
          <p:cNvSpPr>
            <a:spLocks noGrp="1"/>
          </p:cNvSpPr>
          <p:nvPr>
            <p:ph type="sldNum" sz="quarter" idx="12"/>
          </p:nvPr>
        </p:nvSpPr>
        <p:spPr/>
        <p:txBody>
          <a:bodyPr/>
          <a:lstStyle/>
          <a:p>
            <a:fld id="{40A7B169-58CE-4E65-B1F9-ACF9E46440C2}" type="slidenum">
              <a:rPr lang="en-US" noProof="0" smtClean="0"/>
              <a:t>30</a:t>
            </a:fld>
            <a:endParaRPr lang="en-US" noProof="0" dirty="0"/>
          </a:p>
        </p:txBody>
      </p:sp>
    </p:spTree>
    <p:extLst>
      <p:ext uri="{BB962C8B-B14F-4D97-AF65-F5344CB8AC3E}">
        <p14:creationId xmlns:p14="http://schemas.microsoft.com/office/powerpoint/2010/main" val="38327263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D520A-A9F3-DA65-43CE-F7D78D697D07}"/>
            </a:ext>
          </a:extLst>
        </p:cNvPr>
        <p:cNvGrpSpPr/>
        <p:nvPr/>
      </p:nvGrpSpPr>
      <p:grpSpPr>
        <a:xfrm>
          <a:off x="0" y="0"/>
          <a:ext cx="0" cy="0"/>
          <a:chOff x="0" y="0"/>
          <a:chExt cx="0" cy="0"/>
        </a:xfrm>
      </p:grpSpPr>
      <p:sp>
        <p:nvSpPr>
          <p:cNvPr id="96" name="Shape 8">
            <a:extLst>
              <a:ext uri="{FF2B5EF4-FFF2-40B4-BE49-F238E27FC236}">
                <a16:creationId xmlns:a16="http://schemas.microsoft.com/office/drawing/2014/main" id="{198CD11C-6BF8-B852-77CB-06F02E813BD0}"/>
              </a:ext>
            </a:extLst>
          </p:cNvPr>
          <p:cNvSpPr/>
          <p:nvPr/>
        </p:nvSpPr>
        <p:spPr>
          <a:xfrm>
            <a:off x="1201051" y="2820161"/>
            <a:ext cx="4206240" cy="749808"/>
          </a:xfrm>
          <a:prstGeom prst="rect">
            <a:avLst/>
          </a:prstGeom>
          <a:solidFill>
            <a:srgbClr val="EEEFF1"/>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01" name="Shape 13">
            <a:extLst>
              <a:ext uri="{FF2B5EF4-FFF2-40B4-BE49-F238E27FC236}">
                <a16:creationId xmlns:a16="http://schemas.microsoft.com/office/drawing/2014/main" id="{0754A199-CF30-0A4A-9EA9-D9108AF89987}"/>
              </a:ext>
            </a:extLst>
          </p:cNvPr>
          <p:cNvSpPr/>
          <p:nvPr/>
        </p:nvSpPr>
        <p:spPr>
          <a:xfrm>
            <a:off x="1201051" y="3716273"/>
            <a:ext cx="4206240" cy="749808"/>
          </a:xfrm>
          <a:prstGeom prst="rect">
            <a:avLst/>
          </a:prstGeom>
          <a:solidFill>
            <a:srgbClr val="EEEFF1"/>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88" name="Text 0">
            <a:extLst>
              <a:ext uri="{FF2B5EF4-FFF2-40B4-BE49-F238E27FC236}">
                <a16:creationId xmlns:a16="http://schemas.microsoft.com/office/drawing/2014/main" id="{A1ED3C6D-FEBA-7756-7B8B-01064A2033B0}"/>
              </a:ext>
            </a:extLst>
          </p:cNvPr>
          <p:cNvSpPr/>
          <p:nvPr/>
        </p:nvSpPr>
        <p:spPr>
          <a:xfrm>
            <a:off x="8651216" y="220342"/>
            <a:ext cx="8229600" cy="502920"/>
          </a:xfrm>
          <a:prstGeom prst="rect">
            <a:avLst/>
          </a:prstGeom>
          <a:noFill/>
          <a:ln/>
        </p:spPr>
        <p:txBody>
          <a:bodyPr wrap="square" lIns="0" tIns="0" rIns="0" bIns="0" rtlCol="0" anchor="ctr"/>
          <a:lstStyle/>
          <a:p>
            <a:pPr marL="0" indent="0" algn="l">
              <a:buNone/>
            </a:pPr>
            <a:r>
              <a:rPr lang="en-US" sz="2600" b="1" noProof="0" dirty="0">
                <a:solidFill>
                  <a:srgbClr val="1B2A3B"/>
                </a:solidFill>
              </a:rPr>
              <a:t>Today’s Program</a:t>
            </a:r>
            <a:endParaRPr lang="en-US" sz="2600" noProof="0" dirty="0"/>
          </a:p>
        </p:txBody>
      </p:sp>
      <p:sp>
        <p:nvSpPr>
          <p:cNvPr id="89" name="Text 1">
            <a:extLst>
              <a:ext uri="{FF2B5EF4-FFF2-40B4-BE49-F238E27FC236}">
                <a16:creationId xmlns:a16="http://schemas.microsoft.com/office/drawing/2014/main" id="{9E823F9E-D69A-619A-75B0-271F94C5DCB2}"/>
              </a:ext>
            </a:extLst>
          </p:cNvPr>
          <p:cNvSpPr/>
          <p:nvPr/>
        </p:nvSpPr>
        <p:spPr>
          <a:xfrm>
            <a:off x="8715011" y="784404"/>
            <a:ext cx="8229600" cy="256032"/>
          </a:xfrm>
          <a:prstGeom prst="rect">
            <a:avLst/>
          </a:prstGeom>
          <a:noFill/>
          <a:ln/>
        </p:spPr>
        <p:txBody>
          <a:bodyPr wrap="square" lIns="0" tIns="0" rIns="0" bIns="0" rtlCol="0" anchor="ctr"/>
          <a:lstStyle/>
          <a:p>
            <a:pPr marL="0" indent="0" algn="l">
              <a:buNone/>
            </a:pPr>
            <a:r>
              <a:rPr lang="en-US" sz="1200" i="1" noProof="0" dirty="0">
                <a:solidFill>
                  <a:srgbClr val="64748B"/>
                </a:solidFill>
              </a:rPr>
              <a:t>8 steps to understand the project</a:t>
            </a:r>
            <a:endParaRPr lang="en-US" sz="1200" noProof="0" dirty="0"/>
          </a:p>
        </p:txBody>
      </p:sp>
      <p:sp>
        <p:nvSpPr>
          <p:cNvPr id="90" name="Shape 2">
            <a:extLst>
              <a:ext uri="{FF2B5EF4-FFF2-40B4-BE49-F238E27FC236}">
                <a16:creationId xmlns:a16="http://schemas.microsoft.com/office/drawing/2014/main" id="{389C3CA3-536E-CF36-0F7D-B41A6DECB4ED}"/>
              </a:ext>
            </a:extLst>
          </p:cNvPr>
          <p:cNvSpPr/>
          <p:nvPr/>
        </p:nvSpPr>
        <p:spPr>
          <a:xfrm>
            <a:off x="3660007" y="1286892"/>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91" name="Shape 3">
            <a:extLst>
              <a:ext uri="{FF2B5EF4-FFF2-40B4-BE49-F238E27FC236}">
                <a16:creationId xmlns:a16="http://schemas.microsoft.com/office/drawing/2014/main" id="{2F5893F8-FCE9-F20F-9000-C66DE9001A17}"/>
              </a:ext>
            </a:extLst>
          </p:cNvPr>
          <p:cNvSpPr/>
          <p:nvPr/>
        </p:nvSpPr>
        <p:spPr>
          <a:xfrm>
            <a:off x="1201051" y="1924049"/>
            <a:ext cx="4206240" cy="749808"/>
          </a:xfrm>
          <a:prstGeom prst="rect">
            <a:avLst/>
          </a:prstGeom>
          <a:solidFill>
            <a:srgbClr val="EEEFF1"/>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93" name="Text 5">
            <a:extLst>
              <a:ext uri="{FF2B5EF4-FFF2-40B4-BE49-F238E27FC236}">
                <a16:creationId xmlns:a16="http://schemas.microsoft.com/office/drawing/2014/main" id="{625FB4D7-CC83-0ACC-D767-96210727377F}"/>
              </a:ext>
            </a:extLst>
          </p:cNvPr>
          <p:cNvSpPr/>
          <p:nvPr/>
        </p:nvSpPr>
        <p:spPr>
          <a:xfrm>
            <a:off x="1201051" y="1924049"/>
            <a:ext cx="388440" cy="749808"/>
          </a:xfrm>
          <a:prstGeom prst="rect">
            <a:avLst/>
          </a:prstGeom>
          <a:solidFill>
            <a:srgbClr val="EEEFF1"/>
          </a:solidFill>
          <a:ln>
            <a:solidFill>
              <a:schemeClr val="bg1">
                <a:lumMod val="75000"/>
              </a:schemeClr>
            </a:solidFill>
          </a:ln>
        </p:spPr>
        <p:txBody>
          <a:bodyPr wrap="square" lIns="0" tIns="0" rIns="0" bIns="0" rtlCol="0" anchor="ctr"/>
          <a:lstStyle/>
          <a:p>
            <a:pPr marL="0" indent="0" algn="ctr">
              <a:buNone/>
            </a:pPr>
            <a:r>
              <a:rPr lang="en-US" sz="1300" b="1" noProof="0" dirty="0">
                <a:solidFill>
                  <a:srgbClr val="FFFFFF"/>
                </a:solidFill>
              </a:rPr>
              <a:t>01</a:t>
            </a:r>
            <a:endParaRPr lang="en-US" sz="1300" noProof="0" dirty="0"/>
          </a:p>
        </p:txBody>
      </p:sp>
      <p:sp>
        <p:nvSpPr>
          <p:cNvPr id="97" name="Shape 9">
            <a:extLst>
              <a:ext uri="{FF2B5EF4-FFF2-40B4-BE49-F238E27FC236}">
                <a16:creationId xmlns:a16="http://schemas.microsoft.com/office/drawing/2014/main" id="{C9C1EA48-E8DF-4D4E-C83C-6966F2BAF175}"/>
              </a:ext>
            </a:extLst>
          </p:cNvPr>
          <p:cNvSpPr/>
          <p:nvPr/>
        </p:nvSpPr>
        <p:spPr>
          <a:xfrm>
            <a:off x="1201051" y="2820161"/>
            <a:ext cx="384048" cy="749808"/>
          </a:xfrm>
          <a:prstGeom prst="rect">
            <a:avLst/>
          </a:prstGeom>
          <a:solidFill>
            <a:srgbClr val="EEEFF1"/>
          </a:solidFill>
          <a:ln w="12700">
            <a:solidFill>
              <a:schemeClr val="bg1">
                <a:lumMod val="75000"/>
              </a:schemeClr>
            </a:solidFill>
            <a:prstDash val="solid"/>
          </a:ln>
        </p:spPr>
        <p:txBody>
          <a:bodyPr/>
          <a:lstStyle/>
          <a:p>
            <a:endParaRPr lang="en-US" noProof="0" dirty="0"/>
          </a:p>
        </p:txBody>
      </p:sp>
      <p:sp>
        <p:nvSpPr>
          <p:cNvPr id="98" name="Text 10">
            <a:extLst>
              <a:ext uri="{FF2B5EF4-FFF2-40B4-BE49-F238E27FC236}">
                <a16:creationId xmlns:a16="http://schemas.microsoft.com/office/drawing/2014/main" id="{A68067EB-63ED-DECE-2B97-0AEB81A69485}"/>
              </a:ext>
            </a:extLst>
          </p:cNvPr>
          <p:cNvSpPr/>
          <p:nvPr/>
        </p:nvSpPr>
        <p:spPr>
          <a:xfrm>
            <a:off x="1201051" y="2820161"/>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02</a:t>
            </a:r>
            <a:endParaRPr lang="en-US" sz="1300" noProof="0" dirty="0"/>
          </a:p>
        </p:txBody>
      </p:sp>
      <p:sp>
        <p:nvSpPr>
          <p:cNvPr id="99" name="Text 11">
            <a:extLst>
              <a:ext uri="{FF2B5EF4-FFF2-40B4-BE49-F238E27FC236}">
                <a16:creationId xmlns:a16="http://schemas.microsoft.com/office/drawing/2014/main" id="{08F65B88-E7A9-2253-216E-F3BC896A52CE}"/>
              </a:ext>
            </a:extLst>
          </p:cNvPr>
          <p:cNvSpPr/>
          <p:nvPr/>
        </p:nvSpPr>
        <p:spPr>
          <a:xfrm>
            <a:off x="1676539" y="3813095"/>
            <a:ext cx="361188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How ST ChatGPT answers : RAG workflow, data sources &amp; demo</a:t>
            </a:r>
            <a:endParaRPr lang="en-US" sz="1200" noProof="0" dirty="0">
              <a:solidFill>
                <a:schemeClr val="tx2">
                  <a:lumMod val="40000"/>
                  <a:lumOff val="60000"/>
                </a:schemeClr>
              </a:solidFill>
            </a:endParaRPr>
          </a:p>
        </p:txBody>
      </p:sp>
      <p:sp>
        <p:nvSpPr>
          <p:cNvPr id="100" name="Text 12">
            <a:extLst>
              <a:ext uri="{FF2B5EF4-FFF2-40B4-BE49-F238E27FC236}">
                <a16:creationId xmlns:a16="http://schemas.microsoft.com/office/drawing/2014/main" id="{26901E6D-4ADA-4C3C-2E40-ABD02EE026F2}"/>
              </a:ext>
            </a:extLst>
          </p:cNvPr>
          <p:cNvSpPr/>
          <p:nvPr/>
        </p:nvSpPr>
        <p:spPr>
          <a:xfrm>
            <a:off x="1676539" y="4163855"/>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Persona, Knowledge Base, Data Sources</a:t>
            </a:r>
          </a:p>
        </p:txBody>
      </p:sp>
      <p:sp>
        <p:nvSpPr>
          <p:cNvPr id="102" name="Shape 14">
            <a:extLst>
              <a:ext uri="{FF2B5EF4-FFF2-40B4-BE49-F238E27FC236}">
                <a16:creationId xmlns:a16="http://schemas.microsoft.com/office/drawing/2014/main" id="{ED339D57-83F1-106A-42E7-2A69310F850B}"/>
              </a:ext>
            </a:extLst>
          </p:cNvPr>
          <p:cNvSpPr/>
          <p:nvPr/>
        </p:nvSpPr>
        <p:spPr>
          <a:xfrm>
            <a:off x="1201051" y="3716273"/>
            <a:ext cx="384048" cy="749808"/>
          </a:xfrm>
          <a:prstGeom prst="rect">
            <a:avLst/>
          </a:prstGeom>
          <a:solidFill>
            <a:srgbClr val="EEEFF1"/>
          </a:solidFill>
          <a:ln w="12700">
            <a:solidFill>
              <a:schemeClr val="bg1">
                <a:lumMod val="75000"/>
              </a:schemeClr>
            </a:solidFill>
            <a:prstDash val="solid"/>
          </a:ln>
        </p:spPr>
        <p:txBody>
          <a:bodyPr/>
          <a:lstStyle/>
          <a:p>
            <a:endParaRPr lang="en-US" noProof="0" dirty="0"/>
          </a:p>
        </p:txBody>
      </p:sp>
      <p:sp>
        <p:nvSpPr>
          <p:cNvPr id="103" name="Text 15">
            <a:extLst>
              <a:ext uri="{FF2B5EF4-FFF2-40B4-BE49-F238E27FC236}">
                <a16:creationId xmlns:a16="http://schemas.microsoft.com/office/drawing/2014/main" id="{BD6D3E21-7C09-8205-3DE0-B8A837C72B33}"/>
              </a:ext>
            </a:extLst>
          </p:cNvPr>
          <p:cNvSpPr/>
          <p:nvPr/>
        </p:nvSpPr>
        <p:spPr>
          <a:xfrm>
            <a:off x="1201051" y="3716273"/>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03</a:t>
            </a:r>
            <a:endParaRPr lang="en-US" sz="1300" noProof="0" dirty="0"/>
          </a:p>
        </p:txBody>
      </p:sp>
      <p:sp>
        <p:nvSpPr>
          <p:cNvPr id="104" name="Text 16">
            <a:extLst>
              <a:ext uri="{FF2B5EF4-FFF2-40B4-BE49-F238E27FC236}">
                <a16:creationId xmlns:a16="http://schemas.microsoft.com/office/drawing/2014/main" id="{B604EB6C-1407-57D9-426D-67DE1AF92BCE}"/>
              </a:ext>
            </a:extLst>
          </p:cNvPr>
          <p:cNvSpPr/>
          <p:nvPr/>
        </p:nvSpPr>
        <p:spPr>
          <a:xfrm>
            <a:off x="1692451" y="2950093"/>
            <a:ext cx="370332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ST ChatGPT : platform overview &amp; access request</a:t>
            </a:r>
            <a:endParaRPr lang="en-US" sz="1200" noProof="0" dirty="0">
              <a:solidFill>
                <a:schemeClr val="tx2">
                  <a:lumMod val="40000"/>
                  <a:lumOff val="60000"/>
                </a:schemeClr>
              </a:solidFill>
            </a:endParaRPr>
          </a:p>
        </p:txBody>
      </p:sp>
      <p:sp>
        <p:nvSpPr>
          <p:cNvPr id="105" name="Text 17">
            <a:extLst>
              <a:ext uri="{FF2B5EF4-FFF2-40B4-BE49-F238E27FC236}">
                <a16:creationId xmlns:a16="http://schemas.microsoft.com/office/drawing/2014/main" id="{115198F9-FF1B-A9C2-8346-E3CAE7CCBF4B}"/>
              </a:ext>
            </a:extLst>
          </p:cNvPr>
          <p:cNvSpPr/>
          <p:nvPr/>
        </p:nvSpPr>
        <p:spPr>
          <a:xfrm>
            <a:off x="1676539" y="3287463"/>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What our project is building</a:t>
            </a:r>
          </a:p>
        </p:txBody>
      </p:sp>
      <p:sp>
        <p:nvSpPr>
          <p:cNvPr id="106" name="Shape 18">
            <a:extLst>
              <a:ext uri="{FF2B5EF4-FFF2-40B4-BE49-F238E27FC236}">
                <a16:creationId xmlns:a16="http://schemas.microsoft.com/office/drawing/2014/main" id="{E31CD079-B425-22FE-6B5A-32E99EC45B42}"/>
              </a:ext>
            </a:extLst>
          </p:cNvPr>
          <p:cNvSpPr/>
          <p:nvPr/>
        </p:nvSpPr>
        <p:spPr>
          <a:xfrm>
            <a:off x="1201051" y="4612385"/>
            <a:ext cx="4206240" cy="749808"/>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07" name="Shape 19">
            <a:extLst>
              <a:ext uri="{FF2B5EF4-FFF2-40B4-BE49-F238E27FC236}">
                <a16:creationId xmlns:a16="http://schemas.microsoft.com/office/drawing/2014/main" id="{168CE9DD-6969-5DB9-6A71-B6E4AC98F5D9}"/>
              </a:ext>
            </a:extLst>
          </p:cNvPr>
          <p:cNvSpPr/>
          <p:nvPr/>
        </p:nvSpPr>
        <p:spPr>
          <a:xfrm>
            <a:off x="1201051" y="4612385"/>
            <a:ext cx="384048" cy="749808"/>
          </a:xfrm>
          <a:prstGeom prst="rect">
            <a:avLst/>
          </a:prstGeom>
          <a:solidFill>
            <a:srgbClr val="FFD200"/>
          </a:solidFill>
          <a:ln w="12700">
            <a:solidFill>
              <a:srgbClr val="FFDD40"/>
            </a:solidFill>
            <a:prstDash val="solid"/>
          </a:ln>
        </p:spPr>
        <p:txBody>
          <a:bodyPr/>
          <a:lstStyle/>
          <a:p>
            <a:endParaRPr lang="en-US" noProof="0" dirty="0"/>
          </a:p>
        </p:txBody>
      </p:sp>
      <p:sp>
        <p:nvSpPr>
          <p:cNvPr id="108" name="Text 20">
            <a:extLst>
              <a:ext uri="{FF2B5EF4-FFF2-40B4-BE49-F238E27FC236}">
                <a16:creationId xmlns:a16="http://schemas.microsoft.com/office/drawing/2014/main" id="{1586157F-B951-E986-90BC-C01B70674DE1}"/>
              </a:ext>
            </a:extLst>
          </p:cNvPr>
          <p:cNvSpPr/>
          <p:nvPr/>
        </p:nvSpPr>
        <p:spPr>
          <a:xfrm>
            <a:off x="1201051" y="4612385"/>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04</a:t>
            </a:r>
            <a:endParaRPr lang="en-US" sz="1300" noProof="0" dirty="0"/>
          </a:p>
        </p:txBody>
      </p:sp>
      <p:sp>
        <p:nvSpPr>
          <p:cNvPr id="109" name="Text 21">
            <a:extLst>
              <a:ext uri="{FF2B5EF4-FFF2-40B4-BE49-F238E27FC236}">
                <a16:creationId xmlns:a16="http://schemas.microsoft.com/office/drawing/2014/main" id="{F9EF48FD-35AE-7168-7C4E-E990C75F68C4}"/>
              </a:ext>
            </a:extLst>
          </p:cNvPr>
          <p:cNvSpPr/>
          <p:nvPr/>
        </p:nvSpPr>
        <p:spPr>
          <a:xfrm>
            <a:off x="1676539" y="4685537"/>
            <a:ext cx="3611880" cy="310896"/>
          </a:xfrm>
          <a:prstGeom prst="rect">
            <a:avLst/>
          </a:prstGeom>
          <a:noFill/>
          <a:ln/>
        </p:spPr>
        <p:txBody>
          <a:bodyPr wrap="square" lIns="0" tIns="0" rIns="0" bIns="0" rtlCol="0" anchor="ctr"/>
          <a:lstStyle/>
          <a:p>
            <a:pPr marL="0" indent="0" algn="l">
              <a:buNone/>
            </a:pPr>
            <a:r>
              <a:rPr lang="en-US" sz="1200" b="1" noProof="0" dirty="0">
                <a:solidFill>
                  <a:srgbClr val="1B2A3B"/>
                </a:solidFill>
              </a:rPr>
              <a:t>The Data preprocessing pipeline</a:t>
            </a:r>
            <a:endParaRPr lang="en-US" sz="1200" noProof="0" dirty="0"/>
          </a:p>
        </p:txBody>
      </p:sp>
      <p:sp>
        <p:nvSpPr>
          <p:cNvPr id="110" name="Text 22">
            <a:extLst>
              <a:ext uri="{FF2B5EF4-FFF2-40B4-BE49-F238E27FC236}">
                <a16:creationId xmlns:a16="http://schemas.microsoft.com/office/drawing/2014/main" id="{784C6D2D-0F46-EB54-E3B9-EDB0499EADA8}"/>
              </a:ext>
            </a:extLst>
          </p:cNvPr>
          <p:cNvSpPr/>
          <p:nvPr/>
        </p:nvSpPr>
        <p:spPr>
          <a:xfrm>
            <a:off x="1676539" y="5014721"/>
            <a:ext cx="3611880" cy="256032"/>
          </a:xfrm>
          <a:prstGeom prst="rect">
            <a:avLst/>
          </a:prstGeom>
          <a:noFill/>
          <a:ln/>
        </p:spPr>
        <p:txBody>
          <a:bodyPr wrap="square" lIns="0" tIns="0" rIns="0" bIns="0" rtlCol="0" anchor="ctr"/>
          <a:lstStyle/>
          <a:p>
            <a:pPr marL="0" indent="0" algn="l">
              <a:buNone/>
            </a:pPr>
            <a:r>
              <a:rPr lang="en-US" sz="900" noProof="0" dirty="0">
                <a:solidFill>
                  <a:srgbClr val="64748B"/>
                </a:solidFill>
              </a:rPr>
              <a:t>Ingest → Clean → Enrich → Deliver</a:t>
            </a:r>
            <a:endParaRPr lang="en-US" sz="900" noProof="0" dirty="0"/>
          </a:p>
        </p:txBody>
      </p:sp>
      <p:sp>
        <p:nvSpPr>
          <p:cNvPr id="111" name="Shape 23">
            <a:extLst>
              <a:ext uri="{FF2B5EF4-FFF2-40B4-BE49-F238E27FC236}">
                <a16:creationId xmlns:a16="http://schemas.microsoft.com/office/drawing/2014/main" id="{FC5D6441-98B3-F49F-1B90-206BA5C11679}"/>
              </a:ext>
            </a:extLst>
          </p:cNvPr>
          <p:cNvSpPr/>
          <p:nvPr/>
        </p:nvSpPr>
        <p:spPr>
          <a:xfrm>
            <a:off x="6840914" y="1924049"/>
            <a:ext cx="4206240" cy="749808"/>
          </a:xfrm>
          <a:prstGeom prst="rect">
            <a:avLst/>
          </a:prstGeom>
          <a:solidFill>
            <a:schemeClr val="bg2"/>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12" name="Shape 24">
            <a:extLst>
              <a:ext uri="{FF2B5EF4-FFF2-40B4-BE49-F238E27FC236}">
                <a16:creationId xmlns:a16="http://schemas.microsoft.com/office/drawing/2014/main" id="{5306AAD7-EE81-85F1-54AE-675A93A51F3E}"/>
              </a:ext>
            </a:extLst>
          </p:cNvPr>
          <p:cNvSpPr/>
          <p:nvPr/>
        </p:nvSpPr>
        <p:spPr>
          <a:xfrm>
            <a:off x="6840914" y="1924049"/>
            <a:ext cx="384048" cy="749808"/>
          </a:xfrm>
          <a:prstGeom prst="rect">
            <a:avLst/>
          </a:prstGeom>
          <a:solidFill>
            <a:schemeClr val="bg2"/>
          </a:solidFill>
          <a:ln w="12700">
            <a:solidFill>
              <a:schemeClr val="bg1">
                <a:lumMod val="75000"/>
              </a:schemeClr>
            </a:solidFill>
            <a:prstDash val="solid"/>
          </a:ln>
        </p:spPr>
        <p:txBody>
          <a:bodyPr/>
          <a:lstStyle/>
          <a:p>
            <a:endParaRPr lang="en-US" noProof="0" dirty="0"/>
          </a:p>
        </p:txBody>
      </p:sp>
      <p:sp>
        <p:nvSpPr>
          <p:cNvPr id="113" name="Text 25">
            <a:extLst>
              <a:ext uri="{FF2B5EF4-FFF2-40B4-BE49-F238E27FC236}">
                <a16:creationId xmlns:a16="http://schemas.microsoft.com/office/drawing/2014/main" id="{739FF496-6822-17F3-F137-E4395F886C6C}"/>
              </a:ext>
            </a:extLst>
          </p:cNvPr>
          <p:cNvSpPr/>
          <p:nvPr/>
        </p:nvSpPr>
        <p:spPr>
          <a:xfrm>
            <a:off x="6840914" y="1924049"/>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05</a:t>
            </a:r>
            <a:endParaRPr lang="en-US" sz="1300" noProof="0" dirty="0"/>
          </a:p>
        </p:txBody>
      </p:sp>
      <p:sp>
        <p:nvSpPr>
          <p:cNvPr id="114" name="Text 26">
            <a:extLst>
              <a:ext uri="{FF2B5EF4-FFF2-40B4-BE49-F238E27FC236}">
                <a16:creationId xmlns:a16="http://schemas.microsoft.com/office/drawing/2014/main" id="{A7DD24F5-FD4F-76D7-957D-2AB6490A90EE}"/>
              </a:ext>
            </a:extLst>
          </p:cNvPr>
          <p:cNvSpPr/>
          <p:nvPr/>
        </p:nvSpPr>
        <p:spPr>
          <a:xfrm>
            <a:off x="7316402" y="1997201"/>
            <a:ext cx="361188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Tests , Results &amp; evaluation</a:t>
            </a:r>
            <a:endParaRPr lang="en-US" sz="1200" noProof="0" dirty="0">
              <a:solidFill>
                <a:schemeClr val="tx2">
                  <a:lumMod val="40000"/>
                  <a:lumOff val="60000"/>
                </a:schemeClr>
              </a:solidFill>
            </a:endParaRPr>
          </a:p>
        </p:txBody>
      </p:sp>
      <p:sp>
        <p:nvSpPr>
          <p:cNvPr id="115" name="Text 27">
            <a:extLst>
              <a:ext uri="{FF2B5EF4-FFF2-40B4-BE49-F238E27FC236}">
                <a16:creationId xmlns:a16="http://schemas.microsoft.com/office/drawing/2014/main" id="{EE43F660-FEBD-8529-8D25-8FEC12BE752A}"/>
              </a:ext>
            </a:extLst>
          </p:cNvPr>
          <p:cNvSpPr/>
          <p:nvPr/>
        </p:nvSpPr>
        <p:spPr>
          <a:xfrm>
            <a:off x="7316402" y="2326385"/>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benchmark , concrete numbers</a:t>
            </a:r>
          </a:p>
        </p:txBody>
      </p:sp>
      <p:sp>
        <p:nvSpPr>
          <p:cNvPr id="116" name="Shape 28">
            <a:extLst>
              <a:ext uri="{FF2B5EF4-FFF2-40B4-BE49-F238E27FC236}">
                <a16:creationId xmlns:a16="http://schemas.microsoft.com/office/drawing/2014/main" id="{FF054671-89FD-1A08-8688-FCF25B69719C}"/>
              </a:ext>
            </a:extLst>
          </p:cNvPr>
          <p:cNvSpPr/>
          <p:nvPr/>
        </p:nvSpPr>
        <p:spPr>
          <a:xfrm>
            <a:off x="6840914" y="2820161"/>
            <a:ext cx="4206240" cy="749808"/>
          </a:xfrm>
          <a:prstGeom prst="rect">
            <a:avLst/>
          </a:prstGeom>
          <a:solidFill>
            <a:schemeClr val="bg2"/>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17" name="Shape 29">
            <a:extLst>
              <a:ext uri="{FF2B5EF4-FFF2-40B4-BE49-F238E27FC236}">
                <a16:creationId xmlns:a16="http://schemas.microsoft.com/office/drawing/2014/main" id="{2163C0A8-1AA0-32F0-2378-F7D00B193CBE}"/>
              </a:ext>
            </a:extLst>
          </p:cNvPr>
          <p:cNvSpPr/>
          <p:nvPr/>
        </p:nvSpPr>
        <p:spPr>
          <a:xfrm>
            <a:off x="6840914" y="2820161"/>
            <a:ext cx="384048" cy="749808"/>
          </a:xfrm>
          <a:prstGeom prst="rect">
            <a:avLst/>
          </a:prstGeom>
          <a:solidFill>
            <a:schemeClr val="bg2"/>
          </a:solidFill>
          <a:ln w="12700">
            <a:solidFill>
              <a:schemeClr val="bg1">
                <a:lumMod val="75000"/>
              </a:schemeClr>
            </a:solidFill>
            <a:prstDash val="solid"/>
          </a:ln>
        </p:spPr>
        <p:txBody>
          <a:bodyPr/>
          <a:lstStyle/>
          <a:p>
            <a:endParaRPr lang="en-US" noProof="0" dirty="0"/>
          </a:p>
        </p:txBody>
      </p:sp>
      <p:sp>
        <p:nvSpPr>
          <p:cNvPr id="118" name="Text 30">
            <a:extLst>
              <a:ext uri="{FF2B5EF4-FFF2-40B4-BE49-F238E27FC236}">
                <a16:creationId xmlns:a16="http://schemas.microsoft.com/office/drawing/2014/main" id="{CD0E8257-B96B-AC4F-D739-8BEC773A9CC6}"/>
              </a:ext>
            </a:extLst>
          </p:cNvPr>
          <p:cNvSpPr/>
          <p:nvPr/>
        </p:nvSpPr>
        <p:spPr>
          <a:xfrm>
            <a:off x="6840914" y="2820161"/>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06</a:t>
            </a:r>
            <a:endParaRPr lang="en-US" sz="1300" noProof="0" dirty="0"/>
          </a:p>
        </p:txBody>
      </p:sp>
      <p:sp>
        <p:nvSpPr>
          <p:cNvPr id="119" name="Text 31">
            <a:extLst>
              <a:ext uri="{FF2B5EF4-FFF2-40B4-BE49-F238E27FC236}">
                <a16:creationId xmlns:a16="http://schemas.microsoft.com/office/drawing/2014/main" id="{72EFB384-B84A-9276-956C-5D6187A4F270}"/>
              </a:ext>
            </a:extLst>
          </p:cNvPr>
          <p:cNvSpPr/>
          <p:nvPr/>
        </p:nvSpPr>
        <p:spPr>
          <a:xfrm>
            <a:off x="7316402" y="2893313"/>
            <a:ext cx="361188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Challenges encountered</a:t>
            </a:r>
            <a:endParaRPr lang="en-US" sz="1200" noProof="0" dirty="0">
              <a:solidFill>
                <a:schemeClr val="tx2">
                  <a:lumMod val="40000"/>
                  <a:lumOff val="60000"/>
                </a:schemeClr>
              </a:solidFill>
            </a:endParaRPr>
          </a:p>
        </p:txBody>
      </p:sp>
      <p:sp>
        <p:nvSpPr>
          <p:cNvPr id="120" name="Text 32">
            <a:extLst>
              <a:ext uri="{FF2B5EF4-FFF2-40B4-BE49-F238E27FC236}">
                <a16:creationId xmlns:a16="http://schemas.microsoft.com/office/drawing/2014/main" id="{58BEC3E5-75D9-F935-33D1-2C24329C317C}"/>
              </a:ext>
            </a:extLst>
          </p:cNvPr>
          <p:cNvSpPr/>
          <p:nvPr/>
        </p:nvSpPr>
        <p:spPr>
          <a:xfrm>
            <a:off x="7316402" y="3222497"/>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Concrete technical challenges</a:t>
            </a:r>
          </a:p>
        </p:txBody>
      </p:sp>
      <p:sp>
        <p:nvSpPr>
          <p:cNvPr id="121" name="Shape 33">
            <a:extLst>
              <a:ext uri="{FF2B5EF4-FFF2-40B4-BE49-F238E27FC236}">
                <a16:creationId xmlns:a16="http://schemas.microsoft.com/office/drawing/2014/main" id="{75148BE8-B721-DC30-B40E-0BBC30EF41AE}"/>
              </a:ext>
            </a:extLst>
          </p:cNvPr>
          <p:cNvSpPr/>
          <p:nvPr/>
        </p:nvSpPr>
        <p:spPr>
          <a:xfrm>
            <a:off x="6840914" y="3716273"/>
            <a:ext cx="4206240" cy="749808"/>
          </a:xfrm>
          <a:prstGeom prst="rect">
            <a:avLst/>
          </a:prstGeom>
          <a:solidFill>
            <a:schemeClr val="bg2"/>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22" name="Shape 34">
            <a:extLst>
              <a:ext uri="{FF2B5EF4-FFF2-40B4-BE49-F238E27FC236}">
                <a16:creationId xmlns:a16="http://schemas.microsoft.com/office/drawing/2014/main" id="{EA60E064-26CC-6DFA-FCD0-F18645B58F55}"/>
              </a:ext>
            </a:extLst>
          </p:cNvPr>
          <p:cNvSpPr/>
          <p:nvPr/>
        </p:nvSpPr>
        <p:spPr>
          <a:xfrm>
            <a:off x="6840914" y="3716273"/>
            <a:ext cx="384048" cy="749808"/>
          </a:xfrm>
          <a:prstGeom prst="rect">
            <a:avLst/>
          </a:prstGeom>
          <a:solidFill>
            <a:schemeClr val="bg2"/>
          </a:solidFill>
          <a:ln w="12700">
            <a:solidFill>
              <a:schemeClr val="bg1">
                <a:lumMod val="75000"/>
              </a:schemeClr>
            </a:solidFill>
            <a:prstDash val="solid"/>
          </a:ln>
        </p:spPr>
        <p:txBody>
          <a:bodyPr/>
          <a:lstStyle/>
          <a:p>
            <a:endParaRPr lang="en-US" noProof="0" dirty="0"/>
          </a:p>
        </p:txBody>
      </p:sp>
      <p:sp>
        <p:nvSpPr>
          <p:cNvPr id="123" name="Text 35">
            <a:extLst>
              <a:ext uri="{FF2B5EF4-FFF2-40B4-BE49-F238E27FC236}">
                <a16:creationId xmlns:a16="http://schemas.microsoft.com/office/drawing/2014/main" id="{500756E0-CD45-1D1A-2403-9F4D3B586C61}"/>
              </a:ext>
            </a:extLst>
          </p:cNvPr>
          <p:cNvSpPr/>
          <p:nvPr/>
        </p:nvSpPr>
        <p:spPr>
          <a:xfrm>
            <a:off x="6840914" y="3716273"/>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07</a:t>
            </a:r>
            <a:endParaRPr lang="en-US" sz="1300" noProof="0" dirty="0"/>
          </a:p>
        </p:txBody>
      </p:sp>
      <p:sp>
        <p:nvSpPr>
          <p:cNvPr id="124" name="Text 36">
            <a:extLst>
              <a:ext uri="{FF2B5EF4-FFF2-40B4-BE49-F238E27FC236}">
                <a16:creationId xmlns:a16="http://schemas.microsoft.com/office/drawing/2014/main" id="{C4D003D6-4C59-3A59-0508-1CA225590575}"/>
              </a:ext>
            </a:extLst>
          </p:cNvPr>
          <p:cNvSpPr/>
          <p:nvPr/>
        </p:nvSpPr>
        <p:spPr>
          <a:xfrm>
            <a:off x="7316402" y="3789425"/>
            <a:ext cx="361188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Next Steps &amp; Perspectives</a:t>
            </a:r>
            <a:endParaRPr lang="en-US" sz="1200" noProof="0" dirty="0">
              <a:solidFill>
                <a:schemeClr val="tx2">
                  <a:lumMod val="40000"/>
                  <a:lumOff val="60000"/>
                </a:schemeClr>
              </a:solidFill>
            </a:endParaRPr>
          </a:p>
        </p:txBody>
      </p:sp>
      <p:sp>
        <p:nvSpPr>
          <p:cNvPr id="125" name="Text 37">
            <a:extLst>
              <a:ext uri="{FF2B5EF4-FFF2-40B4-BE49-F238E27FC236}">
                <a16:creationId xmlns:a16="http://schemas.microsoft.com/office/drawing/2014/main" id="{C0782B7F-141A-75C0-34BF-0FCAB7EA127C}"/>
              </a:ext>
            </a:extLst>
          </p:cNvPr>
          <p:cNvSpPr/>
          <p:nvPr/>
        </p:nvSpPr>
        <p:spPr>
          <a:xfrm>
            <a:off x="7316402" y="4118609"/>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What remains and how to get there</a:t>
            </a:r>
          </a:p>
        </p:txBody>
      </p:sp>
      <p:sp>
        <p:nvSpPr>
          <p:cNvPr id="126" name="Shape 38">
            <a:extLst>
              <a:ext uri="{FF2B5EF4-FFF2-40B4-BE49-F238E27FC236}">
                <a16:creationId xmlns:a16="http://schemas.microsoft.com/office/drawing/2014/main" id="{3A860094-F0FD-2BA8-8A18-C2A8EEC1ED5B}"/>
              </a:ext>
            </a:extLst>
          </p:cNvPr>
          <p:cNvSpPr/>
          <p:nvPr/>
        </p:nvSpPr>
        <p:spPr>
          <a:xfrm>
            <a:off x="6840914" y="4612385"/>
            <a:ext cx="4206240" cy="749808"/>
          </a:xfrm>
          <a:prstGeom prst="rect">
            <a:avLst/>
          </a:prstGeom>
          <a:solidFill>
            <a:schemeClr val="bg2"/>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27" name="Shape 39">
            <a:extLst>
              <a:ext uri="{FF2B5EF4-FFF2-40B4-BE49-F238E27FC236}">
                <a16:creationId xmlns:a16="http://schemas.microsoft.com/office/drawing/2014/main" id="{BB009EE6-EDF1-A826-8966-9BA109957470}"/>
              </a:ext>
            </a:extLst>
          </p:cNvPr>
          <p:cNvSpPr/>
          <p:nvPr/>
        </p:nvSpPr>
        <p:spPr>
          <a:xfrm>
            <a:off x="6840914" y="4612385"/>
            <a:ext cx="384048" cy="749808"/>
          </a:xfrm>
          <a:prstGeom prst="rect">
            <a:avLst/>
          </a:prstGeom>
          <a:solidFill>
            <a:schemeClr val="bg2"/>
          </a:solidFill>
          <a:ln w="12700">
            <a:solidFill>
              <a:schemeClr val="bg1">
                <a:lumMod val="75000"/>
              </a:schemeClr>
            </a:solidFill>
            <a:prstDash val="solid"/>
          </a:ln>
        </p:spPr>
        <p:txBody>
          <a:bodyPr/>
          <a:lstStyle/>
          <a:p>
            <a:endParaRPr lang="en-US" noProof="0" dirty="0"/>
          </a:p>
        </p:txBody>
      </p:sp>
      <p:sp>
        <p:nvSpPr>
          <p:cNvPr id="128" name="Text 40">
            <a:extLst>
              <a:ext uri="{FF2B5EF4-FFF2-40B4-BE49-F238E27FC236}">
                <a16:creationId xmlns:a16="http://schemas.microsoft.com/office/drawing/2014/main" id="{D9ED70AB-9CEF-51B1-CB25-24489692BF7E}"/>
              </a:ext>
            </a:extLst>
          </p:cNvPr>
          <p:cNvSpPr/>
          <p:nvPr/>
        </p:nvSpPr>
        <p:spPr>
          <a:xfrm>
            <a:off x="6840914" y="4612385"/>
            <a:ext cx="384048" cy="749808"/>
          </a:xfrm>
          <a:prstGeom prst="rect">
            <a:avLst/>
          </a:prstGeom>
          <a:noFill/>
          <a:ln>
            <a:solidFill>
              <a:schemeClr val="bg1">
                <a:lumMod val="75000"/>
              </a:schemeClr>
            </a:solidFill>
          </a:ln>
        </p:spPr>
        <p:txBody>
          <a:bodyPr wrap="square" lIns="0" tIns="0" rIns="0" bIns="0" rtlCol="0" anchor="ctr"/>
          <a:lstStyle/>
          <a:p>
            <a:pPr marL="0" indent="0" algn="ctr">
              <a:buNone/>
            </a:pPr>
            <a:r>
              <a:rPr lang="en-US" sz="1300" b="1" noProof="0" dirty="0">
                <a:solidFill>
                  <a:srgbClr val="FFFFFF"/>
                </a:solidFill>
              </a:rPr>
              <a:t>08</a:t>
            </a:r>
            <a:endParaRPr lang="en-US" sz="1300" noProof="0" dirty="0"/>
          </a:p>
        </p:txBody>
      </p:sp>
      <p:sp>
        <p:nvSpPr>
          <p:cNvPr id="129" name="Text 41">
            <a:extLst>
              <a:ext uri="{FF2B5EF4-FFF2-40B4-BE49-F238E27FC236}">
                <a16:creationId xmlns:a16="http://schemas.microsoft.com/office/drawing/2014/main" id="{585FA6B9-5139-D0FA-0E36-238F296794BF}"/>
              </a:ext>
            </a:extLst>
          </p:cNvPr>
          <p:cNvSpPr/>
          <p:nvPr/>
        </p:nvSpPr>
        <p:spPr>
          <a:xfrm>
            <a:off x="7316402" y="4685537"/>
            <a:ext cx="361188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Q&amp;A</a:t>
            </a:r>
            <a:endParaRPr lang="en-US" sz="1200" noProof="0" dirty="0">
              <a:solidFill>
                <a:schemeClr val="tx2">
                  <a:lumMod val="40000"/>
                  <a:lumOff val="60000"/>
                </a:schemeClr>
              </a:solidFill>
            </a:endParaRPr>
          </a:p>
        </p:txBody>
      </p:sp>
      <p:sp>
        <p:nvSpPr>
          <p:cNvPr id="130" name="Text 42">
            <a:extLst>
              <a:ext uri="{FF2B5EF4-FFF2-40B4-BE49-F238E27FC236}">
                <a16:creationId xmlns:a16="http://schemas.microsoft.com/office/drawing/2014/main" id="{34B5E67B-6F56-5889-FB44-9E8613F919BA}"/>
              </a:ext>
            </a:extLst>
          </p:cNvPr>
          <p:cNvSpPr/>
          <p:nvPr/>
        </p:nvSpPr>
        <p:spPr>
          <a:xfrm>
            <a:off x="7316402" y="5014721"/>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Open discussion</a:t>
            </a:r>
          </a:p>
        </p:txBody>
      </p:sp>
      <p:sp>
        <p:nvSpPr>
          <p:cNvPr id="2" name="Slide Number Placeholder 1">
            <a:extLst>
              <a:ext uri="{FF2B5EF4-FFF2-40B4-BE49-F238E27FC236}">
                <a16:creationId xmlns:a16="http://schemas.microsoft.com/office/drawing/2014/main" id="{565AD681-B45B-2549-C344-51CB8CDC09E4}"/>
              </a:ext>
            </a:extLst>
          </p:cNvPr>
          <p:cNvSpPr>
            <a:spLocks noGrp="1"/>
          </p:cNvSpPr>
          <p:nvPr>
            <p:ph type="sldNum" sz="quarter" idx="11"/>
          </p:nvPr>
        </p:nvSpPr>
        <p:spPr/>
        <p:txBody>
          <a:bodyPr/>
          <a:lstStyle/>
          <a:p>
            <a:fld id="{40A7B169-58CE-4E65-B1F9-ACF9E46440C2}" type="slidenum">
              <a:rPr lang="en-US" noProof="0" smtClean="0"/>
              <a:t>31</a:t>
            </a:fld>
            <a:endParaRPr lang="en-US" noProof="0" dirty="0"/>
          </a:p>
        </p:txBody>
      </p:sp>
      <p:sp>
        <p:nvSpPr>
          <p:cNvPr id="5" name="Text 6">
            <a:extLst>
              <a:ext uri="{FF2B5EF4-FFF2-40B4-BE49-F238E27FC236}">
                <a16:creationId xmlns:a16="http://schemas.microsoft.com/office/drawing/2014/main" id="{2DE4504C-A5C3-5A43-6FE8-3C4AC5E51B90}"/>
              </a:ext>
            </a:extLst>
          </p:cNvPr>
          <p:cNvSpPr/>
          <p:nvPr/>
        </p:nvSpPr>
        <p:spPr>
          <a:xfrm>
            <a:off x="1692451" y="1997265"/>
            <a:ext cx="361188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Project context </a:t>
            </a:r>
            <a:endParaRPr lang="en-US" sz="1200" noProof="0" dirty="0">
              <a:solidFill>
                <a:schemeClr val="tx2">
                  <a:lumMod val="40000"/>
                  <a:lumOff val="60000"/>
                </a:schemeClr>
              </a:solidFill>
            </a:endParaRPr>
          </a:p>
        </p:txBody>
      </p:sp>
      <p:sp>
        <p:nvSpPr>
          <p:cNvPr id="6" name="Text 7">
            <a:extLst>
              <a:ext uri="{FF2B5EF4-FFF2-40B4-BE49-F238E27FC236}">
                <a16:creationId xmlns:a16="http://schemas.microsoft.com/office/drawing/2014/main" id="{1EC726F4-FB0E-E30B-2D88-141A2DB63647}"/>
              </a:ext>
            </a:extLst>
          </p:cNvPr>
          <p:cNvSpPr/>
          <p:nvPr/>
        </p:nvSpPr>
        <p:spPr>
          <a:xfrm>
            <a:off x="1692451" y="2308161"/>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The daily problem it solves</a:t>
            </a:r>
          </a:p>
        </p:txBody>
      </p:sp>
    </p:spTree>
    <p:extLst>
      <p:ext uri="{BB962C8B-B14F-4D97-AF65-F5344CB8AC3E}">
        <p14:creationId xmlns:p14="http://schemas.microsoft.com/office/powerpoint/2010/main" val="29425016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BA4F7-282C-D8B1-176D-B5B76710C7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84C027-7C89-EB0C-ADBB-22840CE61FA9}"/>
              </a:ext>
            </a:extLst>
          </p:cNvPr>
          <p:cNvSpPr>
            <a:spLocks noGrp="1"/>
          </p:cNvSpPr>
          <p:nvPr>
            <p:ph type="title"/>
          </p:nvPr>
        </p:nvSpPr>
        <p:spPr>
          <a:xfrm>
            <a:off x="242477" y="-53443"/>
            <a:ext cx="11609159" cy="1247050"/>
          </a:xfrm>
        </p:spPr>
        <p:txBody>
          <a:bodyPr/>
          <a:lstStyle/>
          <a:p>
            <a:r>
              <a:rPr lang="en-US" sz="1800" b="1" noProof="0" dirty="0"/>
              <a:t>The Data Preprocessing Pipeline</a:t>
            </a:r>
            <a:endParaRPr lang="en-US" sz="1800" noProof="0" dirty="0"/>
          </a:p>
        </p:txBody>
      </p:sp>
      <p:sp>
        <p:nvSpPr>
          <p:cNvPr id="56" name="TextBox 55">
            <a:extLst>
              <a:ext uri="{FF2B5EF4-FFF2-40B4-BE49-F238E27FC236}">
                <a16:creationId xmlns:a16="http://schemas.microsoft.com/office/drawing/2014/main" id="{7C082AA2-1B5E-CEC2-F623-9205CD4F88B3}"/>
              </a:ext>
            </a:extLst>
          </p:cNvPr>
          <p:cNvSpPr txBox="1"/>
          <p:nvPr/>
        </p:nvSpPr>
        <p:spPr>
          <a:xfrm>
            <a:off x="242477" y="615186"/>
            <a:ext cx="6271666" cy="276999"/>
          </a:xfrm>
          <a:prstGeom prst="rect">
            <a:avLst/>
          </a:prstGeom>
          <a:noFill/>
        </p:spPr>
        <p:txBody>
          <a:bodyPr wrap="square">
            <a:spAutoFit/>
          </a:bodyPr>
          <a:lstStyle/>
          <a:p>
            <a:pPr marL="0" indent="0" algn="l">
              <a:buNone/>
            </a:pPr>
            <a:r>
              <a:rPr lang="en-US" sz="1200" b="1" noProof="0" dirty="0">
                <a:solidFill>
                  <a:srgbClr val="425A78"/>
                </a:solidFill>
              </a:rPr>
              <a:t>8 steps to transform raw data into KB-ready knowledge</a:t>
            </a:r>
          </a:p>
        </p:txBody>
      </p:sp>
      <p:sp>
        <p:nvSpPr>
          <p:cNvPr id="57" name="Text 3">
            <a:extLst>
              <a:ext uri="{FF2B5EF4-FFF2-40B4-BE49-F238E27FC236}">
                <a16:creationId xmlns:a16="http://schemas.microsoft.com/office/drawing/2014/main" id="{84F95609-DDA8-99E6-8E13-B834A9821CB8}"/>
              </a:ext>
            </a:extLst>
          </p:cNvPr>
          <p:cNvSpPr/>
          <p:nvPr/>
        </p:nvSpPr>
        <p:spPr>
          <a:xfrm>
            <a:off x="340364" y="925138"/>
            <a:ext cx="8229600" cy="256032"/>
          </a:xfrm>
          <a:prstGeom prst="rect">
            <a:avLst/>
          </a:prstGeom>
          <a:noFill/>
          <a:ln/>
        </p:spPr>
        <p:txBody>
          <a:bodyPr wrap="square" lIns="0" tIns="0" rIns="0" bIns="0" rtlCol="0" anchor="ctr"/>
          <a:lstStyle/>
          <a:p>
            <a:pPr marL="0" indent="0" algn="l">
              <a:buNone/>
            </a:pPr>
            <a:r>
              <a:rPr lang="en-US" sz="1200" i="1" noProof="0" dirty="0">
                <a:solidFill>
                  <a:srgbClr val="64748B"/>
                </a:solidFill>
              </a:rPr>
              <a:t>Each step is deliberate — nothing is done at random</a:t>
            </a:r>
          </a:p>
        </p:txBody>
      </p:sp>
      <p:sp>
        <p:nvSpPr>
          <p:cNvPr id="58" name="Shape 4">
            <a:extLst>
              <a:ext uri="{FF2B5EF4-FFF2-40B4-BE49-F238E27FC236}">
                <a16:creationId xmlns:a16="http://schemas.microsoft.com/office/drawing/2014/main" id="{07BD6489-902C-6299-BD43-0E6BF1EC1928}"/>
              </a:ext>
            </a:extLst>
          </p:cNvPr>
          <p:cNvSpPr/>
          <p:nvPr/>
        </p:nvSpPr>
        <p:spPr>
          <a:xfrm>
            <a:off x="340364" y="1302803"/>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4" name="Shape 5">
            <a:extLst>
              <a:ext uri="{FF2B5EF4-FFF2-40B4-BE49-F238E27FC236}">
                <a16:creationId xmlns:a16="http://schemas.microsoft.com/office/drawing/2014/main" id="{0C7C5F01-A9D8-A3E5-B8F6-B2646561AC30}"/>
              </a:ext>
            </a:extLst>
          </p:cNvPr>
          <p:cNvSpPr/>
          <p:nvPr/>
        </p:nvSpPr>
        <p:spPr>
          <a:xfrm>
            <a:off x="2010637" y="1774709"/>
            <a:ext cx="1412748" cy="1981142"/>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5" name="Shape 6">
            <a:extLst>
              <a:ext uri="{FF2B5EF4-FFF2-40B4-BE49-F238E27FC236}">
                <a16:creationId xmlns:a16="http://schemas.microsoft.com/office/drawing/2014/main" id="{B22E9BFE-B252-E683-496C-D031961B9A2B}"/>
              </a:ext>
            </a:extLst>
          </p:cNvPr>
          <p:cNvSpPr/>
          <p:nvPr/>
        </p:nvSpPr>
        <p:spPr>
          <a:xfrm>
            <a:off x="2010636" y="1774709"/>
            <a:ext cx="1412747" cy="438912"/>
          </a:xfrm>
          <a:prstGeom prst="rect">
            <a:avLst/>
          </a:prstGeom>
          <a:noFill/>
          <a:ln w="12700">
            <a:solidFill>
              <a:srgbClr val="000000"/>
            </a:solidFill>
            <a:prstDash val="solid"/>
          </a:ln>
        </p:spPr>
        <p:txBody>
          <a:bodyPr/>
          <a:lstStyle/>
          <a:p>
            <a:endParaRPr lang="en-US" noProof="0" dirty="0"/>
          </a:p>
        </p:txBody>
      </p:sp>
      <p:sp>
        <p:nvSpPr>
          <p:cNvPr id="6" name="Text 7">
            <a:extLst>
              <a:ext uri="{FF2B5EF4-FFF2-40B4-BE49-F238E27FC236}">
                <a16:creationId xmlns:a16="http://schemas.microsoft.com/office/drawing/2014/main" id="{70071B4B-6180-80C3-5B86-1E17784FCD32}"/>
              </a:ext>
            </a:extLst>
          </p:cNvPr>
          <p:cNvSpPr/>
          <p:nvPr/>
        </p:nvSpPr>
        <p:spPr>
          <a:xfrm>
            <a:off x="2010637" y="1774709"/>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1</a:t>
            </a:r>
            <a:endParaRPr lang="en-US" sz="1400" noProof="0" dirty="0">
              <a:solidFill>
                <a:srgbClr val="0D9488"/>
              </a:solidFill>
            </a:endParaRPr>
          </a:p>
        </p:txBody>
      </p:sp>
      <p:pic>
        <p:nvPicPr>
          <p:cNvPr id="7" name="Image 0" descr="preencoded.png">
            <a:extLst>
              <a:ext uri="{FF2B5EF4-FFF2-40B4-BE49-F238E27FC236}">
                <a16:creationId xmlns:a16="http://schemas.microsoft.com/office/drawing/2014/main" id="{1E9CFF07-E568-D922-A8F7-E28728EB8E92}"/>
              </a:ext>
            </a:extLst>
          </p:cNvPr>
          <p:cNvPicPr>
            <a:picLocks noChangeAspect="1"/>
          </p:cNvPicPr>
          <p:nvPr/>
        </p:nvPicPr>
        <p:blipFill>
          <a:blip r:embed="rId3"/>
          <a:stretch>
            <a:fillRect/>
          </a:stretch>
        </p:blipFill>
        <p:spPr>
          <a:xfrm>
            <a:off x="2563849" y="1843052"/>
            <a:ext cx="329184" cy="329184"/>
          </a:xfrm>
          <a:prstGeom prst="rect">
            <a:avLst/>
          </a:prstGeom>
        </p:spPr>
      </p:pic>
      <p:sp>
        <p:nvSpPr>
          <p:cNvPr id="8" name="Text 8">
            <a:extLst>
              <a:ext uri="{FF2B5EF4-FFF2-40B4-BE49-F238E27FC236}">
                <a16:creationId xmlns:a16="http://schemas.microsoft.com/office/drawing/2014/main" id="{8BE547BF-64B4-244E-82A0-15612166EC2F}"/>
              </a:ext>
            </a:extLst>
          </p:cNvPr>
          <p:cNvSpPr/>
          <p:nvPr/>
        </p:nvSpPr>
        <p:spPr>
          <a:xfrm>
            <a:off x="2216377" y="2291248"/>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Ingestion</a:t>
            </a:r>
            <a:endParaRPr lang="en-US" sz="1050" noProof="0" dirty="0"/>
          </a:p>
        </p:txBody>
      </p:sp>
      <p:sp>
        <p:nvSpPr>
          <p:cNvPr id="9" name="Text 9">
            <a:extLst>
              <a:ext uri="{FF2B5EF4-FFF2-40B4-BE49-F238E27FC236}">
                <a16:creationId xmlns:a16="http://schemas.microsoft.com/office/drawing/2014/main" id="{36B83818-7A4F-2973-683B-71D12FC91262}"/>
              </a:ext>
            </a:extLst>
          </p:cNvPr>
          <p:cNvSpPr/>
          <p:nvPr/>
        </p:nvSpPr>
        <p:spPr>
          <a:xfrm>
            <a:off x="2209785" y="2624707"/>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Download raw data</a:t>
            </a:r>
            <a:endParaRPr lang="en-US" sz="1000" noProof="0" dirty="0"/>
          </a:p>
          <a:p>
            <a:pPr marL="0" indent="0" algn="ctr">
              <a:buNone/>
            </a:pPr>
            <a:r>
              <a:rPr lang="en-US" sz="1000" noProof="0" dirty="0">
                <a:solidFill>
                  <a:srgbClr val="64748B"/>
                </a:solidFill>
              </a:rPr>
              <a:t>from GitHub</a:t>
            </a:r>
            <a:endParaRPr lang="en-US" sz="1000" noProof="0" dirty="0"/>
          </a:p>
        </p:txBody>
      </p:sp>
      <p:pic>
        <p:nvPicPr>
          <p:cNvPr id="10" name="Image 1" descr="preencoded.png">
            <a:extLst>
              <a:ext uri="{FF2B5EF4-FFF2-40B4-BE49-F238E27FC236}">
                <a16:creationId xmlns:a16="http://schemas.microsoft.com/office/drawing/2014/main" id="{DEADBA9F-A310-6A3A-396D-2ACA95A0EE95}"/>
              </a:ext>
            </a:extLst>
          </p:cNvPr>
          <p:cNvPicPr>
            <a:picLocks noChangeAspect="1"/>
          </p:cNvPicPr>
          <p:nvPr/>
        </p:nvPicPr>
        <p:blipFill>
          <a:blip r:embed="rId4"/>
          <a:stretch>
            <a:fillRect/>
          </a:stretch>
        </p:blipFill>
        <p:spPr>
          <a:xfrm>
            <a:off x="3528539" y="2814983"/>
            <a:ext cx="237744" cy="237744"/>
          </a:xfrm>
          <a:prstGeom prst="rect">
            <a:avLst/>
          </a:prstGeom>
        </p:spPr>
      </p:pic>
      <p:sp>
        <p:nvSpPr>
          <p:cNvPr id="11" name="Shape 10">
            <a:extLst>
              <a:ext uri="{FF2B5EF4-FFF2-40B4-BE49-F238E27FC236}">
                <a16:creationId xmlns:a16="http://schemas.microsoft.com/office/drawing/2014/main" id="{48823561-F228-1E40-2C04-18716BA5331E}"/>
              </a:ext>
            </a:extLst>
          </p:cNvPr>
          <p:cNvSpPr/>
          <p:nvPr/>
        </p:nvSpPr>
        <p:spPr>
          <a:xfrm>
            <a:off x="3629123" y="1781711"/>
            <a:ext cx="1412748" cy="1974140"/>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2" name="Shape 11">
            <a:extLst>
              <a:ext uri="{FF2B5EF4-FFF2-40B4-BE49-F238E27FC236}">
                <a16:creationId xmlns:a16="http://schemas.microsoft.com/office/drawing/2014/main" id="{FF74D7B7-CCCA-7B97-AC77-2699A436DA94}"/>
              </a:ext>
            </a:extLst>
          </p:cNvPr>
          <p:cNvSpPr/>
          <p:nvPr/>
        </p:nvSpPr>
        <p:spPr>
          <a:xfrm>
            <a:off x="3629123" y="1781711"/>
            <a:ext cx="1412748" cy="438912"/>
          </a:xfrm>
          <a:prstGeom prst="rect">
            <a:avLst/>
          </a:prstGeom>
          <a:noFill/>
          <a:ln w="12700">
            <a:solidFill>
              <a:srgbClr val="000000"/>
            </a:solidFill>
            <a:prstDash val="solid"/>
          </a:ln>
        </p:spPr>
        <p:txBody>
          <a:bodyPr/>
          <a:lstStyle/>
          <a:p>
            <a:endParaRPr lang="en-US" noProof="0" dirty="0"/>
          </a:p>
        </p:txBody>
      </p:sp>
      <p:sp>
        <p:nvSpPr>
          <p:cNvPr id="13" name="Text 12">
            <a:extLst>
              <a:ext uri="{FF2B5EF4-FFF2-40B4-BE49-F238E27FC236}">
                <a16:creationId xmlns:a16="http://schemas.microsoft.com/office/drawing/2014/main" id="{FBA18520-AA1A-88C3-0497-F8D2DF2A6036}"/>
              </a:ext>
            </a:extLst>
          </p:cNvPr>
          <p:cNvSpPr/>
          <p:nvPr/>
        </p:nvSpPr>
        <p:spPr>
          <a:xfrm>
            <a:off x="3629123" y="1781711"/>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2</a:t>
            </a:r>
            <a:endParaRPr lang="en-US" sz="1400" noProof="0" dirty="0">
              <a:solidFill>
                <a:srgbClr val="0D9488"/>
              </a:solidFill>
            </a:endParaRPr>
          </a:p>
        </p:txBody>
      </p:sp>
      <p:sp>
        <p:nvSpPr>
          <p:cNvPr id="15" name="Text 13">
            <a:extLst>
              <a:ext uri="{FF2B5EF4-FFF2-40B4-BE49-F238E27FC236}">
                <a16:creationId xmlns:a16="http://schemas.microsoft.com/office/drawing/2014/main" id="{D6E77FFD-EC9B-7EE8-579C-9BA68EDB2447}"/>
              </a:ext>
            </a:extLst>
          </p:cNvPr>
          <p:cNvSpPr/>
          <p:nvPr/>
        </p:nvSpPr>
        <p:spPr>
          <a:xfrm>
            <a:off x="3835200" y="2263775"/>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Cleaning</a:t>
            </a:r>
            <a:endParaRPr lang="en-US" sz="1050" noProof="0" dirty="0"/>
          </a:p>
        </p:txBody>
      </p:sp>
      <p:sp>
        <p:nvSpPr>
          <p:cNvPr id="16" name="Text 14">
            <a:extLst>
              <a:ext uri="{FF2B5EF4-FFF2-40B4-BE49-F238E27FC236}">
                <a16:creationId xmlns:a16="http://schemas.microsoft.com/office/drawing/2014/main" id="{9B0502CE-20E8-7D67-8465-175E5AB2675E}"/>
              </a:ext>
            </a:extLst>
          </p:cNvPr>
          <p:cNvSpPr/>
          <p:nvPr/>
        </p:nvSpPr>
        <p:spPr>
          <a:xfrm>
            <a:off x="3731410" y="2599535"/>
            <a:ext cx="1247623"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Clean:</a:t>
            </a:r>
          </a:p>
          <a:p>
            <a:pPr marL="0" indent="0" algn="ctr">
              <a:buNone/>
            </a:pPr>
            <a:r>
              <a:rPr lang="en-US" sz="1000" noProof="0" dirty="0">
                <a:solidFill>
                  <a:srgbClr val="64748B"/>
                </a:solidFill>
              </a:rPr>
              <a:t>remove HTML,</a:t>
            </a:r>
            <a:endParaRPr lang="en-US" sz="1000" noProof="0" dirty="0"/>
          </a:p>
          <a:p>
            <a:pPr marL="0" indent="0" algn="ctr">
              <a:buNone/>
            </a:pPr>
            <a:r>
              <a:rPr lang="en-US" sz="1000" noProof="0" dirty="0">
                <a:solidFill>
                  <a:srgbClr val="64748B"/>
                </a:solidFill>
              </a:rPr>
              <a:t>noisy text </a:t>
            </a:r>
            <a:endParaRPr lang="en-US" sz="1000" noProof="0" dirty="0"/>
          </a:p>
        </p:txBody>
      </p:sp>
      <p:pic>
        <p:nvPicPr>
          <p:cNvPr id="17" name="Image 3" descr="preencoded.png">
            <a:extLst>
              <a:ext uri="{FF2B5EF4-FFF2-40B4-BE49-F238E27FC236}">
                <a16:creationId xmlns:a16="http://schemas.microsoft.com/office/drawing/2014/main" id="{EA53CDF0-4ACF-1786-1A11-17422B5A9B05}"/>
              </a:ext>
            </a:extLst>
          </p:cNvPr>
          <p:cNvPicPr>
            <a:picLocks noChangeAspect="1"/>
          </p:cNvPicPr>
          <p:nvPr/>
        </p:nvPicPr>
        <p:blipFill>
          <a:blip r:embed="rId4"/>
          <a:stretch>
            <a:fillRect/>
          </a:stretch>
        </p:blipFill>
        <p:spPr>
          <a:xfrm>
            <a:off x="5156237" y="2803409"/>
            <a:ext cx="237744" cy="237744"/>
          </a:xfrm>
          <a:prstGeom prst="rect">
            <a:avLst/>
          </a:prstGeom>
        </p:spPr>
      </p:pic>
      <p:sp>
        <p:nvSpPr>
          <p:cNvPr id="18" name="Shape 15">
            <a:extLst>
              <a:ext uri="{FF2B5EF4-FFF2-40B4-BE49-F238E27FC236}">
                <a16:creationId xmlns:a16="http://schemas.microsoft.com/office/drawing/2014/main" id="{61708673-D949-49D3-A6B1-C8B017E26032}"/>
              </a:ext>
            </a:extLst>
          </p:cNvPr>
          <p:cNvSpPr/>
          <p:nvPr/>
        </p:nvSpPr>
        <p:spPr>
          <a:xfrm>
            <a:off x="5256821" y="1770136"/>
            <a:ext cx="1406728" cy="1981141"/>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9" name="Shape 16">
            <a:extLst>
              <a:ext uri="{FF2B5EF4-FFF2-40B4-BE49-F238E27FC236}">
                <a16:creationId xmlns:a16="http://schemas.microsoft.com/office/drawing/2014/main" id="{6222413C-721C-A876-15D1-03B3F87E1785}"/>
              </a:ext>
            </a:extLst>
          </p:cNvPr>
          <p:cNvSpPr/>
          <p:nvPr/>
        </p:nvSpPr>
        <p:spPr>
          <a:xfrm>
            <a:off x="5256821" y="1770137"/>
            <a:ext cx="1406728" cy="438912"/>
          </a:xfrm>
          <a:prstGeom prst="rect">
            <a:avLst/>
          </a:prstGeom>
          <a:noFill/>
          <a:ln w="12700">
            <a:solidFill>
              <a:srgbClr val="000000"/>
            </a:solidFill>
            <a:prstDash val="solid"/>
          </a:ln>
        </p:spPr>
        <p:txBody>
          <a:bodyPr/>
          <a:lstStyle/>
          <a:p>
            <a:endParaRPr lang="en-US" noProof="0" dirty="0"/>
          </a:p>
        </p:txBody>
      </p:sp>
      <p:sp>
        <p:nvSpPr>
          <p:cNvPr id="20" name="Text 17">
            <a:extLst>
              <a:ext uri="{FF2B5EF4-FFF2-40B4-BE49-F238E27FC236}">
                <a16:creationId xmlns:a16="http://schemas.microsoft.com/office/drawing/2014/main" id="{8F76B106-5511-819A-518A-9A8DE451DCBF}"/>
              </a:ext>
            </a:extLst>
          </p:cNvPr>
          <p:cNvSpPr/>
          <p:nvPr/>
        </p:nvSpPr>
        <p:spPr>
          <a:xfrm>
            <a:off x="5256821" y="1770137"/>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3</a:t>
            </a:r>
            <a:endParaRPr lang="en-US" sz="1400" noProof="0" dirty="0">
              <a:solidFill>
                <a:srgbClr val="0D9488"/>
              </a:solidFill>
            </a:endParaRPr>
          </a:p>
        </p:txBody>
      </p:sp>
      <p:pic>
        <p:nvPicPr>
          <p:cNvPr id="21" name="Image 4" descr="preencoded.png">
            <a:extLst>
              <a:ext uri="{FF2B5EF4-FFF2-40B4-BE49-F238E27FC236}">
                <a16:creationId xmlns:a16="http://schemas.microsoft.com/office/drawing/2014/main" id="{931C9DA7-315D-7E7D-82B0-DB8C2044BD91}"/>
              </a:ext>
            </a:extLst>
          </p:cNvPr>
          <p:cNvPicPr>
            <a:picLocks noChangeAspect="1"/>
          </p:cNvPicPr>
          <p:nvPr/>
        </p:nvPicPr>
        <p:blipFill>
          <a:blip r:embed="rId5"/>
          <a:stretch>
            <a:fillRect/>
          </a:stretch>
        </p:blipFill>
        <p:spPr>
          <a:xfrm>
            <a:off x="5791743" y="1847371"/>
            <a:ext cx="329184" cy="329184"/>
          </a:xfrm>
          <a:prstGeom prst="rect">
            <a:avLst/>
          </a:prstGeom>
        </p:spPr>
      </p:pic>
      <p:sp>
        <p:nvSpPr>
          <p:cNvPr id="22" name="Text 18">
            <a:extLst>
              <a:ext uri="{FF2B5EF4-FFF2-40B4-BE49-F238E27FC236}">
                <a16:creationId xmlns:a16="http://schemas.microsoft.com/office/drawing/2014/main" id="{F6523C8A-5108-4D85-2B92-E945805DF986}"/>
              </a:ext>
            </a:extLst>
          </p:cNvPr>
          <p:cNvSpPr/>
          <p:nvPr/>
        </p:nvSpPr>
        <p:spPr>
          <a:xfrm>
            <a:off x="5338361" y="2417807"/>
            <a:ext cx="1296898"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Enrichment</a:t>
            </a:r>
          </a:p>
          <a:p>
            <a:pPr marL="0" indent="0" algn="ctr">
              <a:buNone/>
            </a:pPr>
            <a:r>
              <a:rPr lang="en-US" sz="900" b="1" noProof="0" dirty="0">
                <a:solidFill>
                  <a:srgbClr val="0D9488"/>
                </a:solidFill>
              </a:rPr>
              <a:t>(Feature</a:t>
            </a:r>
          </a:p>
          <a:p>
            <a:pPr marL="0" indent="0" algn="ctr">
              <a:buNone/>
            </a:pPr>
            <a:r>
              <a:rPr lang="en-US" sz="900" b="1" noProof="0" dirty="0">
                <a:solidFill>
                  <a:srgbClr val="0D9488"/>
                </a:solidFill>
              </a:rPr>
              <a:t>Engineering)</a:t>
            </a:r>
          </a:p>
        </p:txBody>
      </p:sp>
      <p:sp>
        <p:nvSpPr>
          <p:cNvPr id="23" name="Text 19">
            <a:extLst>
              <a:ext uri="{FF2B5EF4-FFF2-40B4-BE49-F238E27FC236}">
                <a16:creationId xmlns:a16="http://schemas.microsoft.com/office/drawing/2014/main" id="{DE9B7B91-77E1-A9B8-73CF-80EB675DAF84}"/>
              </a:ext>
            </a:extLst>
          </p:cNvPr>
          <p:cNvSpPr/>
          <p:nvPr/>
        </p:nvSpPr>
        <p:spPr>
          <a:xfrm>
            <a:off x="5432268" y="2824580"/>
            <a:ext cx="1122027"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Add board, component, layer, severity, </a:t>
            </a:r>
            <a:r>
              <a:rPr lang="en-US" sz="1000" noProof="0" dirty="0" err="1">
                <a:solidFill>
                  <a:srgbClr val="64748B"/>
                </a:solidFill>
              </a:rPr>
              <a:t>issue_kind</a:t>
            </a:r>
            <a:r>
              <a:rPr lang="en-US" sz="1000" noProof="0" dirty="0">
                <a:solidFill>
                  <a:srgbClr val="64748B"/>
                </a:solidFill>
              </a:rPr>
              <a:t>, </a:t>
            </a:r>
            <a:r>
              <a:rPr lang="en-US" sz="1000" noProof="0" dirty="0" err="1">
                <a:solidFill>
                  <a:srgbClr val="64748B"/>
                </a:solidFill>
              </a:rPr>
              <a:t>is_valid</a:t>
            </a:r>
            <a:endParaRPr lang="en-US" sz="1000" noProof="0" dirty="0">
              <a:solidFill>
                <a:srgbClr val="64748B"/>
              </a:solidFill>
            </a:endParaRPr>
          </a:p>
        </p:txBody>
      </p:sp>
      <p:pic>
        <p:nvPicPr>
          <p:cNvPr id="24" name="Image 5" descr="preencoded.png">
            <a:extLst>
              <a:ext uri="{FF2B5EF4-FFF2-40B4-BE49-F238E27FC236}">
                <a16:creationId xmlns:a16="http://schemas.microsoft.com/office/drawing/2014/main" id="{E5469931-A96D-790C-B181-5D501ED55866}"/>
              </a:ext>
            </a:extLst>
          </p:cNvPr>
          <p:cNvPicPr>
            <a:picLocks noChangeAspect="1"/>
          </p:cNvPicPr>
          <p:nvPr/>
        </p:nvPicPr>
        <p:blipFill>
          <a:blip r:embed="rId4"/>
          <a:stretch>
            <a:fillRect/>
          </a:stretch>
        </p:blipFill>
        <p:spPr>
          <a:xfrm>
            <a:off x="6707675" y="2803408"/>
            <a:ext cx="237744" cy="237744"/>
          </a:xfrm>
          <a:prstGeom prst="rect">
            <a:avLst/>
          </a:prstGeom>
        </p:spPr>
      </p:pic>
      <p:sp>
        <p:nvSpPr>
          <p:cNvPr id="25" name="Shape 20">
            <a:extLst>
              <a:ext uri="{FF2B5EF4-FFF2-40B4-BE49-F238E27FC236}">
                <a16:creationId xmlns:a16="http://schemas.microsoft.com/office/drawing/2014/main" id="{59F1E768-F407-9419-858E-59AC61B68A03}"/>
              </a:ext>
            </a:extLst>
          </p:cNvPr>
          <p:cNvSpPr/>
          <p:nvPr/>
        </p:nvSpPr>
        <p:spPr>
          <a:xfrm>
            <a:off x="6808259" y="1770135"/>
            <a:ext cx="1397438" cy="1981141"/>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26" name="Shape 21">
            <a:extLst>
              <a:ext uri="{FF2B5EF4-FFF2-40B4-BE49-F238E27FC236}">
                <a16:creationId xmlns:a16="http://schemas.microsoft.com/office/drawing/2014/main" id="{E869BAAB-FEBD-28C5-ABFE-EFF7A1664B71}"/>
              </a:ext>
            </a:extLst>
          </p:cNvPr>
          <p:cNvSpPr/>
          <p:nvPr/>
        </p:nvSpPr>
        <p:spPr>
          <a:xfrm>
            <a:off x="6808259" y="1770136"/>
            <a:ext cx="1406728" cy="438912"/>
          </a:xfrm>
          <a:prstGeom prst="rect">
            <a:avLst/>
          </a:prstGeom>
          <a:noFill/>
          <a:ln w="12700">
            <a:solidFill>
              <a:srgbClr val="000000"/>
            </a:solidFill>
            <a:prstDash val="solid"/>
          </a:ln>
        </p:spPr>
        <p:txBody>
          <a:bodyPr/>
          <a:lstStyle/>
          <a:p>
            <a:endParaRPr lang="en-US" noProof="0" dirty="0"/>
          </a:p>
        </p:txBody>
      </p:sp>
      <p:sp>
        <p:nvSpPr>
          <p:cNvPr id="27" name="Text 22">
            <a:extLst>
              <a:ext uri="{FF2B5EF4-FFF2-40B4-BE49-F238E27FC236}">
                <a16:creationId xmlns:a16="http://schemas.microsoft.com/office/drawing/2014/main" id="{55FFCD7D-BD90-D5D0-522F-94D87DB20857}"/>
              </a:ext>
            </a:extLst>
          </p:cNvPr>
          <p:cNvSpPr/>
          <p:nvPr/>
        </p:nvSpPr>
        <p:spPr>
          <a:xfrm>
            <a:off x="6808259" y="1770136"/>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4</a:t>
            </a:r>
            <a:endParaRPr lang="en-US" sz="1400" noProof="0" dirty="0">
              <a:solidFill>
                <a:srgbClr val="0D9488"/>
              </a:solidFill>
            </a:endParaRPr>
          </a:p>
        </p:txBody>
      </p:sp>
      <p:sp>
        <p:nvSpPr>
          <p:cNvPr id="29" name="Text 23">
            <a:extLst>
              <a:ext uri="{FF2B5EF4-FFF2-40B4-BE49-F238E27FC236}">
                <a16:creationId xmlns:a16="http://schemas.microsoft.com/office/drawing/2014/main" id="{03382320-D0C5-A3EE-9F9C-D22EE6B46BE9}"/>
              </a:ext>
            </a:extLst>
          </p:cNvPr>
          <p:cNvSpPr/>
          <p:nvPr/>
        </p:nvSpPr>
        <p:spPr>
          <a:xfrm>
            <a:off x="6994577" y="2293660"/>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Similarity</a:t>
            </a:r>
            <a:endParaRPr lang="en-US" sz="1050" noProof="0" dirty="0"/>
          </a:p>
        </p:txBody>
      </p:sp>
      <p:sp>
        <p:nvSpPr>
          <p:cNvPr id="30" name="Text 24">
            <a:extLst>
              <a:ext uri="{FF2B5EF4-FFF2-40B4-BE49-F238E27FC236}">
                <a16:creationId xmlns:a16="http://schemas.microsoft.com/office/drawing/2014/main" id="{3509286A-FBA6-FE9C-2E3E-393666DB99D7}"/>
              </a:ext>
            </a:extLst>
          </p:cNvPr>
          <p:cNvSpPr/>
          <p:nvPr/>
        </p:nvSpPr>
        <p:spPr>
          <a:xfrm>
            <a:off x="7004058" y="2670880"/>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Link related issues</a:t>
            </a:r>
            <a:endParaRPr lang="en-US" sz="1000" noProof="0" dirty="0"/>
          </a:p>
          <a:p>
            <a:pPr marL="0" indent="0" algn="ctr">
              <a:buNone/>
            </a:pPr>
            <a:r>
              <a:rPr lang="en-US" sz="1000" noProof="0" dirty="0">
                <a:solidFill>
                  <a:srgbClr val="64748B"/>
                </a:solidFill>
              </a:rPr>
              <a:t>describing the same bug</a:t>
            </a:r>
            <a:endParaRPr lang="en-US" sz="1000" noProof="0" dirty="0"/>
          </a:p>
        </p:txBody>
      </p:sp>
      <p:pic>
        <p:nvPicPr>
          <p:cNvPr id="31" name="Image 7" descr="preencoded.png">
            <a:extLst>
              <a:ext uri="{FF2B5EF4-FFF2-40B4-BE49-F238E27FC236}">
                <a16:creationId xmlns:a16="http://schemas.microsoft.com/office/drawing/2014/main" id="{C401AD32-7BBB-8507-4C2F-2DABC776C53B}"/>
              </a:ext>
            </a:extLst>
          </p:cNvPr>
          <p:cNvPicPr>
            <a:picLocks noChangeAspect="1"/>
          </p:cNvPicPr>
          <p:nvPr/>
        </p:nvPicPr>
        <p:blipFill>
          <a:blip r:embed="rId4"/>
          <a:stretch>
            <a:fillRect/>
          </a:stretch>
        </p:blipFill>
        <p:spPr>
          <a:xfrm>
            <a:off x="5704635" y="4385096"/>
            <a:ext cx="237744" cy="237744"/>
          </a:xfrm>
          <a:prstGeom prst="rect">
            <a:avLst/>
          </a:prstGeom>
        </p:spPr>
      </p:pic>
      <p:sp>
        <p:nvSpPr>
          <p:cNvPr id="32" name="Shape 25">
            <a:extLst>
              <a:ext uri="{FF2B5EF4-FFF2-40B4-BE49-F238E27FC236}">
                <a16:creationId xmlns:a16="http://schemas.microsoft.com/office/drawing/2014/main" id="{23275CAD-A655-703D-D565-23BEDAF14822}"/>
              </a:ext>
            </a:extLst>
          </p:cNvPr>
          <p:cNvSpPr/>
          <p:nvPr/>
        </p:nvSpPr>
        <p:spPr>
          <a:xfrm>
            <a:off x="3708724" y="4256612"/>
            <a:ext cx="1397438" cy="1981140"/>
          </a:xfrm>
          <a:prstGeom prst="rect">
            <a:avLst/>
          </a:prstGeom>
          <a:solidFill>
            <a:srgbClr val="FFFFFF"/>
          </a:solidFill>
          <a:ln w="9525">
            <a:no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33" name="Shape 26">
            <a:extLst>
              <a:ext uri="{FF2B5EF4-FFF2-40B4-BE49-F238E27FC236}">
                <a16:creationId xmlns:a16="http://schemas.microsoft.com/office/drawing/2014/main" id="{091FD4BB-CE7E-DC12-FC85-60A4A3CF2165}"/>
              </a:ext>
            </a:extLst>
          </p:cNvPr>
          <p:cNvSpPr/>
          <p:nvPr/>
        </p:nvSpPr>
        <p:spPr>
          <a:xfrm>
            <a:off x="3708724" y="4256612"/>
            <a:ext cx="1397438" cy="438912"/>
          </a:xfrm>
          <a:prstGeom prst="rect">
            <a:avLst/>
          </a:prstGeom>
          <a:noFill/>
          <a:ln w="12700">
            <a:solidFill>
              <a:schemeClr val="tx1"/>
            </a:solidFill>
            <a:prstDash val="solid"/>
          </a:ln>
        </p:spPr>
        <p:txBody>
          <a:bodyPr/>
          <a:lstStyle/>
          <a:p>
            <a:endParaRPr lang="en-US" noProof="0" dirty="0"/>
          </a:p>
        </p:txBody>
      </p:sp>
      <p:sp>
        <p:nvSpPr>
          <p:cNvPr id="34" name="Text 27">
            <a:extLst>
              <a:ext uri="{FF2B5EF4-FFF2-40B4-BE49-F238E27FC236}">
                <a16:creationId xmlns:a16="http://schemas.microsoft.com/office/drawing/2014/main" id="{29BFA05D-CE13-8B2B-3ECF-D4C08D273F4A}"/>
              </a:ext>
            </a:extLst>
          </p:cNvPr>
          <p:cNvSpPr/>
          <p:nvPr/>
        </p:nvSpPr>
        <p:spPr>
          <a:xfrm>
            <a:off x="3708724" y="4256612"/>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6</a:t>
            </a:r>
            <a:endParaRPr lang="en-US" sz="1400" noProof="0" dirty="0">
              <a:solidFill>
                <a:srgbClr val="0D9488"/>
              </a:solidFill>
            </a:endParaRPr>
          </a:p>
        </p:txBody>
      </p:sp>
      <p:pic>
        <p:nvPicPr>
          <p:cNvPr id="35" name="Image 8" descr="preencoded.png">
            <a:extLst>
              <a:ext uri="{FF2B5EF4-FFF2-40B4-BE49-F238E27FC236}">
                <a16:creationId xmlns:a16="http://schemas.microsoft.com/office/drawing/2014/main" id="{3738A1AC-2ED5-30D6-C54E-8E25EEC08B05}"/>
              </a:ext>
            </a:extLst>
          </p:cNvPr>
          <p:cNvPicPr>
            <a:picLocks noChangeAspect="1"/>
          </p:cNvPicPr>
          <p:nvPr/>
        </p:nvPicPr>
        <p:blipFill>
          <a:blip r:embed="rId6"/>
          <a:stretch>
            <a:fillRect/>
          </a:stretch>
        </p:blipFill>
        <p:spPr>
          <a:xfrm>
            <a:off x="4281670" y="4353113"/>
            <a:ext cx="256032" cy="256032"/>
          </a:xfrm>
          <a:prstGeom prst="rect">
            <a:avLst/>
          </a:prstGeom>
        </p:spPr>
      </p:pic>
      <p:sp>
        <p:nvSpPr>
          <p:cNvPr id="36" name="Text 28">
            <a:extLst>
              <a:ext uri="{FF2B5EF4-FFF2-40B4-BE49-F238E27FC236}">
                <a16:creationId xmlns:a16="http://schemas.microsoft.com/office/drawing/2014/main" id="{5BAA8C84-25B4-7432-E6B3-CFF7E3BCBBD4}"/>
              </a:ext>
            </a:extLst>
          </p:cNvPr>
          <p:cNvSpPr/>
          <p:nvPr/>
        </p:nvSpPr>
        <p:spPr>
          <a:xfrm>
            <a:off x="3902779" y="4787497"/>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Chunking</a:t>
            </a:r>
            <a:endParaRPr lang="en-US" sz="1050" noProof="0" dirty="0"/>
          </a:p>
        </p:txBody>
      </p:sp>
      <p:sp>
        <p:nvSpPr>
          <p:cNvPr id="37" name="Text 29">
            <a:extLst>
              <a:ext uri="{FF2B5EF4-FFF2-40B4-BE49-F238E27FC236}">
                <a16:creationId xmlns:a16="http://schemas.microsoft.com/office/drawing/2014/main" id="{0F62333C-1099-874C-63C6-3891F7C5D964}"/>
              </a:ext>
            </a:extLst>
          </p:cNvPr>
          <p:cNvSpPr/>
          <p:nvPr/>
        </p:nvSpPr>
        <p:spPr>
          <a:xfrm>
            <a:off x="3891604" y="5112685"/>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Split into chunks</a:t>
            </a:r>
            <a:endParaRPr lang="en-US" sz="1000" noProof="0" dirty="0"/>
          </a:p>
          <a:p>
            <a:pPr marL="0" indent="0" algn="ctr">
              <a:buNone/>
            </a:pPr>
            <a:r>
              <a:rPr lang="en-US" sz="1000" noProof="0" dirty="0">
                <a:solidFill>
                  <a:srgbClr val="64748B"/>
                </a:solidFill>
              </a:rPr>
              <a:t>for the evaluation</a:t>
            </a:r>
            <a:endParaRPr lang="en-US" sz="1000" noProof="0" dirty="0"/>
          </a:p>
        </p:txBody>
      </p:sp>
      <p:pic>
        <p:nvPicPr>
          <p:cNvPr id="38" name="Image 9" descr="preencoded.png">
            <a:extLst>
              <a:ext uri="{FF2B5EF4-FFF2-40B4-BE49-F238E27FC236}">
                <a16:creationId xmlns:a16="http://schemas.microsoft.com/office/drawing/2014/main" id="{84FB185A-2B35-592D-D91F-0FA613BE7801}"/>
              </a:ext>
            </a:extLst>
          </p:cNvPr>
          <p:cNvPicPr>
            <a:picLocks noChangeAspect="1"/>
          </p:cNvPicPr>
          <p:nvPr/>
        </p:nvPicPr>
        <p:blipFill>
          <a:blip r:embed="rId4"/>
          <a:stretch>
            <a:fillRect/>
          </a:stretch>
        </p:blipFill>
        <p:spPr>
          <a:xfrm>
            <a:off x="5260354" y="5289886"/>
            <a:ext cx="237744" cy="237744"/>
          </a:xfrm>
          <a:prstGeom prst="rect">
            <a:avLst/>
          </a:prstGeom>
        </p:spPr>
      </p:pic>
      <p:sp>
        <p:nvSpPr>
          <p:cNvPr id="39" name="Shape 30">
            <a:extLst>
              <a:ext uri="{FF2B5EF4-FFF2-40B4-BE49-F238E27FC236}">
                <a16:creationId xmlns:a16="http://schemas.microsoft.com/office/drawing/2014/main" id="{CF82D4C1-92B0-0959-363E-8696EA6B0032}"/>
              </a:ext>
            </a:extLst>
          </p:cNvPr>
          <p:cNvSpPr/>
          <p:nvPr/>
        </p:nvSpPr>
        <p:spPr>
          <a:xfrm>
            <a:off x="5360938" y="4256613"/>
            <a:ext cx="1383932" cy="1981139"/>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40" name="Shape 31">
            <a:extLst>
              <a:ext uri="{FF2B5EF4-FFF2-40B4-BE49-F238E27FC236}">
                <a16:creationId xmlns:a16="http://schemas.microsoft.com/office/drawing/2014/main" id="{E0AAF881-E75C-17C5-E3EA-1A99822D25AB}"/>
              </a:ext>
            </a:extLst>
          </p:cNvPr>
          <p:cNvSpPr/>
          <p:nvPr/>
        </p:nvSpPr>
        <p:spPr>
          <a:xfrm>
            <a:off x="5360938" y="4256614"/>
            <a:ext cx="1397438" cy="438912"/>
          </a:xfrm>
          <a:prstGeom prst="rect">
            <a:avLst/>
          </a:prstGeom>
          <a:noFill/>
          <a:ln w="12700">
            <a:solidFill>
              <a:srgbClr val="000000"/>
            </a:solidFill>
            <a:prstDash val="solid"/>
          </a:ln>
        </p:spPr>
        <p:txBody>
          <a:bodyPr/>
          <a:lstStyle/>
          <a:p>
            <a:endParaRPr lang="en-US" noProof="0" dirty="0"/>
          </a:p>
        </p:txBody>
      </p:sp>
      <p:sp>
        <p:nvSpPr>
          <p:cNvPr id="41" name="Text 32">
            <a:extLst>
              <a:ext uri="{FF2B5EF4-FFF2-40B4-BE49-F238E27FC236}">
                <a16:creationId xmlns:a16="http://schemas.microsoft.com/office/drawing/2014/main" id="{0C17A3F0-90BA-7969-5BF6-3963B2DA11E2}"/>
              </a:ext>
            </a:extLst>
          </p:cNvPr>
          <p:cNvSpPr/>
          <p:nvPr/>
        </p:nvSpPr>
        <p:spPr>
          <a:xfrm>
            <a:off x="5360938" y="4256614"/>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7</a:t>
            </a:r>
            <a:endParaRPr lang="en-US" sz="1400" noProof="0" dirty="0">
              <a:solidFill>
                <a:srgbClr val="0D9488"/>
              </a:solidFill>
            </a:endParaRPr>
          </a:p>
        </p:txBody>
      </p:sp>
      <p:pic>
        <p:nvPicPr>
          <p:cNvPr id="42" name="Image 10" descr="preencoded.png">
            <a:extLst>
              <a:ext uri="{FF2B5EF4-FFF2-40B4-BE49-F238E27FC236}">
                <a16:creationId xmlns:a16="http://schemas.microsoft.com/office/drawing/2014/main" id="{852182AE-399F-190F-293E-C3D5FE84658E}"/>
              </a:ext>
            </a:extLst>
          </p:cNvPr>
          <p:cNvPicPr>
            <a:picLocks noChangeAspect="1"/>
          </p:cNvPicPr>
          <p:nvPr/>
        </p:nvPicPr>
        <p:blipFill>
          <a:blip r:embed="rId7"/>
          <a:stretch>
            <a:fillRect/>
          </a:stretch>
        </p:blipFill>
        <p:spPr>
          <a:xfrm>
            <a:off x="5934096" y="4349601"/>
            <a:ext cx="263059" cy="263059"/>
          </a:xfrm>
          <a:prstGeom prst="rect">
            <a:avLst/>
          </a:prstGeom>
        </p:spPr>
      </p:pic>
      <p:sp>
        <p:nvSpPr>
          <p:cNvPr id="43" name="Text 33">
            <a:extLst>
              <a:ext uri="{FF2B5EF4-FFF2-40B4-BE49-F238E27FC236}">
                <a16:creationId xmlns:a16="http://schemas.microsoft.com/office/drawing/2014/main" id="{7EB5A70E-678B-2A0F-5898-9AB27B5D906D}"/>
              </a:ext>
            </a:extLst>
          </p:cNvPr>
          <p:cNvSpPr/>
          <p:nvPr/>
        </p:nvSpPr>
        <p:spPr>
          <a:xfrm>
            <a:off x="5556737" y="4834764"/>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Evaluation</a:t>
            </a:r>
          </a:p>
          <a:p>
            <a:pPr algn="ctr"/>
            <a:r>
              <a:rPr lang="en-US" sz="900" b="1" noProof="0" dirty="0">
                <a:solidFill>
                  <a:srgbClr val="1B2A3B"/>
                </a:solidFill>
              </a:rPr>
              <a:t>(</a:t>
            </a:r>
            <a:r>
              <a:rPr lang="en-US" sz="900" b="1" noProof="0" dirty="0">
                <a:solidFill>
                  <a:srgbClr val="0D9488"/>
                </a:solidFill>
              </a:rPr>
              <a:t>Benchmark</a:t>
            </a:r>
            <a:r>
              <a:rPr lang="en-US" sz="900" b="1" noProof="0" dirty="0"/>
              <a:t>)</a:t>
            </a:r>
          </a:p>
        </p:txBody>
      </p:sp>
      <p:sp>
        <p:nvSpPr>
          <p:cNvPr id="44" name="Text 34">
            <a:extLst>
              <a:ext uri="{FF2B5EF4-FFF2-40B4-BE49-F238E27FC236}">
                <a16:creationId xmlns:a16="http://schemas.microsoft.com/office/drawing/2014/main" id="{02D2474B-F742-D0A8-378D-A89F0E845046}"/>
              </a:ext>
            </a:extLst>
          </p:cNvPr>
          <p:cNvSpPr/>
          <p:nvPr/>
        </p:nvSpPr>
        <p:spPr>
          <a:xfrm>
            <a:off x="5575740" y="5355972"/>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Test with 50</a:t>
            </a:r>
            <a:endParaRPr lang="en-US" sz="1000" noProof="0" dirty="0"/>
          </a:p>
          <a:p>
            <a:pPr marL="0" indent="0" algn="ctr">
              <a:buNone/>
            </a:pPr>
            <a:r>
              <a:rPr lang="en-US" sz="1000" noProof="0" dirty="0">
                <a:solidFill>
                  <a:srgbClr val="64748B"/>
                </a:solidFill>
              </a:rPr>
              <a:t>questions of reference</a:t>
            </a:r>
          </a:p>
          <a:p>
            <a:pPr marL="0" indent="0" algn="ctr">
              <a:buNone/>
            </a:pPr>
            <a:endParaRPr lang="en-US" sz="1000" noProof="0" dirty="0"/>
          </a:p>
          <a:p>
            <a:pPr marL="0" indent="0" algn="ctr">
              <a:buNone/>
            </a:pPr>
            <a:endParaRPr lang="en-US" sz="1000" noProof="0" dirty="0"/>
          </a:p>
        </p:txBody>
      </p:sp>
      <p:pic>
        <p:nvPicPr>
          <p:cNvPr id="45" name="Image 11" descr="preencoded.png">
            <a:extLst>
              <a:ext uri="{FF2B5EF4-FFF2-40B4-BE49-F238E27FC236}">
                <a16:creationId xmlns:a16="http://schemas.microsoft.com/office/drawing/2014/main" id="{C243BCEC-50AE-78A4-4484-96F152D354F8}"/>
              </a:ext>
            </a:extLst>
          </p:cNvPr>
          <p:cNvPicPr>
            <a:picLocks noChangeAspect="1"/>
          </p:cNvPicPr>
          <p:nvPr/>
        </p:nvPicPr>
        <p:blipFill>
          <a:blip r:embed="rId4"/>
          <a:stretch>
            <a:fillRect/>
          </a:stretch>
        </p:blipFill>
        <p:spPr>
          <a:xfrm>
            <a:off x="6503938" y="5289886"/>
            <a:ext cx="237744" cy="237744"/>
          </a:xfrm>
          <a:prstGeom prst="rect">
            <a:avLst/>
          </a:prstGeom>
        </p:spPr>
      </p:pic>
      <p:sp>
        <p:nvSpPr>
          <p:cNvPr id="46" name="Shape 35">
            <a:extLst>
              <a:ext uri="{FF2B5EF4-FFF2-40B4-BE49-F238E27FC236}">
                <a16:creationId xmlns:a16="http://schemas.microsoft.com/office/drawing/2014/main" id="{B6AB5052-B88F-6A7E-9EDE-A18F3CC93CD3}"/>
              </a:ext>
            </a:extLst>
          </p:cNvPr>
          <p:cNvSpPr/>
          <p:nvPr/>
        </p:nvSpPr>
        <p:spPr>
          <a:xfrm>
            <a:off x="6907867" y="4252041"/>
            <a:ext cx="1367887" cy="1990773"/>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47" name="Shape 36">
            <a:extLst>
              <a:ext uri="{FF2B5EF4-FFF2-40B4-BE49-F238E27FC236}">
                <a16:creationId xmlns:a16="http://schemas.microsoft.com/office/drawing/2014/main" id="{49FD1DD7-BAD8-1725-973E-486ADE073B90}"/>
              </a:ext>
            </a:extLst>
          </p:cNvPr>
          <p:cNvSpPr/>
          <p:nvPr/>
        </p:nvSpPr>
        <p:spPr>
          <a:xfrm>
            <a:off x="6907868" y="4252042"/>
            <a:ext cx="1383932" cy="438912"/>
          </a:xfrm>
          <a:prstGeom prst="rect">
            <a:avLst/>
          </a:prstGeom>
          <a:noFill/>
          <a:ln w="12700">
            <a:solidFill>
              <a:srgbClr val="000000"/>
            </a:solidFill>
            <a:prstDash val="solid"/>
          </a:ln>
        </p:spPr>
        <p:txBody>
          <a:bodyPr/>
          <a:lstStyle/>
          <a:p>
            <a:endParaRPr lang="en-US" noProof="0" dirty="0"/>
          </a:p>
        </p:txBody>
      </p:sp>
      <p:sp>
        <p:nvSpPr>
          <p:cNvPr id="48" name="Text 37">
            <a:extLst>
              <a:ext uri="{FF2B5EF4-FFF2-40B4-BE49-F238E27FC236}">
                <a16:creationId xmlns:a16="http://schemas.microsoft.com/office/drawing/2014/main" id="{F9FE8D32-4685-8014-E6A0-95CE381CECFD}"/>
              </a:ext>
            </a:extLst>
          </p:cNvPr>
          <p:cNvSpPr/>
          <p:nvPr/>
        </p:nvSpPr>
        <p:spPr>
          <a:xfrm>
            <a:off x="6907868" y="4252042"/>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8</a:t>
            </a:r>
            <a:endParaRPr lang="en-US" sz="1400" noProof="0" dirty="0">
              <a:solidFill>
                <a:srgbClr val="0D9488"/>
              </a:solidFill>
            </a:endParaRPr>
          </a:p>
        </p:txBody>
      </p:sp>
      <p:pic>
        <p:nvPicPr>
          <p:cNvPr id="49" name="Image 12" descr="preencoded.png">
            <a:extLst>
              <a:ext uri="{FF2B5EF4-FFF2-40B4-BE49-F238E27FC236}">
                <a16:creationId xmlns:a16="http://schemas.microsoft.com/office/drawing/2014/main" id="{84230D54-4CF8-9829-27AD-A4CCE37B68BC}"/>
              </a:ext>
            </a:extLst>
          </p:cNvPr>
          <p:cNvPicPr>
            <a:picLocks noChangeAspect="1"/>
          </p:cNvPicPr>
          <p:nvPr/>
        </p:nvPicPr>
        <p:blipFill>
          <a:blip r:embed="rId8"/>
          <a:stretch>
            <a:fillRect/>
          </a:stretch>
        </p:blipFill>
        <p:spPr>
          <a:xfrm>
            <a:off x="7390235" y="4337111"/>
            <a:ext cx="288037" cy="288037"/>
          </a:xfrm>
          <a:prstGeom prst="rect">
            <a:avLst/>
          </a:prstGeom>
        </p:spPr>
      </p:pic>
      <p:sp>
        <p:nvSpPr>
          <p:cNvPr id="50" name="Text 38">
            <a:extLst>
              <a:ext uri="{FF2B5EF4-FFF2-40B4-BE49-F238E27FC236}">
                <a16:creationId xmlns:a16="http://schemas.microsoft.com/office/drawing/2014/main" id="{FD2C8677-F933-3733-D15A-437F70DC2B25}"/>
              </a:ext>
            </a:extLst>
          </p:cNvPr>
          <p:cNvSpPr/>
          <p:nvPr/>
        </p:nvSpPr>
        <p:spPr>
          <a:xfrm>
            <a:off x="6982506" y="4856017"/>
            <a:ext cx="1218607"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Delivery</a:t>
            </a:r>
            <a:endParaRPr lang="en-US" sz="800" b="1" noProof="0" dirty="0">
              <a:solidFill>
                <a:srgbClr val="1B2A3B"/>
              </a:solidFill>
            </a:endParaRPr>
          </a:p>
          <a:p>
            <a:pPr marL="0" indent="0" algn="ctr">
              <a:buNone/>
            </a:pPr>
            <a:endParaRPr lang="en-US" sz="1050" b="1" noProof="0" dirty="0">
              <a:solidFill>
                <a:srgbClr val="1B2A3B"/>
              </a:solidFill>
            </a:endParaRPr>
          </a:p>
        </p:txBody>
      </p:sp>
      <p:sp>
        <p:nvSpPr>
          <p:cNvPr id="51" name="Text 39">
            <a:extLst>
              <a:ext uri="{FF2B5EF4-FFF2-40B4-BE49-F238E27FC236}">
                <a16:creationId xmlns:a16="http://schemas.microsoft.com/office/drawing/2014/main" id="{D91C2862-01D2-E1E0-D940-AD652B5D9895}"/>
              </a:ext>
            </a:extLst>
          </p:cNvPr>
          <p:cNvSpPr/>
          <p:nvPr/>
        </p:nvSpPr>
        <p:spPr>
          <a:xfrm>
            <a:off x="7096914" y="5201954"/>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Deliver JSON</a:t>
            </a:r>
            <a:endParaRPr lang="en-US" sz="1000" noProof="0" dirty="0"/>
          </a:p>
          <a:p>
            <a:pPr marL="0" indent="0" algn="ctr">
              <a:buNone/>
            </a:pPr>
            <a:r>
              <a:rPr lang="en-US" sz="1000" noProof="0" dirty="0">
                <a:solidFill>
                  <a:srgbClr val="64748B"/>
                </a:solidFill>
              </a:rPr>
              <a:t>format ST-ready</a:t>
            </a:r>
            <a:endParaRPr lang="en-US" sz="1000" noProof="0" dirty="0"/>
          </a:p>
        </p:txBody>
      </p:sp>
      <p:pic>
        <p:nvPicPr>
          <p:cNvPr id="81" name="Graphic 80" descr="Dice with solid fill">
            <a:extLst>
              <a:ext uri="{FF2B5EF4-FFF2-40B4-BE49-F238E27FC236}">
                <a16:creationId xmlns:a16="http://schemas.microsoft.com/office/drawing/2014/main" id="{4C7A22A4-C5AD-2BD0-9018-0C2C099DCDF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300440" y="1797567"/>
            <a:ext cx="402338" cy="402338"/>
          </a:xfrm>
          <a:prstGeom prst="rect">
            <a:avLst/>
          </a:prstGeom>
        </p:spPr>
      </p:pic>
      <p:pic>
        <p:nvPicPr>
          <p:cNvPr id="85" name="Graphic 84" descr="Eraser with solid fill">
            <a:extLst>
              <a:ext uri="{FF2B5EF4-FFF2-40B4-BE49-F238E27FC236}">
                <a16:creationId xmlns:a16="http://schemas.microsoft.com/office/drawing/2014/main" id="{46FAB824-1AD7-60D2-F487-F6F48C9D5F8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173257" y="1847371"/>
            <a:ext cx="329184" cy="329184"/>
          </a:xfrm>
          <a:prstGeom prst="rect">
            <a:avLst/>
          </a:prstGeom>
        </p:spPr>
      </p:pic>
      <p:sp>
        <p:nvSpPr>
          <p:cNvPr id="3" name="Shape 20">
            <a:extLst>
              <a:ext uri="{FF2B5EF4-FFF2-40B4-BE49-F238E27FC236}">
                <a16:creationId xmlns:a16="http://schemas.microsoft.com/office/drawing/2014/main" id="{2DF1826C-8A57-008D-F390-856E71FE203D}"/>
              </a:ext>
            </a:extLst>
          </p:cNvPr>
          <p:cNvSpPr/>
          <p:nvPr/>
        </p:nvSpPr>
        <p:spPr>
          <a:xfrm>
            <a:off x="8433963" y="1770135"/>
            <a:ext cx="1397438" cy="1981141"/>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4" name="Shape 21">
            <a:extLst>
              <a:ext uri="{FF2B5EF4-FFF2-40B4-BE49-F238E27FC236}">
                <a16:creationId xmlns:a16="http://schemas.microsoft.com/office/drawing/2014/main" id="{39C0BADA-3F25-CBBE-F1FF-82B138B9C7E2}"/>
              </a:ext>
            </a:extLst>
          </p:cNvPr>
          <p:cNvSpPr/>
          <p:nvPr/>
        </p:nvSpPr>
        <p:spPr>
          <a:xfrm>
            <a:off x="8433963" y="1770136"/>
            <a:ext cx="1406728" cy="438912"/>
          </a:xfrm>
          <a:prstGeom prst="rect">
            <a:avLst/>
          </a:prstGeom>
          <a:noFill/>
          <a:ln w="12700">
            <a:solidFill>
              <a:srgbClr val="000000"/>
            </a:solidFill>
            <a:prstDash val="solid"/>
          </a:ln>
        </p:spPr>
        <p:txBody>
          <a:bodyPr/>
          <a:lstStyle/>
          <a:p>
            <a:endParaRPr lang="en-US" noProof="0" dirty="0"/>
          </a:p>
        </p:txBody>
      </p:sp>
      <p:sp>
        <p:nvSpPr>
          <p:cNvPr id="28" name="Text 22">
            <a:extLst>
              <a:ext uri="{FF2B5EF4-FFF2-40B4-BE49-F238E27FC236}">
                <a16:creationId xmlns:a16="http://schemas.microsoft.com/office/drawing/2014/main" id="{6AAD0BED-9802-A87F-1511-C1AC2D253431}"/>
              </a:ext>
            </a:extLst>
          </p:cNvPr>
          <p:cNvSpPr/>
          <p:nvPr/>
        </p:nvSpPr>
        <p:spPr>
          <a:xfrm>
            <a:off x="8433963" y="1770136"/>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5</a:t>
            </a:r>
            <a:endParaRPr lang="en-US" sz="1400" noProof="0" dirty="0">
              <a:solidFill>
                <a:srgbClr val="0D9488"/>
              </a:solidFill>
            </a:endParaRPr>
          </a:p>
        </p:txBody>
      </p:sp>
      <p:sp>
        <p:nvSpPr>
          <p:cNvPr id="52" name="Text 23">
            <a:extLst>
              <a:ext uri="{FF2B5EF4-FFF2-40B4-BE49-F238E27FC236}">
                <a16:creationId xmlns:a16="http://schemas.microsoft.com/office/drawing/2014/main" id="{7D4C2101-9C4C-4A73-3F35-62183D22C72C}"/>
              </a:ext>
            </a:extLst>
          </p:cNvPr>
          <p:cNvSpPr/>
          <p:nvPr/>
        </p:nvSpPr>
        <p:spPr>
          <a:xfrm>
            <a:off x="8620281" y="2293660"/>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Data Generation</a:t>
            </a:r>
            <a:endParaRPr lang="en-US" sz="1050" noProof="0" dirty="0"/>
          </a:p>
        </p:txBody>
      </p:sp>
      <p:sp>
        <p:nvSpPr>
          <p:cNvPr id="53" name="Text 24">
            <a:extLst>
              <a:ext uri="{FF2B5EF4-FFF2-40B4-BE49-F238E27FC236}">
                <a16:creationId xmlns:a16="http://schemas.microsoft.com/office/drawing/2014/main" id="{1BF24B48-D709-B6FE-B60A-D940355B9377}"/>
              </a:ext>
            </a:extLst>
          </p:cNvPr>
          <p:cNvSpPr/>
          <p:nvPr/>
        </p:nvSpPr>
        <p:spPr>
          <a:xfrm>
            <a:off x="8620281" y="2803408"/>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A post-processing stage that turns prepared data into actionable support artifacts</a:t>
            </a:r>
            <a:endParaRPr lang="en-US" sz="1000" noProof="0" dirty="0"/>
          </a:p>
        </p:txBody>
      </p:sp>
      <p:pic>
        <p:nvPicPr>
          <p:cNvPr id="59" name="Graphic 58" descr="Database with solid fill">
            <a:extLst>
              <a:ext uri="{FF2B5EF4-FFF2-40B4-BE49-F238E27FC236}">
                <a16:creationId xmlns:a16="http://schemas.microsoft.com/office/drawing/2014/main" id="{1B5FCE41-15D6-E02A-6087-904F43E6C82B}"/>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8937546" y="1794456"/>
            <a:ext cx="390272" cy="390272"/>
          </a:xfrm>
          <a:prstGeom prst="rect">
            <a:avLst/>
          </a:prstGeom>
        </p:spPr>
      </p:pic>
      <p:cxnSp>
        <p:nvCxnSpPr>
          <p:cNvPr id="61" name="Straight Arrow Connector 60">
            <a:extLst>
              <a:ext uri="{FF2B5EF4-FFF2-40B4-BE49-F238E27FC236}">
                <a16:creationId xmlns:a16="http://schemas.microsoft.com/office/drawing/2014/main" id="{351FC3C3-8A72-150E-7B7C-B888FDBCC45E}"/>
              </a:ext>
            </a:extLst>
          </p:cNvPr>
          <p:cNvCxnSpPr>
            <a:stCxn id="4" idx="3"/>
            <a:endCxn id="11" idx="1"/>
          </p:cNvCxnSpPr>
          <p:nvPr/>
        </p:nvCxnSpPr>
        <p:spPr>
          <a:xfrm>
            <a:off x="3423385" y="2765280"/>
            <a:ext cx="205738" cy="3501"/>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9CF84C66-8810-6C0F-2CC7-36193B4D47DA}"/>
              </a:ext>
            </a:extLst>
          </p:cNvPr>
          <p:cNvCxnSpPr>
            <a:stCxn id="11" idx="3"/>
            <a:endCxn id="18" idx="1"/>
          </p:cNvCxnSpPr>
          <p:nvPr/>
        </p:nvCxnSpPr>
        <p:spPr>
          <a:xfrm flipV="1">
            <a:off x="5041871" y="2760707"/>
            <a:ext cx="214950" cy="8074"/>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19F60B32-D6EB-48FA-CA2F-3BA7836B78EC}"/>
              </a:ext>
            </a:extLst>
          </p:cNvPr>
          <p:cNvCxnSpPr>
            <a:stCxn id="18" idx="3"/>
            <a:endCxn id="25" idx="1"/>
          </p:cNvCxnSpPr>
          <p:nvPr/>
        </p:nvCxnSpPr>
        <p:spPr>
          <a:xfrm flipV="1">
            <a:off x="6663549" y="2760706"/>
            <a:ext cx="144710" cy="1"/>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FABCD022-47EC-C42B-CDCF-5F1DD7721FBE}"/>
              </a:ext>
            </a:extLst>
          </p:cNvPr>
          <p:cNvCxnSpPr>
            <a:stCxn id="25" idx="3"/>
            <a:endCxn id="3" idx="1"/>
          </p:cNvCxnSpPr>
          <p:nvPr/>
        </p:nvCxnSpPr>
        <p:spPr>
          <a:xfrm>
            <a:off x="8205697" y="2760706"/>
            <a:ext cx="228266" cy="0"/>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73" name="Connector: Elbow 72">
            <a:extLst>
              <a:ext uri="{FF2B5EF4-FFF2-40B4-BE49-F238E27FC236}">
                <a16:creationId xmlns:a16="http://schemas.microsoft.com/office/drawing/2014/main" id="{0FC3C187-0BAB-0B84-6CEA-A1B549530AB6}"/>
              </a:ext>
            </a:extLst>
          </p:cNvPr>
          <p:cNvCxnSpPr>
            <a:stCxn id="3" idx="3"/>
            <a:endCxn id="32" idx="1"/>
          </p:cNvCxnSpPr>
          <p:nvPr/>
        </p:nvCxnSpPr>
        <p:spPr>
          <a:xfrm flipH="1">
            <a:off x="3708724" y="2760706"/>
            <a:ext cx="6122677" cy="2486476"/>
          </a:xfrm>
          <a:prstGeom prst="bentConnector5">
            <a:avLst>
              <a:gd name="adj1" fmla="val -3734"/>
              <a:gd name="adj2" fmla="val 50000"/>
              <a:gd name="adj3" fmla="val 103734"/>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789EC9CA-3507-8532-F40B-7DDEB038E862}"/>
              </a:ext>
            </a:extLst>
          </p:cNvPr>
          <p:cNvCxnSpPr>
            <a:stCxn id="32" idx="3"/>
            <a:endCxn id="39" idx="1"/>
          </p:cNvCxnSpPr>
          <p:nvPr/>
        </p:nvCxnSpPr>
        <p:spPr>
          <a:xfrm>
            <a:off x="5106162" y="5247182"/>
            <a:ext cx="254776" cy="1"/>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179FDCEC-E117-31DB-5DAE-09A3A0FD8C56}"/>
              </a:ext>
            </a:extLst>
          </p:cNvPr>
          <p:cNvCxnSpPr>
            <a:stCxn id="39" idx="3"/>
            <a:endCxn id="46" idx="1"/>
          </p:cNvCxnSpPr>
          <p:nvPr/>
        </p:nvCxnSpPr>
        <p:spPr>
          <a:xfrm>
            <a:off x="6744870" y="5247183"/>
            <a:ext cx="162997" cy="245"/>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60" name="Slide Number Placeholder 59">
            <a:extLst>
              <a:ext uri="{FF2B5EF4-FFF2-40B4-BE49-F238E27FC236}">
                <a16:creationId xmlns:a16="http://schemas.microsoft.com/office/drawing/2014/main" id="{1C51B362-5CF5-D938-77C9-CF435A59E59A}"/>
              </a:ext>
            </a:extLst>
          </p:cNvPr>
          <p:cNvSpPr>
            <a:spLocks noGrp="1"/>
          </p:cNvSpPr>
          <p:nvPr>
            <p:ph type="sldNum" sz="quarter" idx="12"/>
          </p:nvPr>
        </p:nvSpPr>
        <p:spPr/>
        <p:txBody>
          <a:bodyPr/>
          <a:lstStyle/>
          <a:p>
            <a:fld id="{40A7B169-58CE-4E65-B1F9-ACF9E46440C2}" type="slidenum">
              <a:rPr lang="en-US" noProof="0" smtClean="0"/>
              <a:t>32</a:t>
            </a:fld>
            <a:endParaRPr lang="en-US" noProof="0" dirty="0"/>
          </a:p>
        </p:txBody>
      </p:sp>
    </p:spTree>
    <p:extLst>
      <p:ext uri="{BB962C8B-B14F-4D97-AF65-F5344CB8AC3E}">
        <p14:creationId xmlns:p14="http://schemas.microsoft.com/office/powerpoint/2010/main" val="11908747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A3299-97E0-1085-2B73-3A71641CD1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53DE25-6803-9FCC-D532-921205B3A1DE}"/>
              </a:ext>
            </a:extLst>
          </p:cNvPr>
          <p:cNvSpPr>
            <a:spLocks noGrp="1"/>
          </p:cNvSpPr>
          <p:nvPr>
            <p:ph type="title"/>
          </p:nvPr>
        </p:nvSpPr>
        <p:spPr>
          <a:xfrm>
            <a:off x="242477" y="-53443"/>
            <a:ext cx="11609159" cy="1247050"/>
          </a:xfrm>
        </p:spPr>
        <p:txBody>
          <a:bodyPr/>
          <a:lstStyle/>
          <a:p>
            <a:r>
              <a:rPr lang="en-US" sz="1800" b="1" noProof="0" dirty="0"/>
              <a:t>The Data Preprocessing Pipeline</a:t>
            </a:r>
            <a:endParaRPr lang="en-US" sz="1800" noProof="0" dirty="0"/>
          </a:p>
        </p:txBody>
      </p:sp>
      <p:sp>
        <p:nvSpPr>
          <p:cNvPr id="56" name="TextBox 55">
            <a:extLst>
              <a:ext uri="{FF2B5EF4-FFF2-40B4-BE49-F238E27FC236}">
                <a16:creationId xmlns:a16="http://schemas.microsoft.com/office/drawing/2014/main" id="{6658A1D2-781E-0F81-8FC5-BCF8F3B1ECE5}"/>
              </a:ext>
            </a:extLst>
          </p:cNvPr>
          <p:cNvSpPr txBox="1"/>
          <p:nvPr/>
        </p:nvSpPr>
        <p:spPr>
          <a:xfrm>
            <a:off x="242477" y="615186"/>
            <a:ext cx="6271666" cy="276999"/>
          </a:xfrm>
          <a:prstGeom prst="rect">
            <a:avLst/>
          </a:prstGeom>
          <a:noFill/>
        </p:spPr>
        <p:txBody>
          <a:bodyPr wrap="square">
            <a:spAutoFit/>
          </a:bodyPr>
          <a:lstStyle/>
          <a:p>
            <a:pPr marL="0" indent="0" algn="l">
              <a:buNone/>
            </a:pPr>
            <a:r>
              <a:rPr lang="en-US" sz="1200" b="1" noProof="0" dirty="0">
                <a:solidFill>
                  <a:srgbClr val="425A78"/>
                </a:solidFill>
              </a:rPr>
              <a:t>8 steps to transform raw data into KB-ready knowledge</a:t>
            </a:r>
          </a:p>
        </p:txBody>
      </p:sp>
      <p:sp>
        <p:nvSpPr>
          <p:cNvPr id="57" name="Text 3">
            <a:extLst>
              <a:ext uri="{FF2B5EF4-FFF2-40B4-BE49-F238E27FC236}">
                <a16:creationId xmlns:a16="http://schemas.microsoft.com/office/drawing/2014/main" id="{8813D1DE-9657-87E1-3A75-CF83CAFE9D47}"/>
              </a:ext>
            </a:extLst>
          </p:cNvPr>
          <p:cNvSpPr/>
          <p:nvPr/>
        </p:nvSpPr>
        <p:spPr>
          <a:xfrm>
            <a:off x="340364" y="925138"/>
            <a:ext cx="8229600" cy="256032"/>
          </a:xfrm>
          <a:prstGeom prst="rect">
            <a:avLst/>
          </a:prstGeom>
          <a:noFill/>
          <a:ln/>
        </p:spPr>
        <p:txBody>
          <a:bodyPr wrap="square" lIns="0" tIns="0" rIns="0" bIns="0" rtlCol="0" anchor="ctr"/>
          <a:lstStyle/>
          <a:p>
            <a:pPr marL="0" indent="0" algn="l">
              <a:buNone/>
            </a:pPr>
            <a:r>
              <a:rPr lang="en-US" sz="1200" i="1" noProof="0" dirty="0">
                <a:solidFill>
                  <a:srgbClr val="64748B"/>
                </a:solidFill>
              </a:rPr>
              <a:t>Each step is deliberate — nothing is done at random</a:t>
            </a:r>
          </a:p>
        </p:txBody>
      </p:sp>
      <p:sp>
        <p:nvSpPr>
          <p:cNvPr id="58" name="Shape 4">
            <a:extLst>
              <a:ext uri="{FF2B5EF4-FFF2-40B4-BE49-F238E27FC236}">
                <a16:creationId xmlns:a16="http://schemas.microsoft.com/office/drawing/2014/main" id="{CD6C9136-5E24-D98A-57E8-0708399D329F}"/>
              </a:ext>
            </a:extLst>
          </p:cNvPr>
          <p:cNvSpPr/>
          <p:nvPr/>
        </p:nvSpPr>
        <p:spPr>
          <a:xfrm>
            <a:off x="340364" y="1302803"/>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4" name="Shape 5">
            <a:extLst>
              <a:ext uri="{FF2B5EF4-FFF2-40B4-BE49-F238E27FC236}">
                <a16:creationId xmlns:a16="http://schemas.microsoft.com/office/drawing/2014/main" id="{48CE4D69-ABEC-7639-667C-ADE32FD0BE3B}"/>
              </a:ext>
            </a:extLst>
          </p:cNvPr>
          <p:cNvSpPr/>
          <p:nvPr/>
        </p:nvSpPr>
        <p:spPr>
          <a:xfrm>
            <a:off x="78775" y="1911930"/>
            <a:ext cx="1304782" cy="1981142"/>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5" name="Shape 6">
            <a:extLst>
              <a:ext uri="{FF2B5EF4-FFF2-40B4-BE49-F238E27FC236}">
                <a16:creationId xmlns:a16="http://schemas.microsoft.com/office/drawing/2014/main" id="{90AC0DEF-B680-1C1E-EB00-A4AEC794A0C5}"/>
              </a:ext>
            </a:extLst>
          </p:cNvPr>
          <p:cNvSpPr/>
          <p:nvPr/>
        </p:nvSpPr>
        <p:spPr>
          <a:xfrm>
            <a:off x="78775" y="1911930"/>
            <a:ext cx="1294372" cy="438912"/>
          </a:xfrm>
          <a:prstGeom prst="rect">
            <a:avLst/>
          </a:prstGeom>
          <a:noFill/>
          <a:ln w="12700">
            <a:solidFill>
              <a:srgbClr val="000000"/>
            </a:solidFill>
            <a:prstDash val="solid"/>
          </a:ln>
        </p:spPr>
        <p:txBody>
          <a:bodyPr/>
          <a:lstStyle/>
          <a:p>
            <a:endParaRPr lang="en-US" noProof="0" dirty="0"/>
          </a:p>
        </p:txBody>
      </p:sp>
      <p:sp>
        <p:nvSpPr>
          <p:cNvPr id="6" name="Text 7">
            <a:extLst>
              <a:ext uri="{FF2B5EF4-FFF2-40B4-BE49-F238E27FC236}">
                <a16:creationId xmlns:a16="http://schemas.microsoft.com/office/drawing/2014/main" id="{FE31FEA7-6196-60A6-99AB-98E85DAE850A}"/>
              </a:ext>
            </a:extLst>
          </p:cNvPr>
          <p:cNvSpPr/>
          <p:nvPr/>
        </p:nvSpPr>
        <p:spPr>
          <a:xfrm>
            <a:off x="78775" y="1911930"/>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1</a:t>
            </a:r>
            <a:endParaRPr lang="en-US" sz="1400" noProof="0" dirty="0">
              <a:solidFill>
                <a:srgbClr val="0D9488"/>
              </a:solidFill>
            </a:endParaRPr>
          </a:p>
        </p:txBody>
      </p:sp>
      <p:pic>
        <p:nvPicPr>
          <p:cNvPr id="7" name="Image 0" descr="preencoded.png">
            <a:extLst>
              <a:ext uri="{FF2B5EF4-FFF2-40B4-BE49-F238E27FC236}">
                <a16:creationId xmlns:a16="http://schemas.microsoft.com/office/drawing/2014/main" id="{61EBF849-00DE-2729-D6B8-E79FA1199958}"/>
              </a:ext>
            </a:extLst>
          </p:cNvPr>
          <p:cNvPicPr>
            <a:picLocks noChangeAspect="1"/>
          </p:cNvPicPr>
          <p:nvPr/>
        </p:nvPicPr>
        <p:blipFill>
          <a:blip r:embed="rId3"/>
          <a:stretch>
            <a:fillRect/>
          </a:stretch>
        </p:blipFill>
        <p:spPr>
          <a:xfrm>
            <a:off x="631987" y="1980273"/>
            <a:ext cx="329184" cy="329184"/>
          </a:xfrm>
          <a:prstGeom prst="rect">
            <a:avLst/>
          </a:prstGeom>
        </p:spPr>
      </p:pic>
      <p:sp>
        <p:nvSpPr>
          <p:cNvPr id="8" name="Text 8">
            <a:extLst>
              <a:ext uri="{FF2B5EF4-FFF2-40B4-BE49-F238E27FC236}">
                <a16:creationId xmlns:a16="http://schemas.microsoft.com/office/drawing/2014/main" id="{935A9862-196A-DD76-EC6E-4E54C89AC633}"/>
              </a:ext>
            </a:extLst>
          </p:cNvPr>
          <p:cNvSpPr/>
          <p:nvPr/>
        </p:nvSpPr>
        <p:spPr>
          <a:xfrm>
            <a:off x="284515" y="2428469"/>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Ingestion</a:t>
            </a:r>
            <a:endParaRPr lang="en-US" sz="1050" noProof="0" dirty="0"/>
          </a:p>
        </p:txBody>
      </p:sp>
      <p:sp>
        <p:nvSpPr>
          <p:cNvPr id="9" name="Text 9">
            <a:extLst>
              <a:ext uri="{FF2B5EF4-FFF2-40B4-BE49-F238E27FC236}">
                <a16:creationId xmlns:a16="http://schemas.microsoft.com/office/drawing/2014/main" id="{F9C41763-F20D-9CC2-F99F-6AECA8CE915A}"/>
              </a:ext>
            </a:extLst>
          </p:cNvPr>
          <p:cNvSpPr/>
          <p:nvPr/>
        </p:nvSpPr>
        <p:spPr>
          <a:xfrm>
            <a:off x="242477" y="2880338"/>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Download raw data</a:t>
            </a:r>
            <a:endParaRPr lang="en-US" sz="1000" noProof="0" dirty="0"/>
          </a:p>
          <a:p>
            <a:pPr marL="0" indent="0" algn="ctr">
              <a:buNone/>
            </a:pPr>
            <a:r>
              <a:rPr lang="en-US" sz="1000" noProof="0" dirty="0">
                <a:solidFill>
                  <a:srgbClr val="64748B"/>
                </a:solidFill>
              </a:rPr>
              <a:t>from GitHub</a:t>
            </a:r>
            <a:endParaRPr lang="en-US" sz="1000" noProof="0" dirty="0"/>
          </a:p>
        </p:txBody>
      </p:sp>
      <p:pic>
        <p:nvPicPr>
          <p:cNvPr id="10" name="Image 1" descr="preencoded.png">
            <a:extLst>
              <a:ext uri="{FF2B5EF4-FFF2-40B4-BE49-F238E27FC236}">
                <a16:creationId xmlns:a16="http://schemas.microsoft.com/office/drawing/2014/main" id="{C425984E-F91D-55D6-279B-20FE97FCCED7}"/>
              </a:ext>
            </a:extLst>
          </p:cNvPr>
          <p:cNvPicPr>
            <a:picLocks noChangeAspect="1"/>
          </p:cNvPicPr>
          <p:nvPr/>
        </p:nvPicPr>
        <p:blipFill>
          <a:blip r:embed="rId4"/>
          <a:stretch>
            <a:fillRect/>
          </a:stretch>
        </p:blipFill>
        <p:spPr>
          <a:xfrm>
            <a:off x="1538917" y="2952203"/>
            <a:ext cx="237744" cy="237744"/>
          </a:xfrm>
          <a:prstGeom prst="rect">
            <a:avLst/>
          </a:prstGeom>
        </p:spPr>
      </p:pic>
      <p:pic>
        <p:nvPicPr>
          <p:cNvPr id="17" name="Image 3" descr="preencoded.png">
            <a:extLst>
              <a:ext uri="{FF2B5EF4-FFF2-40B4-BE49-F238E27FC236}">
                <a16:creationId xmlns:a16="http://schemas.microsoft.com/office/drawing/2014/main" id="{A1872E77-CF60-D8BB-8C63-4BE0AB380435}"/>
              </a:ext>
            </a:extLst>
          </p:cNvPr>
          <p:cNvPicPr>
            <a:picLocks noChangeAspect="1"/>
          </p:cNvPicPr>
          <p:nvPr/>
        </p:nvPicPr>
        <p:blipFill>
          <a:blip r:embed="rId4"/>
          <a:stretch>
            <a:fillRect/>
          </a:stretch>
        </p:blipFill>
        <p:spPr>
          <a:xfrm>
            <a:off x="3027746" y="2940628"/>
            <a:ext cx="237744" cy="237744"/>
          </a:xfrm>
          <a:prstGeom prst="rect">
            <a:avLst/>
          </a:prstGeom>
        </p:spPr>
      </p:pic>
      <p:sp>
        <p:nvSpPr>
          <p:cNvPr id="18" name="Shape 15">
            <a:extLst>
              <a:ext uri="{FF2B5EF4-FFF2-40B4-BE49-F238E27FC236}">
                <a16:creationId xmlns:a16="http://schemas.microsoft.com/office/drawing/2014/main" id="{1926C5B6-462F-C703-5241-3CDFFDD5F084}"/>
              </a:ext>
            </a:extLst>
          </p:cNvPr>
          <p:cNvSpPr/>
          <p:nvPr/>
        </p:nvSpPr>
        <p:spPr>
          <a:xfrm>
            <a:off x="3057790" y="1907356"/>
            <a:ext cx="1406728" cy="1981141"/>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9" name="Shape 16">
            <a:extLst>
              <a:ext uri="{FF2B5EF4-FFF2-40B4-BE49-F238E27FC236}">
                <a16:creationId xmlns:a16="http://schemas.microsoft.com/office/drawing/2014/main" id="{FA4FBCC1-DC9D-343E-BCE0-B3077A61FD97}"/>
              </a:ext>
            </a:extLst>
          </p:cNvPr>
          <p:cNvSpPr/>
          <p:nvPr/>
        </p:nvSpPr>
        <p:spPr>
          <a:xfrm>
            <a:off x="3063655" y="1917937"/>
            <a:ext cx="1410616" cy="438912"/>
          </a:xfrm>
          <a:prstGeom prst="rect">
            <a:avLst/>
          </a:prstGeom>
          <a:noFill/>
          <a:ln w="12700">
            <a:solidFill>
              <a:srgbClr val="000000"/>
            </a:solidFill>
            <a:prstDash val="solid"/>
          </a:ln>
        </p:spPr>
        <p:txBody>
          <a:bodyPr/>
          <a:lstStyle/>
          <a:p>
            <a:endParaRPr lang="en-US" noProof="0" dirty="0"/>
          </a:p>
        </p:txBody>
      </p:sp>
      <p:sp>
        <p:nvSpPr>
          <p:cNvPr id="20" name="Text 17">
            <a:extLst>
              <a:ext uri="{FF2B5EF4-FFF2-40B4-BE49-F238E27FC236}">
                <a16:creationId xmlns:a16="http://schemas.microsoft.com/office/drawing/2014/main" id="{DBEFFFAC-F747-A604-D7A8-5E4D1A462974}"/>
              </a:ext>
            </a:extLst>
          </p:cNvPr>
          <p:cNvSpPr/>
          <p:nvPr/>
        </p:nvSpPr>
        <p:spPr>
          <a:xfrm>
            <a:off x="3128330" y="1907356"/>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3</a:t>
            </a:r>
            <a:endParaRPr lang="en-US" sz="1400" noProof="0" dirty="0">
              <a:solidFill>
                <a:srgbClr val="0D9488"/>
              </a:solidFill>
            </a:endParaRPr>
          </a:p>
        </p:txBody>
      </p:sp>
      <p:pic>
        <p:nvPicPr>
          <p:cNvPr id="21" name="Image 4" descr="preencoded.png">
            <a:extLst>
              <a:ext uri="{FF2B5EF4-FFF2-40B4-BE49-F238E27FC236}">
                <a16:creationId xmlns:a16="http://schemas.microsoft.com/office/drawing/2014/main" id="{2DB7DBA4-B1ED-C307-D3EF-788CF2A38A80}"/>
              </a:ext>
            </a:extLst>
          </p:cNvPr>
          <p:cNvPicPr>
            <a:picLocks noChangeAspect="1"/>
          </p:cNvPicPr>
          <p:nvPr/>
        </p:nvPicPr>
        <p:blipFill>
          <a:blip r:embed="rId5"/>
          <a:stretch>
            <a:fillRect/>
          </a:stretch>
        </p:blipFill>
        <p:spPr>
          <a:xfrm>
            <a:off x="3663252" y="1984590"/>
            <a:ext cx="329184" cy="329184"/>
          </a:xfrm>
          <a:prstGeom prst="rect">
            <a:avLst/>
          </a:prstGeom>
        </p:spPr>
      </p:pic>
      <p:sp>
        <p:nvSpPr>
          <p:cNvPr id="22" name="Text 18">
            <a:extLst>
              <a:ext uri="{FF2B5EF4-FFF2-40B4-BE49-F238E27FC236}">
                <a16:creationId xmlns:a16="http://schemas.microsoft.com/office/drawing/2014/main" id="{55F2D0D7-D289-54D6-9217-4076069CAB04}"/>
              </a:ext>
            </a:extLst>
          </p:cNvPr>
          <p:cNvSpPr/>
          <p:nvPr/>
        </p:nvSpPr>
        <p:spPr>
          <a:xfrm>
            <a:off x="3144696" y="2543121"/>
            <a:ext cx="1296898"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Enrichment</a:t>
            </a:r>
          </a:p>
          <a:p>
            <a:pPr marL="0" indent="0" algn="ctr">
              <a:buNone/>
            </a:pPr>
            <a:r>
              <a:rPr lang="en-US" sz="900" b="1" noProof="0" dirty="0">
                <a:solidFill>
                  <a:srgbClr val="0D9488"/>
                </a:solidFill>
              </a:rPr>
              <a:t>(Feature</a:t>
            </a:r>
          </a:p>
          <a:p>
            <a:pPr marL="0" indent="0" algn="ctr">
              <a:buNone/>
            </a:pPr>
            <a:r>
              <a:rPr lang="en-US" sz="900" b="1" noProof="0" dirty="0">
                <a:solidFill>
                  <a:srgbClr val="0D9488"/>
                </a:solidFill>
              </a:rPr>
              <a:t>Engineering)</a:t>
            </a:r>
          </a:p>
        </p:txBody>
      </p:sp>
      <p:sp>
        <p:nvSpPr>
          <p:cNvPr id="23" name="Text 19">
            <a:extLst>
              <a:ext uri="{FF2B5EF4-FFF2-40B4-BE49-F238E27FC236}">
                <a16:creationId xmlns:a16="http://schemas.microsoft.com/office/drawing/2014/main" id="{9CD707CB-AB1C-D3BC-9601-EA719A43568D}"/>
              </a:ext>
            </a:extLst>
          </p:cNvPr>
          <p:cNvSpPr/>
          <p:nvPr/>
        </p:nvSpPr>
        <p:spPr>
          <a:xfrm>
            <a:off x="3238874" y="2990331"/>
            <a:ext cx="1122027"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Add board, component, layer, severity, </a:t>
            </a:r>
            <a:r>
              <a:rPr lang="en-US" sz="1000" noProof="0" dirty="0" err="1">
                <a:solidFill>
                  <a:srgbClr val="64748B"/>
                </a:solidFill>
              </a:rPr>
              <a:t>issue_kind</a:t>
            </a:r>
            <a:r>
              <a:rPr lang="en-US" sz="1000" noProof="0" dirty="0">
                <a:solidFill>
                  <a:srgbClr val="64748B"/>
                </a:solidFill>
              </a:rPr>
              <a:t>, </a:t>
            </a:r>
            <a:r>
              <a:rPr lang="en-US" sz="1000" noProof="0" dirty="0" err="1">
                <a:solidFill>
                  <a:srgbClr val="64748B"/>
                </a:solidFill>
              </a:rPr>
              <a:t>is_valid</a:t>
            </a:r>
            <a:endParaRPr lang="en-US" sz="1000" noProof="0" dirty="0">
              <a:solidFill>
                <a:srgbClr val="64748B"/>
              </a:solidFill>
            </a:endParaRPr>
          </a:p>
        </p:txBody>
      </p:sp>
      <p:pic>
        <p:nvPicPr>
          <p:cNvPr id="24" name="Image 5" descr="preencoded.png">
            <a:extLst>
              <a:ext uri="{FF2B5EF4-FFF2-40B4-BE49-F238E27FC236}">
                <a16:creationId xmlns:a16="http://schemas.microsoft.com/office/drawing/2014/main" id="{2EA51646-FC94-CB95-1F9D-A8690C9D3296}"/>
              </a:ext>
            </a:extLst>
          </p:cNvPr>
          <p:cNvPicPr>
            <a:picLocks noChangeAspect="1"/>
          </p:cNvPicPr>
          <p:nvPr/>
        </p:nvPicPr>
        <p:blipFill>
          <a:blip r:embed="rId4"/>
          <a:stretch>
            <a:fillRect/>
          </a:stretch>
        </p:blipFill>
        <p:spPr>
          <a:xfrm>
            <a:off x="4572226" y="2935808"/>
            <a:ext cx="237744" cy="237744"/>
          </a:xfrm>
          <a:prstGeom prst="rect">
            <a:avLst/>
          </a:prstGeom>
        </p:spPr>
      </p:pic>
      <p:sp>
        <p:nvSpPr>
          <p:cNvPr id="25" name="Shape 20">
            <a:extLst>
              <a:ext uri="{FF2B5EF4-FFF2-40B4-BE49-F238E27FC236}">
                <a16:creationId xmlns:a16="http://schemas.microsoft.com/office/drawing/2014/main" id="{37E4E8D9-D06E-8C62-FA2A-9D51441BF2AB}"/>
              </a:ext>
            </a:extLst>
          </p:cNvPr>
          <p:cNvSpPr/>
          <p:nvPr/>
        </p:nvSpPr>
        <p:spPr>
          <a:xfrm>
            <a:off x="4659355" y="1917937"/>
            <a:ext cx="1397438" cy="1981141"/>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26" name="Shape 21">
            <a:extLst>
              <a:ext uri="{FF2B5EF4-FFF2-40B4-BE49-F238E27FC236}">
                <a16:creationId xmlns:a16="http://schemas.microsoft.com/office/drawing/2014/main" id="{0A5CA7B4-D04D-E637-BDEC-4BEC938E25F7}"/>
              </a:ext>
            </a:extLst>
          </p:cNvPr>
          <p:cNvSpPr/>
          <p:nvPr/>
        </p:nvSpPr>
        <p:spPr>
          <a:xfrm>
            <a:off x="4672810" y="1902536"/>
            <a:ext cx="1406728" cy="438912"/>
          </a:xfrm>
          <a:prstGeom prst="rect">
            <a:avLst/>
          </a:prstGeom>
          <a:noFill/>
          <a:ln w="12700">
            <a:solidFill>
              <a:srgbClr val="000000"/>
            </a:solidFill>
            <a:prstDash val="solid"/>
          </a:ln>
        </p:spPr>
        <p:txBody>
          <a:bodyPr/>
          <a:lstStyle/>
          <a:p>
            <a:endParaRPr lang="en-US" noProof="0" dirty="0"/>
          </a:p>
        </p:txBody>
      </p:sp>
      <p:sp>
        <p:nvSpPr>
          <p:cNvPr id="27" name="Text 22">
            <a:extLst>
              <a:ext uri="{FF2B5EF4-FFF2-40B4-BE49-F238E27FC236}">
                <a16:creationId xmlns:a16="http://schemas.microsoft.com/office/drawing/2014/main" id="{EE8C87F3-D932-C845-FE0B-EB6956181EBF}"/>
              </a:ext>
            </a:extLst>
          </p:cNvPr>
          <p:cNvSpPr/>
          <p:nvPr/>
        </p:nvSpPr>
        <p:spPr>
          <a:xfrm>
            <a:off x="4672810" y="1902536"/>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4</a:t>
            </a:r>
            <a:endParaRPr lang="en-US" sz="1400" noProof="0" dirty="0">
              <a:solidFill>
                <a:srgbClr val="0D9488"/>
              </a:solidFill>
            </a:endParaRPr>
          </a:p>
        </p:txBody>
      </p:sp>
      <p:sp>
        <p:nvSpPr>
          <p:cNvPr id="29" name="Text 23">
            <a:extLst>
              <a:ext uri="{FF2B5EF4-FFF2-40B4-BE49-F238E27FC236}">
                <a16:creationId xmlns:a16="http://schemas.microsoft.com/office/drawing/2014/main" id="{F1A4EA9C-E98A-DDA9-789F-ADB81C748162}"/>
              </a:ext>
            </a:extLst>
          </p:cNvPr>
          <p:cNvSpPr/>
          <p:nvPr/>
        </p:nvSpPr>
        <p:spPr>
          <a:xfrm>
            <a:off x="4859128" y="2426060"/>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Similarity</a:t>
            </a:r>
            <a:endParaRPr lang="en-US" sz="1050" noProof="0" dirty="0"/>
          </a:p>
        </p:txBody>
      </p:sp>
      <p:sp>
        <p:nvSpPr>
          <p:cNvPr id="30" name="Text 24">
            <a:extLst>
              <a:ext uri="{FF2B5EF4-FFF2-40B4-BE49-F238E27FC236}">
                <a16:creationId xmlns:a16="http://schemas.microsoft.com/office/drawing/2014/main" id="{992CEA30-CD0F-8C5E-1527-0F0D86BC1F73}"/>
              </a:ext>
            </a:extLst>
          </p:cNvPr>
          <p:cNvSpPr/>
          <p:nvPr/>
        </p:nvSpPr>
        <p:spPr>
          <a:xfrm>
            <a:off x="4868609" y="2803280"/>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Link related issues</a:t>
            </a:r>
            <a:endParaRPr lang="en-US" sz="1000" noProof="0" dirty="0"/>
          </a:p>
          <a:p>
            <a:pPr marL="0" indent="0" algn="ctr">
              <a:buNone/>
            </a:pPr>
            <a:r>
              <a:rPr lang="en-US" sz="1000" noProof="0" dirty="0">
                <a:solidFill>
                  <a:srgbClr val="64748B"/>
                </a:solidFill>
              </a:rPr>
              <a:t>describing the same bug</a:t>
            </a:r>
            <a:endParaRPr lang="en-US" sz="1000" noProof="0" dirty="0"/>
          </a:p>
        </p:txBody>
      </p:sp>
      <p:pic>
        <p:nvPicPr>
          <p:cNvPr id="31" name="Image 7" descr="preencoded.png">
            <a:extLst>
              <a:ext uri="{FF2B5EF4-FFF2-40B4-BE49-F238E27FC236}">
                <a16:creationId xmlns:a16="http://schemas.microsoft.com/office/drawing/2014/main" id="{9E2F6BEA-D988-6057-1552-5642AFBB98F4}"/>
              </a:ext>
            </a:extLst>
          </p:cNvPr>
          <p:cNvPicPr>
            <a:picLocks noChangeAspect="1"/>
          </p:cNvPicPr>
          <p:nvPr/>
        </p:nvPicPr>
        <p:blipFill>
          <a:blip r:embed="rId4"/>
          <a:stretch>
            <a:fillRect/>
          </a:stretch>
        </p:blipFill>
        <p:spPr>
          <a:xfrm>
            <a:off x="9688869" y="2051597"/>
            <a:ext cx="237744" cy="237744"/>
          </a:xfrm>
          <a:prstGeom prst="rect">
            <a:avLst/>
          </a:prstGeom>
        </p:spPr>
      </p:pic>
      <p:sp>
        <p:nvSpPr>
          <p:cNvPr id="32" name="Shape 25">
            <a:extLst>
              <a:ext uri="{FF2B5EF4-FFF2-40B4-BE49-F238E27FC236}">
                <a16:creationId xmlns:a16="http://schemas.microsoft.com/office/drawing/2014/main" id="{064BBA10-1F24-A123-42CD-6CF925ABB765}"/>
              </a:ext>
            </a:extLst>
          </p:cNvPr>
          <p:cNvSpPr/>
          <p:nvPr/>
        </p:nvSpPr>
        <p:spPr>
          <a:xfrm>
            <a:off x="7775728" y="1917938"/>
            <a:ext cx="1397438" cy="1981140"/>
          </a:xfrm>
          <a:prstGeom prst="rect">
            <a:avLst/>
          </a:prstGeom>
          <a:solidFill>
            <a:srgbClr val="FFFFFF"/>
          </a:solidFill>
          <a:ln w="9525">
            <a:no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33" name="Shape 26">
            <a:extLst>
              <a:ext uri="{FF2B5EF4-FFF2-40B4-BE49-F238E27FC236}">
                <a16:creationId xmlns:a16="http://schemas.microsoft.com/office/drawing/2014/main" id="{B79394E6-F16E-148E-ED4D-F50F113ED8FA}"/>
              </a:ext>
            </a:extLst>
          </p:cNvPr>
          <p:cNvSpPr/>
          <p:nvPr/>
        </p:nvSpPr>
        <p:spPr>
          <a:xfrm>
            <a:off x="7773138" y="1909324"/>
            <a:ext cx="1397438" cy="438912"/>
          </a:xfrm>
          <a:prstGeom prst="rect">
            <a:avLst/>
          </a:prstGeom>
          <a:noFill/>
          <a:ln w="12700">
            <a:solidFill>
              <a:schemeClr val="tx1"/>
            </a:solidFill>
            <a:prstDash val="solid"/>
          </a:ln>
        </p:spPr>
        <p:txBody>
          <a:bodyPr/>
          <a:lstStyle/>
          <a:p>
            <a:endParaRPr lang="en-US" noProof="0" dirty="0"/>
          </a:p>
        </p:txBody>
      </p:sp>
      <p:sp>
        <p:nvSpPr>
          <p:cNvPr id="34" name="Text 27">
            <a:extLst>
              <a:ext uri="{FF2B5EF4-FFF2-40B4-BE49-F238E27FC236}">
                <a16:creationId xmlns:a16="http://schemas.microsoft.com/office/drawing/2014/main" id="{DE52754D-47F7-DB59-E7C4-4E5733B07DD1}"/>
              </a:ext>
            </a:extLst>
          </p:cNvPr>
          <p:cNvSpPr/>
          <p:nvPr/>
        </p:nvSpPr>
        <p:spPr>
          <a:xfrm>
            <a:off x="7826817" y="1902294"/>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6</a:t>
            </a:r>
            <a:endParaRPr lang="en-US" sz="1400" noProof="0" dirty="0">
              <a:solidFill>
                <a:srgbClr val="0D9488"/>
              </a:solidFill>
            </a:endParaRPr>
          </a:p>
        </p:txBody>
      </p:sp>
      <p:pic>
        <p:nvPicPr>
          <p:cNvPr id="35" name="Image 8" descr="preencoded.png">
            <a:extLst>
              <a:ext uri="{FF2B5EF4-FFF2-40B4-BE49-F238E27FC236}">
                <a16:creationId xmlns:a16="http://schemas.microsoft.com/office/drawing/2014/main" id="{4B87228C-2CE4-8AFE-062F-DC4981D73552}"/>
              </a:ext>
            </a:extLst>
          </p:cNvPr>
          <p:cNvPicPr>
            <a:picLocks noChangeAspect="1"/>
          </p:cNvPicPr>
          <p:nvPr/>
        </p:nvPicPr>
        <p:blipFill>
          <a:blip r:embed="rId6"/>
          <a:stretch>
            <a:fillRect/>
          </a:stretch>
        </p:blipFill>
        <p:spPr>
          <a:xfrm>
            <a:off x="8399763" y="1998795"/>
            <a:ext cx="256032" cy="256032"/>
          </a:xfrm>
          <a:prstGeom prst="rect">
            <a:avLst/>
          </a:prstGeom>
        </p:spPr>
      </p:pic>
      <p:sp>
        <p:nvSpPr>
          <p:cNvPr id="36" name="Text 28">
            <a:extLst>
              <a:ext uri="{FF2B5EF4-FFF2-40B4-BE49-F238E27FC236}">
                <a16:creationId xmlns:a16="http://schemas.microsoft.com/office/drawing/2014/main" id="{2335B851-4208-4D0B-8D0D-F43ABC2FFA3C}"/>
              </a:ext>
            </a:extLst>
          </p:cNvPr>
          <p:cNvSpPr/>
          <p:nvPr/>
        </p:nvSpPr>
        <p:spPr>
          <a:xfrm>
            <a:off x="8020872" y="2433179"/>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Chunking</a:t>
            </a:r>
            <a:endParaRPr lang="en-US" sz="1050" noProof="0" dirty="0"/>
          </a:p>
        </p:txBody>
      </p:sp>
      <p:sp>
        <p:nvSpPr>
          <p:cNvPr id="37" name="Text 29">
            <a:extLst>
              <a:ext uri="{FF2B5EF4-FFF2-40B4-BE49-F238E27FC236}">
                <a16:creationId xmlns:a16="http://schemas.microsoft.com/office/drawing/2014/main" id="{3798DF00-C2C2-D092-53B2-81E928D8B0BA}"/>
              </a:ext>
            </a:extLst>
          </p:cNvPr>
          <p:cNvSpPr/>
          <p:nvPr/>
        </p:nvSpPr>
        <p:spPr>
          <a:xfrm>
            <a:off x="8009697" y="2758367"/>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Split into chunks</a:t>
            </a:r>
            <a:endParaRPr lang="en-US" sz="1000" noProof="0" dirty="0"/>
          </a:p>
          <a:p>
            <a:pPr marL="0" indent="0" algn="ctr">
              <a:buNone/>
            </a:pPr>
            <a:r>
              <a:rPr lang="en-US" sz="1000" noProof="0" dirty="0">
                <a:solidFill>
                  <a:srgbClr val="64748B"/>
                </a:solidFill>
              </a:rPr>
              <a:t>for the evaluation</a:t>
            </a:r>
            <a:endParaRPr lang="en-US" sz="1000" noProof="0" dirty="0"/>
          </a:p>
        </p:txBody>
      </p:sp>
      <p:pic>
        <p:nvPicPr>
          <p:cNvPr id="38" name="Image 9" descr="preencoded.png">
            <a:extLst>
              <a:ext uri="{FF2B5EF4-FFF2-40B4-BE49-F238E27FC236}">
                <a16:creationId xmlns:a16="http://schemas.microsoft.com/office/drawing/2014/main" id="{7EB44018-D42F-F8D6-C96C-42F0CCCB5B80}"/>
              </a:ext>
            </a:extLst>
          </p:cNvPr>
          <p:cNvPicPr>
            <a:picLocks noChangeAspect="1"/>
          </p:cNvPicPr>
          <p:nvPr/>
        </p:nvPicPr>
        <p:blipFill>
          <a:blip r:embed="rId4"/>
          <a:stretch>
            <a:fillRect/>
          </a:stretch>
        </p:blipFill>
        <p:spPr>
          <a:xfrm>
            <a:off x="9244588" y="2956387"/>
            <a:ext cx="237744" cy="237744"/>
          </a:xfrm>
          <a:prstGeom prst="rect">
            <a:avLst/>
          </a:prstGeom>
        </p:spPr>
      </p:pic>
      <p:sp>
        <p:nvSpPr>
          <p:cNvPr id="39" name="Shape 30">
            <a:extLst>
              <a:ext uri="{FF2B5EF4-FFF2-40B4-BE49-F238E27FC236}">
                <a16:creationId xmlns:a16="http://schemas.microsoft.com/office/drawing/2014/main" id="{3CF57746-CEDE-9032-C603-98783098B5DE}"/>
              </a:ext>
            </a:extLst>
          </p:cNvPr>
          <p:cNvSpPr/>
          <p:nvPr/>
        </p:nvSpPr>
        <p:spPr>
          <a:xfrm>
            <a:off x="9345172" y="1923114"/>
            <a:ext cx="1383932" cy="1981139"/>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40" name="Shape 31">
            <a:extLst>
              <a:ext uri="{FF2B5EF4-FFF2-40B4-BE49-F238E27FC236}">
                <a16:creationId xmlns:a16="http://schemas.microsoft.com/office/drawing/2014/main" id="{01567A83-D55B-D7BB-F585-0E6D8B290641}"/>
              </a:ext>
            </a:extLst>
          </p:cNvPr>
          <p:cNvSpPr/>
          <p:nvPr/>
        </p:nvSpPr>
        <p:spPr>
          <a:xfrm>
            <a:off x="9345172" y="1923115"/>
            <a:ext cx="1397438" cy="438912"/>
          </a:xfrm>
          <a:prstGeom prst="rect">
            <a:avLst/>
          </a:prstGeom>
          <a:noFill/>
          <a:ln w="12700">
            <a:solidFill>
              <a:srgbClr val="000000"/>
            </a:solidFill>
            <a:prstDash val="solid"/>
          </a:ln>
        </p:spPr>
        <p:txBody>
          <a:bodyPr/>
          <a:lstStyle/>
          <a:p>
            <a:endParaRPr lang="en-US" noProof="0" dirty="0"/>
          </a:p>
        </p:txBody>
      </p:sp>
      <p:sp>
        <p:nvSpPr>
          <p:cNvPr id="41" name="Text 32">
            <a:extLst>
              <a:ext uri="{FF2B5EF4-FFF2-40B4-BE49-F238E27FC236}">
                <a16:creationId xmlns:a16="http://schemas.microsoft.com/office/drawing/2014/main" id="{4EC2C533-FC63-07A9-07C9-1BDA5C7A9899}"/>
              </a:ext>
            </a:extLst>
          </p:cNvPr>
          <p:cNvSpPr/>
          <p:nvPr/>
        </p:nvSpPr>
        <p:spPr>
          <a:xfrm>
            <a:off x="9345172" y="1923115"/>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7</a:t>
            </a:r>
            <a:endParaRPr lang="en-US" sz="1400" noProof="0" dirty="0">
              <a:solidFill>
                <a:srgbClr val="0D9488"/>
              </a:solidFill>
            </a:endParaRPr>
          </a:p>
        </p:txBody>
      </p:sp>
      <p:pic>
        <p:nvPicPr>
          <p:cNvPr id="42" name="Image 10" descr="preencoded.png">
            <a:extLst>
              <a:ext uri="{FF2B5EF4-FFF2-40B4-BE49-F238E27FC236}">
                <a16:creationId xmlns:a16="http://schemas.microsoft.com/office/drawing/2014/main" id="{EBE60033-1D7C-1DE5-D652-CBF954935248}"/>
              </a:ext>
            </a:extLst>
          </p:cNvPr>
          <p:cNvPicPr>
            <a:picLocks noChangeAspect="1"/>
          </p:cNvPicPr>
          <p:nvPr/>
        </p:nvPicPr>
        <p:blipFill>
          <a:blip r:embed="rId7"/>
          <a:stretch>
            <a:fillRect/>
          </a:stretch>
        </p:blipFill>
        <p:spPr>
          <a:xfrm>
            <a:off x="9918330" y="2016102"/>
            <a:ext cx="263059" cy="263059"/>
          </a:xfrm>
          <a:prstGeom prst="rect">
            <a:avLst/>
          </a:prstGeom>
        </p:spPr>
      </p:pic>
      <p:sp>
        <p:nvSpPr>
          <p:cNvPr id="43" name="Text 33">
            <a:extLst>
              <a:ext uri="{FF2B5EF4-FFF2-40B4-BE49-F238E27FC236}">
                <a16:creationId xmlns:a16="http://schemas.microsoft.com/office/drawing/2014/main" id="{596C0A6A-3EC6-9E9C-337A-A7F7775A34EA}"/>
              </a:ext>
            </a:extLst>
          </p:cNvPr>
          <p:cNvSpPr/>
          <p:nvPr/>
        </p:nvSpPr>
        <p:spPr>
          <a:xfrm>
            <a:off x="9540971" y="2501265"/>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Evaluation</a:t>
            </a:r>
          </a:p>
          <a:p>
            <a:pPr algn="ctr"/>
            <a:r>
              <a:rPr lang="en-US" sz="900" b="1" noProof="0" dirty="0">
                <a:solidFill>
                  <a:srgbClr val="1B2A3B"/>
                </a:solidFill>
              </a:rPr>
              <a:t>(</a:t>
            </a:r>
            <a:r>
              <a:rPr lang="en-US" sz="900" b="1" noProof="0" dirty="0">
                <a:solidFill>
                  <a:srgbClr val="0D9488"/>
                </a:solidFill>
              </a:rPr>
              <a:t>Benchmark</a:t>
            </a:r>
            <a:r>
              <a:rPr lang="en-US" sz="900" b="1" noProof="0" dirty="0"/>
              <a:t>)</a:t>
            </a:r>
          </a:p>
        </p:txBody>
      </p:sp>
      <p:sp>
        <p:nvSpPr>
          <p:cNvPr id="44" name="Text 34">
            <a:extLst>
              <a:ext uri="{FF2B5EF4-FFF2-40B4-BE49-F238E27FC236}">
                <a16:creationId xmlns:a16="http://schemas.microsoft.com/office/drawing/2014/main" id="{15070B14-13E1-AC56-596C-A5C8385A6EFD}"/>
              </a:ext>
            </a:extLst>
          </p:cNvPr>
          <p:cNvSpPr/>
          <p:nvPr/>
        </p:nvSpPr>
        <p:spPr>
          <a:xfrm>
            <a:off x="9559974" y="3022473"/>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Test with 50</a:t>
            </a:r>
            <a:endParaRPr lang="en-US" sz="1000" noProof="0" dirty="0"/>
          </a:p>
          <a:p>
            <a:pPr marL="0" indent="0" algn="ctr">
              <a:buNone/>
            </a:pPr>
            <a:r>
              <a:rPr lang="en-US" sz="1000" noProof="0" dirty="0">
                <a:solidFill>
                  <a:srgbClr val="64748B"/>
                </a:solidFill>
              </a:rPr>
              <a:t>questions of reference</a:t>
            </a:r>
          </a:p>
          <a:p>
            <a:pPr marL="0" indent="0" algn="ctr">
              <a:buNone/>
            </a:pPr>
            <a:endParaRPr lang="en-US" sz="1000" noProof="0" dirty="0"/>
          </a:p>
          <a:p>
            <a:pPr marL="0" indent="0" algn="ctr">
              <a:buNone/>
            </a:pPr>
            <a:endParaRPr lang="en-US" sz="1000" noProof="0" dirty="0"/>
          </a:p>
        </p:txBody>
      </p:sp>
      <p:pic>
        <p:nvPicPr>
          <p:cNvPr id="45" name="Image 11" descr="preencoded.png">
            <a:extLst>
              <a:ext uri="{FF2B5EF4-FFF2-40B4-BE49-F238E27FC236}">
                <a16:creationId xmlns:a16="http://schemas.microsoft.com/office/drawing/2014/main" id="{29D61351-96F4-A2D9-03EA-789F0E7B112E}"/>
              </a:ext>
            </a:extLst>
          </p:cNvPr>
          <p:cNvPicPr>
            <a:picLocks noChangeAspect="1"/>
          </p:cNvPicPr>
          <p:nvPr/>
        </p:nvPicPr>
        <p:blipFill>
          <a:blip r:embed="rId4"/>
          <a:stretch>
            <a:fillRect/>
          </a:stretch>
        </p:blipFill>
        <p:spPr>
          <a:xfrm>
            <a:off x="10488172" y="2956387"/>
            <a:ext cx="237744" cy="237744"/>
          </a:xfrm>
          <a:prstGeom prst="rect">
            <a:avLst/>
          </a:prstGeom>
        </p:spPr>
      </p:pic>
      <p:sp>
        <p:nvSpPr>
          <p:cNvPr id="46" name="Shape 35">
            <a:extLst>
              <a:ext uri="{FF2B5EF4-FFF2-40B4-BE49-F238E27FC236}">
                <a16:creationId xmlns:a16="http://schemas.microsoft.com/office/drawing/2014/main" id="{761DF520-E42E-90AD-640D-DDE747A3E844}"/>
              </a:ext>
            </a:extLst>
          </p:cNvPr>
          <p:cNvSpPr/>
          <p:nvPr/>
        </p:nvSpPr>
        <p:spPr>
          <a:xfrm>
            <a:off x="10892102" y="1918542"/>
            <a:ext cx="1218608" cy="1990773"/>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47" name="Shape 36">
            <a:extLst>
              <a:ext uri="{FF2B5EF4-FFF2-40B4-BE49-F238E27FC236}">
                <a16:creationId xmlns:a16="http://schemas.microsoft.com/office/drawing/2014/main" id="{1CAD5B80-AF29-7222-4499-79F3BB3A8844}"/>
              </a:ext>
            </a:extLst>
          </p:cNvPr>
          <p:cNvSpPr/>
          <p:nvPr/>
        </p:nvSpPr>
        <p:spPr>
          <a:xfrm>
            <a:off x="10892102" y="1918543"/>
            <a:ext cx="1218607" cy="438912"/>
          </a:xfrm>
          <a:prstGeom prst="rect">
            <a:avLst/>
          </a:prstGeom>
          <a:noFill/>
          <a:ln w="12700">
            <a:solidFill>
              <a:srgbClr val="000000"/>
            </a:solidFill>
            <a:prstDash val="solid"/>
          </a:ln>
        </p:spPr>
        <p:txBody>
          <a:bodyPr/>
          <a:lstStyle/>
          <a:p>
            <a:endParaRPr lang="en-US" noProof="0" dirty="0"/>
          </a:p>
        </p:txBody>
      </p:sp>
      <p:sp>
        <p:nvSpPr>
          <p:cNvPr id="48" name="Text 37">
            <a:extLst>
              <a:ext uri="{FF2B5EF4-FFF2-40B4-BE49-F238E27FC236}">
                <a16:creationId xmlns:a16="http://schemas.microsoft.com/office/drawing/2014/main" id="{6A24470F-4CF3-2912-4F85-35777DC5BF23}"/>
              </a:ext>
            </a:extLst>
          </p:cNvPr>
          <p:cNvSpPr/>
          <p:nvPr/>
        </p:nvSpPr>
        <p:spPr>
          <a:xfrm>
            <a:off x="10892102" y="1918543"/>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8</a:t>
            </a:r>
            <a:endParaRPr lang="en-US" sz="1400" noProof="0" dirty="0">
              <a:solidFill>
                <a:srgbClr val="0D9488"/>
              </a:solidFill>
            </a:endParaRPr>
          </a:p>
        </p:txBody>
      </p:sp>
      <p:pic>
        <p:nvPicPr>
          <p:cNvPr id="49" name="Image 12" descr="preencoded.png">
            <a:extLst>
              <a:ext uri="{FF2B5EF4-FFF2-40B4-BE49-F238E27FC236}">
                <a16:creationId xmlns:a16="http://schemas.microsoft.com/office/drawing/2014/main" id="{2DD4BD47-E63A-A704-707A-10F06D922905}"/>
              </a:ext>
            </a:extLst>
          </p:cNvPr>
          <p:cNvPicPr>
            <a:picLocks noChangeAspect="1"/>
          </p:cNvPicPr>
          <p:nvPr/>
        </p:nvPicPr>
        <p:blipFill>
          <a:blip r:embed="rId8"/>
          <a:stretch>
            <a:fillRect/>
          </a:stretch>
        </p:blipFill>
        <p:spPr>
          <a:xfrm>
            <a:off x="11374469" y="2003612"/>
            <a:ext cx="288037" cy="288037"/>
          </a:xfrm>
          <a:prstGeom prst="rect">
            <a:avLst/>
          </a:prstGeom>
        </p:spPr>
      </p:pic>
      <p:sp>
        <p:nvSpPr>
          <p:cNvPr id="50" name="Text 38">
            <a:extLst>
              <a:ext uri="{FF2B5EF4-FFF2-40B4-BE49-F238E27FC236}">
                <a16:creationId xmlns:a16="http://schemas.microsoft.com/office/drawing/2014/main" id="{357AAC2C-5483-B893-BB04-AD7919A5476D}"/>
              </a:ext>
            </a:extLst>
          </p:cNvPr>
          <p:cNvSpPr/>
          <p:nvPr/>
        </p:nvSpPr>
        <p:spPr>
          <a:xfrm>
            <a:off x="10829688" y="2537692"/>
            <a:ext cx="1218607"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Delivery</a:t>
            </a:r>
            <a:endParaRPr lang="en-US" sz="800" b="1" noProof="0" dirty="0">
              <a:solidFill>
                <a:srgbClr val="1B2A3B"/>
              </a:solidFill>
            </a:endParaRPr>
          </a:p>
          <a:p>
            <a:pPr marL="0" indent="0" algn="ctr">
              <a:buNone/>
            </a:pPr>
            <a:endParaRPr lang="en-US" sz="1050" b="1" noProof="0" dirty="0">
              <a:solidFill>
                <a:srgbClr val="1B2A3B"/>
              </a:solidFill>
            </a:endParaRPr>
          </a:p>
        </p:txBody>
      </p:sp>
      <p:sp>
        <p:nvSpPr>
          <p:cNvPr id="51" name="Text 39">
            <a:extLst>
              <a:ext uri="{FF2B5EF4-FFF2-40B4-BE49-F238E27FC236}">
                <a16:creationId xmlns:a16="http://schemas.microsoft.com/office/drawing/2014/main" id="{4F00C85F-64D6-0454-D87F-C20892B85FB1}"/>
              </a:ext>
            </a:extLst>
          </p:cNvPr>
          <p:cNvSpPr/>
          <p:nvPr/>
        </p:nvSpPr>
        <p:spPr>
          <a:xfrm>
            <a:off x="10991092" y="2880338"/>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Deliver JSON</a:t>
            </a:r>
            <a:endParaRPr lang="en-US" sz="1000" noProof="0" dirty="0"/>
          </a:p>
          <a:p>
            <a:pPr marL="0" indent="0" algn="ctr">
              <a:buNone/>
            </a:pPr>
            <a:r>
              <a:rPr lang="en-US" sz="1000" noProof="0" dirty="0">
                <a:solidFill>
                  <a:srgbClr val="64748B"/>
                </a:solidFill>
              </a:rPr>
              <a:t>format ST-ready</a:t>
            </a:r>
            <a:endParaRPr lang="en-US" sz="1000" noProof="0" dirty="0"/>
          </a:p>
        </p:txBody>
      </p:sp>
      <p:pic>
        <p:nvPicPr>
          <p:cNvPr id="81" name="Graphic 80" descr="Dice with solid fill">
            <a:extLst>
              <a:ext uri="{FF2B5EF4-FFF2-40B4-BE49-F238E27FC236}">
                <a16:creationId xmlns:a16="http://schemas.microsoft.com/office/drawing/2014/main" id="{6A78B34B-80CB-0F2E-14F4-13808FFD64A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164991" y="1929967"/>
            <a:ext cx="402338" cy="402338"/>
          </a:xfrm>
          <a:prstGeom prst="rect">
            <a:avLst/>
          </a:prstGeom>
        </p:spPr>
      </p:pic>
      <p:sp>
        <p:nvSpPr>
          <p:cNvPr id="3" name="Shape 20">
            <a:extLst>
              <a:ext uri="{FF2B5EF4-FFF2-40B4-BE49-F238E27FC236}">
                <a16:creationId xmlns:a16="http://schemas.microsoft.com/office/drawing/2014/main" id="{F2ED6B96-3E23-8D0A-3F77-72F711498A5F}"/>
              </a:ext>
            </a:extLst>
          </p:cNvPr>
          <p:cNvSpPr/>
          <p:nvPr/>
        </p:nvSpPr>
        <p:spPr>
          <a:xfrm>
            <a:off x="6215313" y="1911930"/>
            <a:ext cx="1397438" cy="1981141"/>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4" name="Shape 21">
            <a:extLst>
              <a:ext uri="{FF2B5EF4-FFF2-40B4-BE49-F238E27FC236}">
                <a16:creationId xmlns:a16="http://schemas.microsoft.com/office/drawing/2014/main" id="{A0802910-9546-0182-BF47-8591A99DE748}"/>
              </a:ext>
            </a:extLst>
          </p:cNvPr>
          <p:cNvSpPr/>
          <p:nvPr/>
        </p:nvSpPr>
        <p:spPr>
          <a:xfrm>
            <a:off x="6215312" y="1907356"/>
            <a:ext cx="1411952" cy="438912"/>
          </a:xfrm>
          <a:prstGeom prst="rect">
            <a:avLst/>
          </a:prstGeom>
          <a:noFill/>
          <a:ln w="12700">
            <a:solidFill>
              <a:srgbClr val="000000"/>
            </a:solidFill>
            <a:prstDash val="solid"/>
          </a:ln>
        </p:spPr>
        <p:txBody>
          <a:bodyPr/>
          <a:lstStyle/>
          <a:p>
            <a:endParaRPr lang="en-US" noProof="0" dirty="0"/>
          </a:p>
        </p:txBody>
      </p:sp>
      <p:sp>
        <p:nvSpPr>
          <p:cNvPr id="28" name="Text 22">
            <a:extLst>
              <a:ext uri="{FF2B5EF4-FFF2-40B4-BE49-F238E27FC236}">
                <a16:creationId xmlns:a16="http://schemas.microsoft.com/office/drawing/2014/main" id="{50C116A9-0629-5BED-5739-7C175C4C35A4}"/>
              </a:ext>
            </a:extLst>
          </p:cNvPr>
          <p:cNvSpPr/>
          <p:nvPr/>
        </p:nvSpPr>
        <p:spPr>
          <a:xfrm>
            <a:off x="6289954" y="1907356"/>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5</a:t>
            </a:r>
            <a:endParaRPr lang="en-US" sz="1400" noProof="0" dirty="0">
              <a:solidFill>
                <a:srgbClr val="0D9488"/>
              </a:solidFill>
            </a:endParaRPr>
          </a:p>
        </p:txBody>
      </p:sp>
      <p:sp>
        <p:nvSpPr>
          <p:cNvPr id="52" name="Text 23">
            <a:extLst>
              <a:ext uri="{FF2B5EF4-FFF2-40B4-BE49-F238E27FC236}">
                <a16:creationId xmlns:a16="http://schemas.microsoft.com/office/drawing/2014/main" id="{C81AA0DF-57C3-4067-A2EB-55320AC5BDE9}"/>
              </a:ext>
            </a:extLst>
          </p:cNvPr>
          <p:cNvSpPr/>
          <p:nvPr/>
        </p:nvSpPr>
        <p:spPr>
          <a:xfrm>
            <a:off x="6476272" y="2430880"/>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Data Generation</a:t>
            </a:r>
            <a:endParaRPr lang="en-US" sz="1050" noProof="0" dirty="0"/>
          </a:p>
        </p:txBody>
      </p:sp>
      <p:sp>
        <p:nvSpPr>
          <p:cNvPr id="53" name="Text 24">
            <a:extLst>
              <a:ext uri="{FF2B5EF4-FFF2-40B4-BE49-F238E27FC236}">
                <a16:creationId xmlns:a16="http://schemas.microsoft.com/office/drawing/2014/main" id="{3D6DAA56-5884-81EF-E36D-BA90F362BD89}"/>
              </a:ext>
            </a:extLst>
          </p:cNvPr>
          <p:cNvSpPr/>
          <p:nvPr/>
        </p:nvSpPr>
        <p:spPr>
          <a:xfrm>
            <a:off x="6476272" y="2940628"/>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A post-processing stage that turns prepared data into actionable support artifacts</a:t>
            </a:r>
            <a:endParaRPr lang="en-US" sz="1000" noProof="0" dirty="0"/>
          </a:p>
        </p:txBody>
      </p:sp>
      <p:pic>
        <p:nvPicPr>
          <p:cNvPr id="59" name="Graphic 58" descr="Database with solid fill">
            <a:extLst>
              <a:ext uri="{FF2B5EF4-FFF2-40B4-BE49-F238E27FC236}">
                <a16:creationId xmlns:a16="http://schemas.microsoft.com/office/drawing/2014/main" id="{5B2DE1F4-3DB4-5C94-176E-439E671DFFD2}"/>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793537" y="1931676"/>
            <a:ext cx="390272" cy="390272"/>
          </a:xfrm>
          <a:prstGeom prst="rect">
            <a:avLst/>
          </a:prstGeom>
        </p:spPr>
      </p:pic>
      <p:cxnSp>
        <p:nvCxnSpPr>
          <p:cNvPr id="67" name="Straight Arrow Connector 66">
            <a:extLst>
              <a:ext uri="{FF2B5EF4-FFF2-40B4-BE49-F238E27FC236}">
                <a16:creationId xmlns:a16="http://schemas.microsoft.com/office/drawing/2014/main" id="{A7DC934E-17A1-C5EE-170C-F24EF98210BE}"/>
              </a:ext>
            </a:extLst>
          </p:cNvPr>
          <p:cNvCxnSpPr>
            <a:stCxn id="18" idx="3"/>
            <a:endCxn id="25" idx="1"/>
          </p:cNvCxnSpPr>
          <p:nvPr/>
        </p:nvCxnSpPr>
        <p:spPr>
          <a:xfrm>
            <a:off x="4464518" y="2897927"/>
            <a:ext cx="194837" cy="10581"/>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CBF28FFB-B949-C98E-395A-B51C68E3B503}"/>
              </a:ext>
            </a:extLst>
          </p:cNvPr>
          <p:cNvCxnSpPr>
            <a:stCxn id="25" idx="3"/>
            <a:endCxn id="3" idx="1"/>
          </p:cNvCxnSpPr>
          <p:nvPr/>
        </p:nvCxnSpPr>
        <p:spPr>
          <a:xfrm flipV="1">
            <a:off x="6056793" y="2902501"/>
            <a:ext cx="158520" cy="6007"/>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73" name="Connector: Elbow 72">
            <a:extLst>
              <a:ext uri="{FF2B5EF4-FFF2-40B4-BE49-F238E27FC236}">
                <a16:creationId xmlns:a16="http://schemas.microsoft.com/office/drawing/2014/main" id="{4207BC75-12A4-1E7A-1683-2D50312DCDFF}"/>
              </a:ext>
            </a:extLst>
          </p:cNvPr>
          <p:cNvCxnSpPr>
            <a:stCxn id="3" idx="3"/>
            <a:endCxn id="32" idx="1"/>
          </p:cNvCxnSpPr>
          <p:nvPr/>
        </p:nvCxnSpPr>
        <p:spPr>
          <a:xfrm>
            <a:off x="7612751" y="2902501"/>
            <a:ext cx="162977" cy="6007"/>
          </a:xfrm>
          <a:prstGeom prst="bentConnector3">
            <a:avLst>
              <a:gd name="adj1" fmla="val 50000"/>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C1BDDFDC-777A-0DE1-54DB-DC5948D937D8}"/>
              </a:ext>
            </a:extLst>
          </p:cNvPr>
          <p:cNvCxnSpPr>
            <a:stCxn id="32" idx="3"/>
            <a:endCxn id="39" idx="1"/>
          </p:cNvCxnSpPr>
          <p:nvPr/>
        </p:nvCxnSpPr>
        <p:spPr>
          <a:xfrm>
            <a:off x="9173166" y="2908508"/>
            <a:ext cx="172006" cy="5176"/>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3D0728D0-C865-3DBC-2082-61F3A5B94692}"/>
              </a:ext>
            </a:extLst>
          </p:cNvPr>
          <p:cNvCxnSpPr>
            <a:cxnSpLocks/>
            <a:stCxn id="39" idx="3"/>
            <a:endCxn id="46" idx="1"/>
          </p:cNvCxnSpPr>
          <p:nvPr/>
        </p:nvCxnSpPr>
        <p:spPr>
          <a:xfrm>
            <a:off x="10729104" y="2913684"/>
            <a:ext cx="162998" cy="245"/>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pic>
        <p:nvPicPr>
          <p:cNvPr id="54" name="Image 1" descr="preencoded.png">
            <a:extLst>
              <a:ext uri="{FF2B5EF4-FFF2-40B4-BE49-F238E27FC236}">
                <a16:creationId xmlns:a16="http://schemas.microsoft.com/office/drawing/2014/main" id="{9BB4CDE5-1130-57CD-20A6-BF82A3D320C9}"/>
              </a:ext>
            </a:extLst>
          </p:cNvPr>
          <p:cNvPicPr>
            <a:picLocks noChangeAspect="1"/>
          </p:cNvPicPr>
          <p:nvPr/>
        </p:nvPicPr>
        <p:blipFill>
          <a:blip r:embed="rId4"/>
          <a:stretch>
            <a:fillRect/>
          </a:stretch>
        </p:blipFill>
        <p:spPr>
          <a:xfrm>
            <a:off x="1535658" y="2964948"/>
            <a:ext cx="237744" cy="237744"/>
          </a:xfrm>
          <a:prstGeom prst="rect">
            <a:avLst/>
          </a:prstGeom>
        </p:spPr>
      </p:pic>
      <p:sp>
        <p:nvSpPr>
          <p:cNvPr id="55" name="Shape 10">
            <a:extLst>
              <a:ext uri="{FF2B5EF4-FFF2-40B4-BE49-F238E27FC236}">
                <a16:creationId xmlns:a16="http://schemas.microsoft.com/office/drawing/2014/main" id="{F797D84F-E829-4D92-026D-E9107C97D49A}"/>
              </a:ext>
            </a:extLst>
          </p:cNvPr>
          <p:cNvSpPr/>
          <p:nvPr/>
        </p:nvSpPr>
        <p:spPr>
          <a:xfrm>
            <a:off x="1519175" y="1909324"/>
            <a:ext cx="1412748" cy="1974140"/>
          </a:xfrm>
          <a:prstGeom prst="rect">
            <a:avLst/>
          </a:prstGeom>
          <a:solidFill>
            <a:srgbClr val="FFFFFF"/>
          </a:solidFill>
          <a:ln w="9525">
            <a:solidFill>
              <a:srgbClr val="C0000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60" name="Shape 11">
            <a:extLst>
              <a:ext uri="{FF2B5EF4-FFF2-40B4-BE49-F238E27FC236}">
                <a16:creationId xmlns:a16="http://schemas.microsoft.com/office/drawing/2014/main" id="{60BC27E8-4F82-E433-3288-32F8AA5E527A}"/>
              </a:ext>
            </a:extLst>
          </p:cNvPr>
          <p:cNvSpPr/>
          <p:nvPr/>
        </p:nvSpPr>
        <p:spPr>
          <a:xfrm>
            <a:off x="1519175" y="1909324"/>
            <a:ext cx="1412748" cy="438912"/>
          </a:xfrm>
          <a:prstGeom prst="rect">
            <a:avLst/>
          </a:prstGeom>
          <a:noFill/>
          <a:ln w="12700">
            <a:solidFill>
              <a:srgbClr val="C00000"/>
            </a:solidFill>
            <a:prstDash val="solid"/>
          </a:ln>
        </p:spPr>
        <p:txBody>
          <a:bodyPr/>
          <a:lstStyle/>
          <a:p>
            <a:endParaRPr lang="en-US" noProof="0" dirty="0"/>
          </a:p>
        </p:txBody>
      </p:sp>
      <p:sp>
        <p:nvSpPr>
          <p:cNvPr id="62" name="Text 12">
            <a:extLst>
              <a:ext uri="{FF2B5EF4-FFF2-40B4-BE49-F238E27FC236}">
                <a16:creationId xmlns:a16="http://schemas.microsoft.com/office/drawing/2014/main" id="{7B725155-9ADE-1605-469B-E6AEE1C4B6FE}"/>
              </a:ext>
            </a:extLst>
          </p:cNvPr>
          <p:cNvSpPr/>
          <p:nvPr/>
        </p:nvSpPr>
        <p:spPr>
          <a:xfrm>
            <a:off x="1519175" y="1909324"/>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2</a:t>
            </a:r>
            <a:endParaRPr lang="en-US" sz="1400" noProof="0" dirty="0">
              <a:solidFill>
                <a:srgbClr val="0D9488"/>
              </a:solidFill>
            </a:endParaRPr>
          </a:p>
        </p:txBody>
      </p:sp>
      <p:sp>
        <p:nvSpPr>
          <p:cNvPr id="63" name="Text 13">
            <a:extLst>
              <a:ext uri="{FF2B5EF4-FFF2-40B4-BE49-F238E27FC236}">
                <a16:creationId xmlns:a16="http://schemas.microsoft.com/office/drawing/2014/main" id="{4ABC33E2-EC33-F37A-FDE1-13D01E91481A}"/>
              </a:ext>
            </a:extLst>
          </p:cNvPr>
          <p:cNvSpPr/>
          <p:nvPr/>
        </p:nvSpPr>
        <p:spPr>
          <a:xfrm>
            <a:off x="1725252" y="2391388"/>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Cleaning</a:t>
            </a:r>
            <a:endParaRPr lang="en-US" sz="1050" noProof="0" dirty="0"/>
          </a:p>
        </p:txBody>
      </p:sp>
      <p:sp>
        <p:nvSpPr>
          <p:cNvPr id="64" name="Text 14">
            <a:extLst>
              <a:ext uri="{FF2B5EF4-FFF2-40B4-BE49-F238E27FC236}">
                <a16:creationId xmlns:a16="http://schemas.microsoft.com/office/drawing/2014/main" id="{B5777683-C0CF-2235-9AED-59ACA00B33D1}"/>
              </a:ext>
            </a:extLst>
          </p:cNvPr>
          <p:cNvSpPr/>
          <p:nvPr/>
        </p:nvSpPr>
        <p:spPr>
          <a:xfrm>
            <a:off x="1629730" y="2774265"/>
            <a:ext cx="1176327"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Clean:</a:t>
            </a:r>
          </a:p>
          <a:p>
            <a:pPr marL="0" indent="0" algn="ctr">
              <a:buNone/>
            </a:pPr>
            <a:r>
              <a:rPr lang="en-US" sz="1000" noProof="0" dirty="0">
                <a:solidFill>
                  <a:srgbClr val="64748B"/>
                </a:solidFill>
              </a:rPr>
              <a:t>remove HTML,</a:t>
            </a:r>
            <a:endParaRPr lang="en-US" sz="1000" noProof="0" dirty="0"/>
          </a:p>
          <a:p>
            <a:pPr marL="0" indent="0" algn="ctr">
              <a:buNone/>
            </a:pPr>
            <a:r>
              <a:rPr lang="en-US" sz="1000" noProof="0" dirty="0">
                <a:solidFill>
                  <a:srgbClr val="64748B"/>
                </a:solidFill>
              </a:rPr>
              <a:t>Noisy text</a:t>
            </a:r>
            <a:endParaRPr lang="en-US" sz="1000" noProof="0" dirty="0"/>
          </a:p>
        </p:txBody>
      </p:sp>
      <p:pic>
        <p:nvPicPr>
          <p:cNvPr id="66" name="Graphic 65" descr="Eraser with solid fill">
            <a:extLst>
              <a:ext uri="{FF2B5EF4-FFF2-40B4-BE49-F238E27FC236}">
                <a16:creationId xmlns:a16="http://schemas.microsoft.com/office/drawing/2014/main" id="{49649D38-B0C8-88C8-A2ED-CB479F4C7130}"/>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2063309" y="1974984"/>
            <a:ext cx="329184" cy="329184"/>
          </a:xfrm>
          <a:prstGeom prst="rect">
            <a:avLst/>
          </a:prstGeom>
        </p:spPr>
      </p:pic>
      <p:cxnSp>
        <p:nvCxnSpPr>
          <p:cNvPr id="108" name="Straight Arrow Connector 107">
            <a:extLst>
              <a:ext uri="{FF2B5EF4-FFF2-40B4-BE49-F238E27FC236}">
                <a16:creationId xmlns:a16="http://schemas.microsoft.com/office/drawing/2014/main" id="{4401DD77-FFD0-DCF4-68AA-EAB0DF8A80E6}"/>
              </a:ext>
            </a:extLst>
          </p:cNvPr>
          <p:cNvCxnSpPr>
            <a:stCxn id="4" idx="3"/>
            <a:endCxn id="55" idx="1"/>
          </p:cNvCxnSpPr>
          <p:nvPr/>
        </p:nvCxnSpPr>
        <p:spPr>
          <a:xfrm flipV="1">
            <a:off x="1383557" y="2896394"/>
            <a:ext cx="135618" cy="6107"/>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DE74A3A5-9357-DD18-7A2B-E2AA392AF453}"/>
              </a:ext>
            </a:extLst>
          </p:cNvPr>
          <p:cNvCxnSpPr>
            <a:stCxn id="55" idx="3"/>
            <a:endCxn id="18" idx="1"/>
          </p:cNvCxnSpPr>
          <p:nvPr/>
        </p:nvCxnSpPr>
        <p:spPr>
          <a:xfrm>
            <a:off x="2931923" y="2896394"/>
            <a:ext cx="125867" cy="1533"/>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113" name="Shape 40">
            <a:extLst>
              <a:ext uri="{FF2B5EF4-FFF2-40B4-BE49-F238E27FC236}">
                <a16:creationId xmlns:a16="http://schemas.microsoft.com/office/drawing/2014/main" id="{FF9BDF20-0565-BAC5-3586-0A267DC7B08F}"/>
              </a:ext>
            </a:extLst>
          </p:cNvPr>
          <p:cNvSpPr/>
          <p:nvPr/>
        </p:nvSpPr>
        <p:spPr>
          <a:xfrm>
            <a:off x="3807568" y="4354903"/>
            <a:ext cx="4114800" cy="1810512"/>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14" name="Shape 41">
            <a:extLst>
              <a:ext uri="{FF2B5EF4-FFF2-40B4-BE49-F238E27FC236}">
                <a16:creationId xmlns:a16="http://schemas.microsoft.com/office/drawing/2014/main" id="{039511B3-BBF5-AC21-F3F0-87156AFC17BE}"/>
              </a:ext>
            </a:extLst>
          </p:cNvPr>
          <p:cNvSpPr/>
          <p:nvPr/>
        </p:nvSpPr>
        <p:spPr>
          <a:xfrm>
            <a:off x="3807568" y="4354903"/>
            <a:ext cx="64008" cy="1810512"/>
          </a:xfrm>
          <a:prstGeom prst="rect">
            <a:avLst/>
          </a:prstGeom>
          <a:solidFill>
            <a:srgbClr val="0D9488"/>
          </a:solidFill>
          <a:ln w="12700">
            <a:solidFill>
              <a:srgbClr val="000000"/>
            </a:solidFill>
            <a:prstDash val="solid"/>
          </a:ln>
        </p:spPr>
        <p:txBody>
          <a:bodyPr/>
          <a:lstStyle/>
          <a:p>
            <a:endParaRPr lang="en-US" noProof="0" dirty="0"/>
          </a:p>
        </p:txBody>
      </p:sp>
      <p:sp>
        <p:nvSpPr>
          <p:cNvPr id="115" name="Text 42">
            <a:extLst>
              <a:ext uri="{FF2B5EF4-FFF2-40B4-BE49-F238E27FC236}">
                <a16:creationId xmlns:a16="http://schemas.microsoft.com/office/drawing/2014/main" id="{AE3B3593-11FB-AC5B-B31A-99A54CA80621}"/>
              </a:ext>
            </a:extLst>
          </p:cNvPr>
          <p:cNvSpPr/>
          <p:nvPr/>
        </p:nvSpPr>
        <p:spPr>
          <a:xfrm>
            <a:off x="4008736" y="4446343"/>
            <a:ext cx="3794760" cy="274320"/>
          </a:xfrm>
          <a:prstGeom prst="rect">
            <a:avLst/>
          </a:prstGeom>
          <a:noFill/>
          <a:ln/>
        </p:spPr>
        <p:txBody>
          <a:bodyPr wrap="square" lIns="0" tIns="0" rIns="0" bIns="0" rtlCol="0" anchor="ctr"/>
          <a:lstStyle/>
          <a:p>
            <a:pPr marL="0" indent="0">
              <a:buNone/>
            </a:pPr>
            <a:r>
              <a:rPr lang="en-US" sz="1050" b="1" noProof="0" dirty="0">
                <a:solidFill>
                  <a:srgbClr val="0D9488"/>
                </a:solidFill>
              </a:rPr>
              <a:t>❓ What does Cleaning do?</a:t>
            </a:r>
            <a:endParaRPr lang="en-US" sz="1050" noProof="0" dirty="0"/>
          </a:p>
        </p:txBody>
      </p:sp>
      <p:sp>
        <p:nvSpPr>
          <p:cNvPr id="116" name="Text 43">
            <a:extLst>
              <a:ext uri="{FF2B5EF4-FFF2-40B4-BE49-F238E27FC236}">
                <a16:creationId xmlns:a16="http://schemas.microsoft.com/office/drawing/2014/main" id="{60212E92-6ABB-DF91-B6C5-D555A1E72908}"/>
              </a:ext>
            </a:extLst>
          </p:cNvPr>
          <p:cNvSpPr/>
          <p:nvPr/>
        </p:nvSpPr>
        <p:spPr>
          <a:xfrm>
            <a:off x="4008736" y="4738951"/>
            <a:ext cx="3794760" cy="1280160"/>
          </a:xfrm>
          <a:prstGeom prst="rect">
            <a:avLst/>
          </a:prstGeom>
          <a:noFill/>
          <a:ln/>
        </p:spPr>
        <p:txBody>
          <a:bodyPr wrap="square" lIns="0" tIns="0" rIns="0" bIns="0" rtlCol="0" anchor="ctr"/>
          <a:lstStyle/>
          <a:p>
            <a:pPr marL="0" indent="0">
              <a:buNone/>
            </a:pPr>
            <a:r>
              <a:rPr lang="en-US" sz="1000" noProof="0" dirty="0">
                <a:solidFill>
                  <a:srgbClr val="1B2A3B"/>
                </a:solidFill>
              </a:rPr>
              <a:t>Raw data contains broken HTML, unreadable text, and unstructured code blocks. Cleaning transforms them into clean, usable, and exploitable content.</a:t>
            </a:r>
            <a:endParaRPr lang="en-US" sz="1000" noProof="0" dirty="0"/>
          </a:p>
        </p:txBody>
      </p:sp>
      <p:pic>
        <p:nvPicPr>
          <p:cNvPr id="117" name="Graphic 116" descr="Back outline">
            <a:extLst>
              <a:ext uri="{FF2B5EF4-FFF2-40B4-BE49-F238E27FC236}">
                <a16:creationId xmlns:a16="http://schemas.microsoft.com/office/drawing/2014/main" id="{1C05DBA0-45BA-2EE0-05EA-3D2009C53B3D}"/>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flipV="1">
            <a:off x="1937386" y="4335921"/>
            <a:ext cx="1481109" cy="1481109"/>
          </a:xfrm>
          <a:prstGeom prst="rect">
            <a:avLst/>
          </a:prstGeom>
        </p:spPr>
      </p:pic>
      <p:sp>
        <p:nvSpPr>
          <p:cNvPr id="11" name="Slide Number Placeholder 10">
            <a:extLst>
              <a:ext uri="{FF2B5EF4-FFF2-40B4-BE49-F238E27FC236}">
                <a16:creationId xmlns:a16="http://schemas.microsoft.com/office/drawing/2014/main" id="{A68E6EF9-6CFF-6351-24F8-DD63D829AF18}"/>
              </a:ext>
            </a:extLst>
          </p:cNvPr>
          <p:cNvSpPr>
            <a:spLocks noGrp="1"/>
          </p:cNvSpPr>
          <p:nvPr>
            <p:ph type="sldNum" sz="quarter" idx="12"/>
          </p:nvPr>
        </p:nvSpPr>
        <p:spPr/>
        <p:txBody>
          <a:bodyPr/>
          <a:lstStyle/>
          <a:p>
            <a:fld id="{40A7B169-58CE-4E65-B1F9-ACF9E46440C2}" type="slidenum">
              <a:rPr lang="en-US" noProof="0" smtClean="0"/>
              <a:t>33</a:t>
            </a:fld>
            <a:endParaRPr lang="en-US" noProof="0" dirty="0"/>
          </a:p>
        </p:txBody>
      </p:sp>
    </p:spTree>
    <p:extLst>
      <p:ext uri="{BB962C8B-B14F-4D97-AF65-F5344CB8AC3E}">
        <p14:creationId xmlns:p14="http://schemas.microsoft.com/office/powerpoint/2010/main" val="21329321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B73D9-3C18-18B8-2EB8-3F9DD59391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DEC259-CEA9-2423-B09B-09BFC81EC438}"/>
              </a:ext>
            </a:extLst>
          </p:cNvPr>
          <p:cNvSpPr>
            <a:spLocks noGrp="1"/>
          </p:cNvSpPr>
          <p:nvPr>
            <p:ph type="title"/>
          </p:nvPr>
        </p:nvSpPr>
        <p:spPr>
          <a:xfrm>
            <a:off x="242477" y="-53443"/>
            <a:ext cx="11609159" cy="1247050"/>
          </a:xfrm>
        </p:spPr>
        <p:txBody>
          <a:bodyPr/>
          <a:lstStyle/>
          <a:p>
            <a:r>
              <a:rPr lang="en-US" sz="1800" b="1" noProof="0" dirty="0"/>
              <a:t>Pipeline: cleaning</a:t>
            </a:r>
            <a:endParaRPr lang="en-US" sz="1800" noProof="0" dirty="0"/>
          </a:p>
        </p:txBody>
      </p:sp>
      <p:sp>
        <p:nvSpPr>
          <p:cNvPr id="56" name="TextBox 55">
            <a:extLst>
              <a:ext uri="{FF2B5EF4-FFF2-40B4-BE49-F238E27FC236}">
                <a16:creationId xmlns:a16="http://schemas.microsoft.com/office/drawing/2014/main" id="{A7C9B399-CB9E-BF7E-0B6D-29A1AAC82D23}"/>
              </a:ext>
            </a:extLst>
          </p:cNvPr>
          <p:cNvSpPr txBox="1"/>
          <p:nvPr/>
        </p:nvSpPr>
        <p:spPr>
          <a:xfrm>
            <a:off x="291502" y="635702"/>
            <a:ext cx="6173779" cy="276999"/>
          </a:xfrm>
          <a:prstGeom prst="rect">
            <a:avLst/>
          </a:prstGeom>
          <a:noFill/>
        </p:spPr>
        <p:txBody>
          <a:bodyPr wrap="square">
            <a:spAutoFit/>
          </a:bodyPr>
          <a:lstStyle/>
          <a:p>
            <a:pPr marL="0" indent="0" algn="l">
              <a:buNone/>
            </a:pPr>
            <a:r>
              <a:rPr lang="en-US" sz="1200" b="1" noProof="0" dirty="0">
                <a:solidFill>
                  <a:srgbClr val="425A78"/>
                </a:solidFill>
              </a:rPr>
              <a:t>Cleaning — Why clean the data?</a:t>
            </a:r>
          </a:p>
        </p:txBody>
      </p:sp>
      <p:sp>
        <p:nvSpPr>
          <p:cNvPr id="57" name="Text 3">
            <a:extLst>
              <a:ext uri="{FF2B5EF4-FFF2-40B4-BE49-F238E27FC236}">
                <a16:creationId xmlns:a16="http://schemas.microsoft.com/office/drawing/2014/main" id="{0BEB036A-AC8E-99B5-C4A6-29BAA92F591D}"/>
              </a:ext>
            </a:extLst>
          </p:cNvPr>
          <p:cNvSpPr/>
          <p:nvPr/>
        </p:nvSpPr>
        <p:spPr>
          <a:xfrm>
            <a:off x="340364" y="925138"/>
            <a:ext cx="8229600" cy="256032"/>
          </a:xfrm>
          <a:prstGeom prst="rect">
            <a:avLst/>
          </a:prstGeom>
          <a:noFill/>
          <a:ln/>
        </p:spPr>
        <p:txBody>
          <a:bodyPr wrap="square" lIns="0" tIns="0" rIns="0" bIns="0" rtlCol="0" anchor="ctr"/>
          <a:lstStyle/>
          <a:p>
            <a:pPr marL="0" indent="0" algn="l">
              <a:buNone/>
            </a:pPr>
            <a:r>
              <a:rPr lang="en-US" sz="1200" i="1" noProof="0" dirty="0">
                <a:solidFill>
                  <a:srgbClr val="64748B"/>
                </a:solidFill>
              </a:rPr>
              <a:t>Raw data = imprecise answers </a:t>
            </a:r>
            <a:r>
              <a:rPr lang="en-US" sz="1200" b="1" i="1" noProof="0" dirty="0">
                <a:solidFill>
                  <a:srgbClr val="64748B"/>
                </a:solidFill>
              </a:rPr>
              <a:t>=&gt;</a:t>
            </a:r>
            <a:r>
              <a:rPr lang="en-US" sz="1200" i="1" noProof="0" dirty="0">
                <a:solidFill>
                  <a:srgbClr val="64748B"/>
                </a:solidFill>
              </a:rPr>
              <a:t> Clean data = useful answers.</a:t>
            </a:r>
          </a:p>
        </p:txBody>
      </p:sp>
      <p:sp>
        <p:nvSpPr>
          <p:cNvPr id="58" name="Shape 4">
            <a:extLst>
              <a:ext uri="{FF2B5EF4-FFF2-40B4-BE49-F238E27FC236}">
                <a16:creationId xmlns:a16="http://schemas.microsoft.com/office/drawing/2014/main" id="{58A49ACB-73BF-7CAD-497C-40E2DD4690F4}"/>
              </a:ext>
            </a:extLst>
          </p:cNvPr>
          <p:cNvSpPr/>
          <p:nvPr/>
        </p:nvSpPr>
        <p:spPr>
          <a:xfrm>
            <a:off x="340364" y="1302803"/>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3" name="Shape 5">
            <a:extLst>
              <a:ext uri="{FF2B5EF4-FFF2-40B4-BE49-F238E27FC236}">
                <a16:creationId xmlns:a16="http://schemas.microsoft.com/office/drawing/2014/main" id="{06DA3E94-243D-FFCC-BDE9-17C3C363409E}"/>
              </a:ext>
            </a:extLst>
          </p:cNvPr>
          <p:cNvSpPr/>
          <p:nvPr/>
        </p:nvSpPr>
        <p:spPr>
          <a:xfrm>
            <a:off x="1268178" y="1664342"/>
            <a:ext cx="4069080" cy="365760"/>
          </a:xfrm>
          <a:prstGeom prst="rect">
            <a:avLst/>
          </a:prstGeom>
          <a:solidFill>
            <a:srgbClr val="EF4444"/>
          </a:solidFill>
          <a:ln w="12700">
            <a:noFill/>
            <a:prstDash val="solid"/>
          </a:ln>
        </p:spPr>
        <p:txBody>
          <a:bodyPr/>
          <a:lstStyle/>
          <a:p>
            <a:endParaRPr lang="en-US" noProof="0" dirty="0"/>
          </a:p>
        </p:txBody>
      </p:sp>
      <p:sp>
        <p:nvSpPr>
          <p:cNvPr id="14" name="Text 6">
            <a:extLst>
              <a:ext uri="{FF2B5EF4-FFF2-40B4-BE49-F238E27FC236}">
                <a16:creationId xmlns:a16="http://schemas.microsoft.com/office/drawing/2014/main" id="{35711FE0-F871-D801-9659-54A9D2F5EAA1}"/>
              </a:ext>
            </a:extLst>
          </p:cNvPr>
          <p:cNvSpPr/>
          <p:nvPr/>
        </p:nvSpPr>
        <p:spPr>
          <a:xfrm>
            <a:off x="1268178" y="1664342"/>
            <a:ext cx="4069080" cy="365760"/>
          </a:xfrm>
          <a:prstGeom prst="rect">
            <a:avLst/>
          </a:prstGeom>
          <a:noFill/>
          <a:ln/>
        </p:spPr>
        <p:txBody>
          <a:bodyPr wrap="square" lIns="0" tIns="0" rIns="0" bIns="0" rtlCol="0" anchor="ctr"/>
          <a:lstStyle/>
          <a:p>
            <a:pPr marL="0" indent="0" algn="ctr">
              <a:buNone/>
            </a:pPr>
            <a:r>
              <a:rPr lang="en-US" sz="1200" b="1" noProof="0" dirty="0">
                <a:solidFill>
                  <a:srgbClr val="FFFFFF"/>
                </a:solidFill>
              </a:rPr>
              <a:t>❌  Raw data (before)</a:t>
            </a:r>
            <a:endParaRPr lang="en-US" sz="1200" noProof="0" dirty="0"/>
          </a:p>
        </p:txBody>
      </p:sp>
      <p:sp>
        <p:nvSpPr>
          <p:cNvPr id="28" name="Shape 7">
            <a:extLst>
              <a:ext uri="{FF2B5EF4-FFF2-40B4-BE49-F238E27FC236}">
                <a16:creationId xmlns:a16="http://schemas.microsoft.com/office/drawing/2014/main" id="{9A632077-D24D-13F3-C4C6-B2506DD34511}"/>
              </a:ext>
            </a:extLst>
          </p:cNvPr>
          <p:cNvSpPr/>
          <p:nvPr/>
        </p:nvSpPr>
        <p:spPr>
          <a:xfrm>
            <a:off x="1268178" y="2030102"/>
            <a:ext cx="4069080" cy="4300866"/>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52" name="Text 8">
            <a:extLst>
              <a:ext uri="{FF2B5EF4-FFF2-40B4-BE49-F238E27FC236}">
                <a16:creationId xmlns:a16="http://schemas.microsoft.com/office/drawing/2014/main" id="{9172198A-E8D9-F851-4D58-CE508E50C694}"/>
              </a:ext>
            </a:extLst>
          </p:cNvPr>
          <p:cNvSpPr/>
          <p:nvPr/>
        </p:nvSpPr>
        <p:spPr>
          <a:xfrm>
            <a:off x="1370278" y="2643406"/>
            <a:ext cx="3794760" cy="1572768"/>
          </a:xfrm>
          <a:prstGeom prst="rect">
            <a:avLst/>
          </a:prstGeom>
          <a:noFill/>
          <a:ln/>
        </p:spPr>
        <p:txBody>
          <a:bodyPr wrap="square" lIns="0" tIns="0" rIns="0" bIns="0" rtlCol="0" anchor="ctr"/>
          <a:lstStyle/>
          <a:p>
            <a:pPr marL="0" indent="0">
              <a:buNone/>
            </a:pPr>
            <a:r>
              <a:rPr lang="en-US" sz="800" noProof="0" dirty="0">
                <a:solidFill>
                  <a:srgbClr val="64748B"/>
                </a:solidFill>
                <a:latin typeface="Consolas" pitchFamily="34" charset="0"/>
                <a:ea typeface="Consolas" pitchFamily="34" charset="-122"/>
                <a:cs typeface="Consolas" pitchFamily="34" charset="-120"/>
              </a:rPr>
              <a:t>Title: STM32CubeIDE throws error when compile line option -</a:t>
            </a:r>
            <a:r>
              <a:rPr lang="en-US" sz="800" noProof="0" dirty="0" err="1">
                <a:solidFill>
                  <a:srgbClr val="64748B"/>
                </a:solidFill>
                <a:latin typeface="Consolas" pitchFamily="34" charset="0"/>
                <a:ea typeface="Consolas" pitchFamily="34" charset="-122"/>
                <a:cs typeface="Consolas" pitchFamily="34" charset="-120"/>
              </a:rPr>
              <a:t>mstrict</a:t>
            </a:r>
            <a:r>
              <a:rPr lang="en-US" sz="800" noProof="0" dirty="0">
                <a:solidFill>
                  <a:srgbClr val="64748B"/>
                </a:solidFill>
                <a:latin typeface="Consolas" pitchFamily="34" charset="0"/>
                <a:ea typeface="Consolas" pitchFamily="34" charset="-122"/>
                <a:cs typeface="Consolas" pitchFamily="34" charset="-120"/>
              </a:rPr>
              <a:t>-align is enabled</a:t>
            </a:r>
          </a:p>
          <a:p>
            <a:pPr marL="0" indent="0">
              <a:buNone/>
            </a:pPr>
            <a:endParaRPr lang="en-US" sz="800" noProof="0" dirty="0">
              <a:solidFill>
                <a:srgbClr val="64748B"/>
              </a:solidFill>
              <a:latin typeface="Consolas" pitchFamily="34" charset="0"/>
              <a:ea typeface="Consolas" pitchFamily="34" charset="-122"/>
              <a:cs typeface="Consolas" pitchFamily="34" charset="-120"/>
            </a:endParaRPr>
          </a:p>
          <a:p>
            <a:pPr marL="0" indent="0">
              <a:buNone/>
            </a:pPr>
            <a:r>
              <a:rPr lang="en-US" sz="800" noProof="0" dirty="0">
                <a:solidFill>
                  <a:srgbClr val="64748B"/>
                </a:solidFill>
                <a:latin typeface="Consolas" pitchFamily="34" charset="0"/>
                <a:ea typeface="Consolas" pitchFamily="34" charset="-122"/>
                <a:cs typeface="Consolas" pitchFamily="34" charset="-120"/>
              </a:rPr>
              <a:t>Body:</a:t>
            </a:r>
          </a:p>
          <a:p>
            <a:pPr marL="0" indent="0">
              <a:buNone/>
            </a:pPr>
            <a:r>
              <a:rPr lang="en-US" sz="800" noProof="0" dirty="0">
                <a:solidFill>
                  <a:srgbClr val="64748B"/>
                </a:solidFill>
                <a:latin typeface="Consolas" pitchFamily="34" charset="0"/>
                <a:ea typeface="Consolas" pitchFamily="34" charset="-122"/>
                <a:cs typeface="Consolas" pitchFamily="34" charset="-120"/>
              </a:rPr>
              <a:t>Hi,</a:t>
            </a:r>
          </a:p>
          <a:p>
            <a:pPr marL="0" indent="0">
              <a:buNone/>
            </a:pPr>
            <a:endParaRPr lang="en-US" sz="800" noProof="0" dirty="0">
              <a:solidFill>
                <a:srgbClr val="64748B"/>
              </a:solidFill>
              <a:latin typeface="Consolas" pitchFamily="34" charset="0"/>
              <a:ea typeface="Consolas" pitchFamily="34" charset="-122"/>
              <a:cs typeface="Consolas" pitchFamily="34" charset="-120"/>
            </a:endParaRPr>
          </a:p>
          <a:p>
            <a:pPr marL="0" indent="0">
              <a:buNone/>
            </a:pPr>
            <a:r>
              <a:rPr lang="en-US" sz="800" noProof="0" dirty="0">
                <a:solidFill>
                  <a:srgbClr val="64748B"/>
                </a:solidFill>
                <a:latin typeface="Consolas" pitchFamily="34" charset="0"/>
                <a:ea typeface="Consolas" pitchFamily="34" charset="-122"/>
                <a:cs typeface="Consolas" pitchFamily="34" charset="-120"/>
              </a:rPr>
              <a:t>When enabling -</a:t>
            </a:r>
            <a:r>
              <a:rPr lang="en-US" sz="800" noProof="0" dirty="0" err="1">
                <a:solidFill>
                  <a:srgbClr val="64748B"/>
                </a:solidFill>
                <a:latin typeface="Consolas" pitchFamily="34" charset="0"/>
                <a:ea typeface="Consolas" pitchFamily="34" charset="-122"/>
                <a:cs typeface="Consolas" pitchFamily="34" charset="-120"/>
              </a:rPr>
              <a:t>mstrict</a:t>
            </a:r>
            <a:r>
              <a:rPr lang="en-US" sz="800" noProof="0" dirty="0">
                <a:solidFill>
                  <a:srgbClr val="64748B"/>
                </a:solidFill>
                <a:latin typeface="Consolas" pitchFamily="34" charset="0"/>
                <a:ea typeface="Consolas" pitchFamily="34" charset="-122"/>
                <a:cs typeface="Consolas" pitchFamily="34" charset="-120"/>
              </a:rPr>
              <a:t>-align below error is observed:</a:t>
            </a:r>
          </a:p>
          <a:p>
            <a:pPr marL="0" indent="0">
              <a:buNone/>
            </a:pPr>
            <a:endParaRPr lang="en-US" sz="800" noProof="0" dirty="0">
              <a:solidFill>
                <a:srgbClr val="64748B"/>
              </a:solidFill>
              <a:latin typeface="Consolas" pitchFamily="34" charset="0"/>
              <a:ea typeface="Consolas" pitchFamily="34" charset="-122"/>
              <a:cs typeface="Consolas" pitchFamily="34" charset="-120"/>
            </a:endParaRPr>
          </a:p>
          <a:p>
            <a:pPr marL="0" indent="0">
              <a:buNone/>
            </a:pPr>
            <a:r>
              <a:rPr lang="en-US" sz="800" noProof="0" dirty="0">
                <a:solidFill>
                  <a:srgbClr val="64748B"/>
                </a:solidFill>
                <a:latin typeface="Consolas" pitchFamily="34" charset="0"/>
                <a:ea typeface="Consolas" pitchFamily="34" charset="-122"/>
                <a:cs typeface="Consolas" pitchFamily="34" charset="-120"/>
              </a:rPr>
              <a:t>arm-none-</a:t>
            </a:r>
            <a:r>
              <a:rPr lang="en-US" sz="800" noProof="0" dirty="0" err="1">
                <a:solidFill>
                  <a:srgbClr val="64748B"/>
                </a:solidFill>
                <a:latin typeface="Consolas" pitchFamily="34" charset="0"/>
                <a:ea typeface="Consolas" pitchFamily="34" charset="-122"/>
                <a:cs typeface="Consolas" pitchFamily="34" charset="-120"/>
              </a:rPr>
              <a:t>eabi</a:t>
            </a:r>
            <a:r>
              <a:rPr lang="en-US" sz="800" noProof="0" dirty="0">
                <a:solidFill>
                  <a:srgbClr val="64748B"/>
                </a:solidFill>
                <a:latin typeface="Consolas" pitchFamily="34" charset="0"/>
                <a:ea typeface="Consolas" pitchFamily="34" charset="-122"/>
                <a:cs typeface="Consolas" pitchFamily="34" charset="-120"/>
              </a:rPr>
              <a:t>-</a:t>
            </a:r>
            <a:r>
              <a:rPr lang="en-US" sz="800" noProof="0" dirty="0" err="1">
                <a:solidFill>
                  <a:srgbClr val="64748B"/>
                </a:solidFill>
                <a:latin typeface="Consolas" pitchFamily="34" charset="0"/>
                <a:ea typeface="Consolas" pitchFamily="34" charset="-122"/>
                <a:cs typeface="Consolas" pitchFamily="34" charset="-120"/>
              </a:rPr>
              <a:t>gcc</a:t>
            </a:r>
            <a:r>
              <a:rPr lang="en-US" sz="800" noProof="0" dirty="0">
                <a:solidFill>
                  <a:srgbClr val="64748B"/>
                </a:solidFill>
                <a:latin typeface="Consolas" pitchFamily="34" charset="0"/>
                <a:ea typeface="Consolas" pitchFamily="34" charset="-122"/>
                <a:cs typeface="Consolas" pitchFamily="34" charset="-120"/>
              </a:rPr>
              <a:t>: error: unrecognized command-line option '-</a:t>
            </a:r>
            <a:r>
              <a:rPr lang="en-US" sz="800" noProof="0" dirty="0" err="1">
                <a:solidFill>
                  <a:srgbClr val="64748B"/>
                </a:solidFill>
                <a:latin typeface="Consolas" pitchFamily="34" charset="0"/>
                <a:ea typeface="Consolas" pitchFamily="34" charset="-122"/>
                <a:cs typeface="Consolas" pitchFamily="34" charset="-120"/>
              </a:rPr>
              <a:t>mstrict</a:t>
            </a:r>
            <a:r>
              <a:rPr lang="en-US" sz="800" noProof="0" dirty="0">
                <a:solidFill>
                  <a:srgbClr val="64748B"/>
                </a:solidFill>
                <a:latin typeface="Consolas" pitchFamily="34" charset="0"/>
                <a:ea typeface="Consolas" pitchFamily="34" charset="-122"/>
                <a:cs typeface="Consolas" pitchFamily="34" charset="-120"/>
              </a:rPr>
              <a:t>-align'; did you mean '-</a:t>
            </a:r>
            <a:r>
              <a:rPr lang="en-US" sz="800" noProof="0" dirty="0" err="1">
                <a:solidFill>
                  <a:srgbClr val="64748B"/>
                </a:solidFill>
                <a:latin typeface="Consolas" pitchFamily="34" charset="0"/>
                <a:ea typeface="Consolas" pitchFamily="34" charset="-122"/>
                <a:cs typeface="Consolas" pitchFamily="34" charset="-120"/>
              </a:rPr>
              <a:t>Wstrict</a:t>
            </a:r>
            <a:r>
              <a:rPr lang="en-US" sz="800" noProof="0" dirty="0">
                <a:solidFill>
                  <a:srgbClr val="64748B"/>
                </a:solidFill>
                <a:latin typeface="Consolas" pitchFamily="34" charset="0"/>
                <a:ea typeface="Consolas" pitchFamily="34" charset="-122"/>
                <a:cs typeface="Consolas" pitchFamily="34" charset="-120"/>
              </a:rPr>
              <a:t>-aliasing'?</a:t>
            </a:r>
          </a:p>
          <a:p>
            <a:pPr marL="0" indent="0">
              <a:buNone/>
            </a:pPr>
            <a:endParaRPr lang="en-US" sz="800" noProof="0" dirty="0">
              <a:solidFill>
                <a:srgbClr val="64748B"/>
              </a:solidFill>
              <a:latin typeface="Consolas" pitchFamily="34" charset="0"/>
              <a:ea typeface="Consolas" pitchFamily="34" charset="-122"/>
              <a:cs typeface="Consolas" pitchFamily="34" charset="-120"/>
            </a:endParaRPr>
          </a:p>
          <a:p>
            <a:pPr marL="0" indent="0">
              <a:buNone/>
            </a:pPr>
            <a:r>
              <a:rPr lang="en-US" sz="800" noProof="0" dirty="0">
                <a:solidFill>
                  <a:srgbClr val="64748B"/>
                </a:solidFill>
                <a:latin typeface="Consolas" pitchFamily="34" charset="0"/>
                <a:ea typeface="Consolas" pitchFamily="34" charset="-122"/>
                <a:cs typeface="Consolas" pitchFamily="34" charset="-120"/>
              </a:rPr>
              <a:t>&lt;</a:t>
            </a:r>
            <a:r>
              <a:rPr lang="en-US" sz="800" noProof="0" dirty="0" err="1">
                <a:solidFill>
                  <a:srgbClr val="64748B"/>
                </a:solidFill>
                <a:latin typeface="Consolas" pitchFamily="34" charset="0"/>
                <a:ea typeface="Consolas" pitchFamily="34" charset="-122"/>
                <a:cs typeface="Consolas" pitchFamily="34" charset="-120"/>
              </a:rPr>
              <a:t>img</a:t>
            </a:r>
            <a:r>
              <a:rPr lang="en-US" sz="800" noProof="0" dirty="0">
                <a:solidFill>
                  <a:srgbClr val="64748B"/>
                </a:solidFill>
                <a:latin typeface="Consolas" pitchFamily="34" charset="0"/>
                <a:ea typeface="Consolas" pitchFamily="34" charset="-122"/>
                <a:cs typeface="Consolas" pitchFamily="34" charset="-120"/>
              </a:rPr>
              <a:t> width="1475" height="1702" alt="Image" </a:t>
            </a:r>
            <a:r>
              <a:rPr lang="en-US" sz="800" noProof="0" dirty="0" err="1">
                <a:solidFill>
                  <a:srgbClr val="64748B"/>
                </a:solidFill>
                <a:latin typeface="Consolas" pitchFamily="34" charset="0"/>
                <a:ea typeface="Consolas" pitchFamily="34" charset="-122"/>
                <a:cs typeface="Consolas" pitchFamily="34" charset="-120"/>
              </a:rPr>
              <a:t>src</a:t>
            </a:r>
            <a:r>
              <a:rPr lang="en-US" sz="800" noProof="0" dirty="0">
                <a:solidFill>
                  <a:srgbClr val="64748B"/>
                </a:solidFill>
                <a:latin typeface="Consolas" pitchFamily="34" charset="0"/>
                <a:ea typeface="Consolas" pitchFamily="34" charset="-122"/>
                <a:cs typeface="Consolas" pitchFamily="34" charset="-120"/>
              </a:rPr>
              <a:t>="https://github.com/user-attachments/assets/ef04062d-f370-4a59-b26d-e05fc91a3020" /&gt;</a:t>
            </a:r>
          </a:p>
          <a:p>
            <a:pPr marL="0" indent="0">
              <a:buNone/>
            </a:pPr>
            <a:endParaRPr lang="en-US" sz="800" noProof="0" dirty="0">
              <a:solidFill>
                <a:srgbClr val="64748B"/>
              </a:solidFill>
              <a:latin typeface="Consolas" pitchFamily="34" charset="0"/>
              <a:ea typeface="Consolas" pitchFamily="34" charset="-122"/>
              <a:cs typeface="Consolas" pitchFamily="34" charset="-120"/>
            </a:endParaRPr>
          </a:p>
          <a:p>
            <a:pPr marL="0" indent="0">
              <a:buNone/>
            </a:pPr>
            <a:r>
              <a:rPr lang="en-US" sz="800" noProof="0" dirty="0">
                <a:solidFill>
                  <a:srgbClr val="64748B"/>
                </a:solidFill>
                <a:latin typeface="Consolas" pitchFamily="34" charset="0"/>
                <a:ea typeface="Consolas" pitchFamily="34" charset="-122"/>
                <a:cs typeface="Consolas" pitchFamily="34" charset="-120"/>
              </a:rPr>
              <a:t>Please suggest a fix.</a:t>
            </a:r>
          </a:p>
          <a:p>
            <a:pPr marL="0" indent="0">
              <a:buNone/>
            </a:pPr>
            <a:r>
              <a:rPr lang="en-US" sz="800" noProof="0" dirty="0">
                <a:solidFill>
                  <a:srgbClr val="64748B"/>
                </a:solidFill>
                <a:latin typeface="Consolas" pitchFamily="34" charset="0"/>
                <a:ea typeface="Consolas" pitchFamily="34" charset="-122"/>
                <a:cs typeface="Consolas" pitchFamily="34" charset="-120"/>
              </a:rPr>
              <a:t>Thanks,</a:t>
            </a:r>
          </a:p>
          <a:p>
            <a:pPr marL="0" indent="0">
              <a:buNone/>
            </a:pPr>
            <a:r>
              <a:rPr lang="en-US" sz="800" noProof="0" dirty="0">
                <a:solidFill>
                  <a:srgbClr val="64748B"/>
                </a:solidFill>
                <a:latin typeface="Consolas" pitchFamily="34" charset="0"/>
                <a:ea typeface="Consolas" pitchFamily="34" charset="-122"/>
                <a:cs typeface="Consolas" pitchFamily="34" charset="-120"/>
              </a:rPr>
              <a:t>Rajeev</a:t>
            </a:r>
          </a:p>
          <a:p>
            <a:pPr marL="0" indent="0">
              <a:buNone/>
            </a:pPr>
            <a:endParaRPr lang="en-US" sz="800" noProof="0" dirty="0">
              <a:solidFill>
                <a:srgbClr val="64748B"/>
              </a:solidFill>
              <a:latin typeface="Consolas" pitchFamily="34" charset="0"/>
              <a:ea typeface="Consolas" pitchFamily="34" charset="-122"/>
              <a:cs typeface="Consolas" pitchFamily="34" charset="-120"/>
            </a:endParaRPr>
          </a:p>
          <a:p>
            <a:pPr marL="0" indent="0">
              <a:buNone/>
            </a:pPr>
            <a:r>
              <a:rPr lang="en-US" sz="800" noProof="0" dirty="0">
                <a:solidFill>
                  <a:srgbClr val="64748B"/>
                </a:solidFill>
                <a:latin typeface="Consolas" pitchFamily="34" charset="0"/>
                <a:ea typeface="Consolas" pitchFamily="34" charset="-122"/>
                <a:cs typeface="Consolas" pitchFamily="34" charset="-120"/>
              </a:rPr>
              <a:t>Comment:</a:t>
            </a:r>
          </a:p>
          <a:p>
            <a:pPr marL="0" indent="0">
              <a:buNone/>
            </a:pPr>
            <a:r>
              <a:rPr lang="en-US" sz="800" noProof="0" dirty="0">
                <a:solidFill>
                  <a:srgbClr val="64748B"/>
                </a:solidFill>
                <a:latin typeface="Consolas" pitchFamily="34" charset="0"/>
                <a:ea typeface="Consolas" pitchFamily="34" charset="-122"/>
                <a:cs typeface="Consolas" pitchFamily="34" charset="-120"/>
              </a:rPr>
              <a:t>&lt;</a:t>
            </a:r>
            <a:r>
              <a:rPr lang="en-US" sz="800" noProof="0" dirty="0" err="1">
                <a:solidFill>
                  <a:srgbClr val="64748B"/>
                </a:solidFill>
                <a:latin typeface="Consolas" pitchFamily="34" charset="0"/>
                <a:ea typeface="Consolas" pitchFamily="34" charset="-122"/>
                <a:cs typeface="Consolas" pitchFamily="34" charset="-120"/>
              </a:rPr>
              <a:t>img</a:t>
            </a:r>
            <a:r>
              <a:rPr lang="en-US" sz="800" noProof="0" dirty="0">
                <a:solidFill>
                  <a:srgbClr val="64748B"/>
                </a:solidFill>
                <a:latin typeface="Consolas" pitchFamily="34" charset="0"/>
                <a:ea typeface="Consolas" pitchFamily="34" charset="-122"/>
                <a:cs typeface="Consolas" pitchFamily="34" charset="-120"/>
              </a:rPr>
              <a:t> width="663" height="50" alt="Image" </a:t>
            </a:r>
            <a:r>
              <a:rPr lang="en-US" sz="800" noProof="0" dirty="0" err="1">
                <a:solidFill>
                  <a:srgbClr val="64748B"/>
                </a:solidFill>
                <a:latin typeface="Consolas" pitchFamily="34" charset="0"/>
                <a:ea typeface="Consolas" pitchFamily="34" charset="-122"/>
                <a:cs typeface="Consolas" pitchFamily="34" charset="-120"/>
              </a:rPr>
              <a:t>src</a:t>
            </a:r>
            <a:r>
              <a:rPr lang="en-US" sz="800" noProof="0" dirty="0">
                <a:solidFill>
                  <a:srgbClr val="64748B"/>
                </a:solidFill>
                <a:latin typeface="Consolas" pitchFamily="34" charset="0"/>
                <a:ea typeface="Consolas" pitchFamily="34" charset="-122"/>
                <a:cs typeface="Consolas" pitchFamily="34" charset="-120"/>
              </a:rPr>
              <a:t>="https://github.com/user-attachments/assets/57b08795-01df-4541-ad2f-33fe6b6811c1" /&gt;</a:t>
            </a:r>
            <a:endParaRPr lang="en-US" sz="800" noProof="0" dirty="0"/>
          </a:p>
        </p:txBody>
      </p:sp>
      <p:sp>
        <p:nvSpPr>
          <p:cNvPr id="54" name="Shape 9">
            <a:extLst>
              <a:ext uri="{FF2B5EF4-FFF2-40B4-BE49-F238E27FC236}">
                <a16:creationId xmlns:a16="http://schemas.microsoft.com/office/drawing/2014/main" id="{5D96967A-3E8F-CEAF-32D2-791DDC167239}"/>
              </a:ext>
            </a:extLst>
          </p:cNvPr>
          <p:cNvSpPr/>
          <p:nvPr/>
        </p:nvSpPr>
        <p:spPr>
          <a:xfrm>
            <a:off x="1268178" y="4885644"/>
            <a:ext cx="4069080" cy="22860"/>
          </a:xfrm>
          <a:prstGeom prst="rect">
            <a:avLst/>
          </a:prstGeom>
          <a:solidFill>
            <a:srgbClr val="CBD5E1"/>
          </a:solidFill>
          <a:ln w="12700">
            <a:solidFill>
              <a:srgbClr val="000000"/>
            </a:solidFill>
            <a:prstDash val="solid"/>
          </a:ln>
        </p:spPr>
        <p:txBody>
          <a:bodyPr/>
          <a:lstStyle/>
          <a:p>
            <a:endParaRPr lang="en-US" noProof="0" dirty="0"/>
          </a:p>
        </p:txBody>
      </p:sp>
      <p:sp>
        <p:nvSpPr>
          <p:cNvPr id="55" name="Text 10">
            <a:extLst>
              <a:ext uri="{FF2B5EF4-FFF2-40B4-BE49-F238E27FC236}">
                <a16:creationId xmlns:a16="http://schemas.microsoft.com/office/drawing/2014/main" id="{E432E17C-1FC0-83BE-6A2E-135A5726DD39}"/>
              </a:ext>
            </a:extLst>
          </p:cNvPr>
          <p:cNvSpPr/>
          <p:nvPr/>
        </p:nvSpPr>
        <p:spPr>
          <a:xfrm>
            <a:off x="1370278" y="4937894"/>
            <a:ext cx="3794760" cy="256032"/>
          </a:xfrm>
          <a:prstGeom prst="rect">
            <a:avLst/>
          </a:prstGeom>
          <a:noFill/>
          <a:ln/>
        </p:spPr>
        <p:txBody>
          <a:bodyPr wrap="square" lIns="0" tIns="0" rIns="0" bIns="0" rtlCol="0" anchor="ctr"/>
          <a:lstStyle/>
          <a:p>
            <a:pPr marL="0" indent="0">
              <a:buNone/>
            </a:pPr>
            <a:r>
              <a:rPr lang="en-US" sz="1000" b="1" noProof="0" dirty="0">
                <a:solidFill>
                  <a:srgbClr val="EF4444"/>
                </a:solidFill>
              </a:rPr>
              <a:t>Issues:</a:t>
            </a:r>
            <a:endParaRPr lang="en-US" sz="1000" noProof="0" dirty="0"/>
          </a:p>
        </p:txBody>
      </p:sp>
      <p:pic>
        <p:nvPicPr>
          <p:cNvPr id="59" name="Image 0" descr="preencoded.png">
            <a:extLst>
              <a:ext uri="{FF2B5EF4-FFF2-40B4-BE49-F238E27FC236}">
                <a16:creationId xmlns:a16="http://schemas.microsoft.com/office/drawing/2014/main" id="{B023467C-5A4E-E65E-EEA0-A35E92B36276}"/>
              </a:ext>
            </a:extLst>
          </p:cNvPr>
          <p:cNvPicPr>
            <a:picLocks noChangeAspect="1"/>
          </p:cNvPicPr>
          <p:nvPr/>
        </p:nvPicPr>
        <p:blipFill>
          <a:blip r:embed="rId3"/>
          <a:stretch>
            <a:fillRect/>
          </a:stretch>
        </p:blipFill>
        <p:spPr>
          <a:xfrm>
            <a:off x="1370278" y="5230502"/>
            <a:ext cx="219456" cy="219456"/>
          </a:xfrm>
          <a:prstGeom prst="rect">
            <a:avLst/>
          </a:prstGeom>
        </p:spPr>
      </p:pic>
      <p:sp>
        <p:nvSpPr>
          <p:cNvPr id="60" name="Text 11">
            <a:extLst>
              <a:ext uri="{FF2B5EF4-FFF2-40B4-BE49-F238E27FC236}">
                <a16:creationId xmlns:a16="http://schemas.microsoft.com/office/drawing/2014/main" id="{FD1A298A-2AFC-FED5-8BB2-FE29C150AE8B}"/>
              </a:ext>
            </a:extLst>
          </p:cNvPr>
          <p:cNvSpPr/>
          <p:nvPr/>
        </p:nvSpPr>
        <p:spPr>
          <a:xfrm>
            <a:off x="1653742" y="5248790"/>
            <a:ext cx="3511296" cy="237744"/>
          </a:xfrm>
          <a:prstGeom prst="rect">
            <a:avLst/>
          </a:prstGeom>
          <a:noFill/>
          <a:ln/>
        </p:spPr>
        <p:txBody>
          <a:bodyPr wrap="square" lIns="0" tIns="0" rIns="0" bIns="0" rtlCol="0" anchor="ctr"/>
          <a:lstStyle/>
          <a:p>
            <a:pPr marL="0" indent="0">
              <a:buNone/>
            </a:pPr>
            <a:r>
              <a:rPr lang="en-US" sz="1050" noProof="0" dirty="0">
                <a:solidFill>
                  <a:srgbClr val="1B2A3B"/>
                </a:solidFill>
              </a:rPr>
              <a:t>HTML tags unreadable by RAG </a:t>
            </a:r>
            <a:endParaRPr lang="en-US" sz="1050" noProof="0" dirty="0"/>
          </a:p>
        </p:txBody>
      </p:sp>
      <p:pic>
        <p:nvPicPr>
          <p:cNvPr id="65" name="Image 1" descr="preencoded.png">
            <a:extLst>
              <a:ext uri="{FF2B5EF4-FFF2-40B4-BE49-F238E27FC236}">
                <a16:creationId xmlns:a16="http://schemas.microsoft.com/office/drawing/2014/main" id="{B92B7FDC-2C3D-9FC9-4AB1-88588F5A0967}"/>
              </a:ext>
            </a:extLst>
          </p:cNvPr>
          <p:cNvPicPr>
            <a:picLocks noChangeAspect="1"/>
          </p:cNvPicPr>
          <p:nvPr/>
        </p:nvPicPr>
        <p:blipFill>
          <a:blip r:embed="rId3"/>
          <a:stretch>
            <a:fillRect/>
          </a:stretch>
        </p:blipFill>
        <p:spPr>
          <a:xfrm>
            <a:off x="1370278" y="5577974"/>
            <a:ext cx="219456" cy="219456"/>
          </a:xfrm>
          <a:prstGeom prst="rect">
            <a:avLst/>
          </a:prstGeom>
        </p:spPr>
      </p:pic>
      <p:sp>
        <p:nvSpPr>
          <p:cNvPr id="66" name="Text 12">
            <a:extLst>
              <a:ext uri="{FF2B5EF4-FFF2-40B4-BE49-F238E27FC236}">
                <a16:creationId xmlns:a16="http://schemas.microsoft.com/office/drawing/2014/main" id="{23658F16-94A8-6A41-473F-7628B787D9CB}"/>
              </a:ext>
            </a:extLst>
          </p:cNvPr>
          <p:cNvSpPr/>
          <p:nvPr/>
        </p:nvSpPr>
        <p:spPr>
          <a:xfrm>
            <a:off x="1653742" y="5596262"/>
            <a:ext cx="3511296" cy="237744"/>
          </a:xfrm>
          <a:prstGeom prst="rect">
            <a:avLst/>
          </a:prstGeom>
          <a:noFill/>
          <a:ln/>
        </p:spPr>
        <p:txBody>
          <a:bodyPr wrap="square" lIns="0" tIns="0" rIns="0" bIns="0" rtlCol="0" anchor="ctr"/>
          <a:lstStyle/>
          <a:p>
            <a:pPr marL="0" indent="0">
              <a:buNone/>
            </a:pPr>
            <a:r>
              <a:rPr lang="en-US" sz="1050" noProof="0" dirty="0">
                <a:solidFill>
                  <a:srgbClr val="1B2A3B"/>
                </a:solidFill>
              </a:rPr>
              <a:t>Image content lost (no text)</a:t>
            </a:r>
            <a:endParaRPr lang="en-US" sz="1050" noProof="0" dirty="0"/>
          </a:p>
        </p:txBody>
      </p:sp>
      <p:pic>
        <p:nvPicPr>
          <p:cNvPr id="67" name="Image 2" descr="preencoded.png">
            <a:extLst>
              <a:ext uri="{FF2B5EF4-FFF2-40B4-BE49-F238E27FC236}">
                <a16:creationId xmlns:a16="http://schemas.microsoft.com/office/drawing/2014/main" id="{7CD80763-80D1-7FA3-F62D-D5369974430D}"/>
              </a:ext>
            </a:extLst>
          </p:cNvPr>
          <p:cNvPicPr>
            <a:picLocks noChangeAspect="1"/>
          </p:cNvPicPr>
          <p:nvPr/>
        </p:nvPicPr>
        <p:blipFill>
          <a:blip r:embed="rId3"/>
          <a:stretch>
            <a:fillRect/>
          </a:stretch>
        </p:blipFill>
        <p:spPr>
          <a:xfrm>
            <a:off x="1370278" y="5925446"/>
            <a:ext cx="219456" cy="219456"/>
          </a:xfrm>
          <a:prstGeom prst="rect">
            <a:avLst/>
          </a:prstGeom>
        </p:spPr>
      </p:pic>
      <p:sp>
        <p:nvSpPr>
          <p:cNvPr id="68" name="Text 13">
            <a:extLst>
              <a:ext uri="{FF2B5EF4-FFF2-40B4-BE49-F238E27FC236}">
                <a16:creationId xmlns:a16="http://schemas.microsoft.com/office/drawing/2014/main" id="{4E5E3D8B-3FF1-E9BE-1FD8-395A181D13FD}"/>
              </a:ext>
            </a:extLst>
          </p:cNvPr>
          <p:cNvSpPr/>
          <p:nvPr/>
        </p:nvSpPr>
        <p:spPr>
          <a:xfrm>
            <a:off x="1653742" y="5943734"/>
            <a:ext cx="3511296" cy="237744"/>
          </a:xfrm>
          <a:prstGeom prst="rect">
            <a:avLst/>
          </a:prstGeom>
          <a:noFill/>
          <a:ln/>
        </p:spPr>
        <p:txBody>
          <a:bodyPr wrap="square" lIns="0" tIns="0" rIns="0" bIns="0" rtlCol="0" anchor="ctr"/>
          <a:lstStyle/>
          <a:p>
            <a:pPr marL="0" indent="0">
              <a:buNone/>
            </a:pPr>
            <a:r>
              <a:rPr lang="en-US" sz="1050" noProof="0" dirty="0">
                <a:solidFill>
                  <a:srgbClr val="1B2A3B"/>
                </a:solidFill>
              </a:rPr>
              <a:t>Noise from auto-generated comments</a:t>
            </a:r>
            <a:endParaRPr lang="en-US" sz="1050" noProof="0" dirty="0"/>
          </a:p>
        </p:txBody>
      </p:sp>
      <p:sp>
        <p:nvSpPr>
          <p:cNvPr id="70" name="Shape 14">
            <a:extLst>
              <a:ext uri="{FF2B5EF4-FFF2-40B4-BE49-F238E27FC236}">
                <a16:creationId xmlns:a16="http://schemas.microsoft.com/office/drawing/2014/main" id="{826EA3AD-FC96-8FA4-5F02-78511B5EEFB3}"/>
              </a:ext>
            </a:extLst>
          </p:cNvPr>
          <p:cNvSpPr/>
          <p:nvPr/>
        </p:nvSpPr>
        <p:spPr>
          <a:xfrm>
            <a:off x="6622298" y="1626928"/>
            <a:ext cx="4108477" cy="365760"/>
          </a:xfrm>
          <a:prstGeom prst="rect">
            <a:avLst/>
          </a:prstGeom>
          <a:solidFill>
            <a:srgbClr val="0D9488"/>
          </a:solidFill>
          <a:ln w="12700">
            <a:noFill/>
            <a:prstDash val="solid"/>
          </a:ln>
        </p:spPr>
        <p:txBody>
          <a:bodyPr/>
          <a:lstStyle/>
          <a:p>
            <a:endParaRPr lang="en-US" noProof="0" dirty="0"/>
          </a:p>
        </p:txBody>
      </p:sp>
      <p:sp>
        <p:nvSpPr>
          <p:cNvPr id="71" name="Text 15">
            <a:extLst>
              <a:ext uri="{FF2B5EF4-FFF2-40B4-BE49-F238E27FC236}">
                <a16:creationId xmlns:a16="http://schemas.microsoft.com/office/drawing/2014/main" id="{6A5E1406-6721-4E0D-F694-614B13AB596A}"/>
              </a:ext>
            </a:extLst>
          </p:cNvPr>
          <p:cNvSpPr/>
          <p:nvPr/>
        </p:nvSpPr>
        <p:spPr>
          <a:xfrm>
            <a:off x="6622299" y="1626928"/>
            <a:ext cx="3703320" cy="365760"/>
          </a:xfrm>
          <a:prstGeom prst="rect">
            <a:avLst/>
          </a:prstGeom>
          <a:noFill/>
          <a:ln/>
        </p:spPr>
        <p:txBody>
          <a:bodyPr wrap="square" lIns="0" tIns="0" rIns="0" bIns="0" rtlCol="0" anchor="ctr"/>
          <a:lstStyle/>
          <a:p>
            <a:pPr marL="0" indent="0" algn="ctr">
              <a:buNone/>
            </a:pPr>
            <a:r>
              <a:rPr lang="en-US" sz="1200" b="1" noProof="0" dirty="0">
                <a:solidFill>
                  <a:srgbClr val="FFFFFF"/>
                </a:solidFill>
              </a:rPr>
              <a:t>✅  Cleaned data (after)</a:t>
            </a:r>
            <a:endParaRPr lang="en-US" sz="1200" noProof="0" dirty="0"/>
          </a:p>
        </p:txBody>
      </p:sp>
      <p:sp>
        <p:nvSpPr>
          <p:cNvPr id="72" name="Shape 16">
            <a:extLst>
              <a:ext uri="{FF2B5EF4-FFF2-40B4-BE49-F238E27FC236}">
                <a16:creationId xmlns:a16="http://schemas.microsoft.com/office/drawing/2014/main" id="{D66CF4E2-4FFE-5B01-B5C1-EE09D29AB826}"/>
              </a:ext>
            </a:extLst>
          </p:cNvPr>
          <p:cNvSpPr/>
          <p:nvPr/>
        </p:nvSpPr>
        <p:spPr>
          <a:xfrm>
            <a:off x="6633712" y="1992688"/>
            <a:ext cx="4097063" cy="4338280"/>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73" name="Text 17">
            <a:extLst>
              <a:ext uri="{FF2B5EF4-FFF2-40B4-BE49-F238E27FC236}">
                <a16:creationId xmlns:a16="http://schemas.microsoft.com/office/drawing/2014/main" id="{31D5AB1B-74B0-5C6A-F308-5F21DF534C4F}"/>
              </a:ext>
            </a:extLst>
          </p:cNvPr>
          <p:cNvSpPr/>
          <p:nvPr/>
        </p:nvSpPr>
        <p:spPr>
          <a:xfrm>
            <a:off x="6905763" y="2504478"/>
            <a:ext cx="3429000" cy="1572768"/>
          </a:xfrm>
          <a:prstGeom prst="rect">
            <a:avLst/>
          </a:prstGeom>
          <a:noFill/>
          <a:ln/>
        </p:spPr>
        <p:txBody>
          <a:bodyPr wrap="square" lIns="0" tIns="0" rIns="0" bIns="0" rtlCol="0" anchor="ctr"/>
          <a:lstStyle/>
          <a:p>
            <a:endParaRPr lang="en-US" sz="1050" noProof="0" dirty="0"/>
          </a:p>
        </p:txBody>
      </p:sp>
      <p:sp>
        <p:nvSpPr>
          <p:cNvPr id="75" name="Text 19">
            <a:extLst>
              <a:ext uri="{FF2B5EF4-FFF2-40B4-BE49-F238E27FC236}">
                <a16:creationId xmlns:a16="http://schemas.microsoft.com/office/drawing/2014/main" id="{0AC05493-42CE-6F91-D2AF-A21373A9626D}"/>
              </a:ext>
            </a:extLst>
          </p:cNvPr>
          <p:cNvSpPr/>
          <p:nvPr/>
        </p:nvSpPr>
        <p:spPr>
          <a:xfrm>
            <a:off x="6768603" y="4992758"/>
            <a:ext cx="3429000" cy="256032"/>
          </a:xfrm>
          <a:prstGeom prst="rect">
            <a:avLst/>
          </a:prstGeom>
          <a:noFill/>
          <a:ln/>
        </p:spPr>
        <p:txBody>
          <a:bodyPr wrap="square" lIns="0" tIns="0" rIns="0" bIns="0" rtlCol="0" anchor="ctr"/>
          <a:lstStyle/>
          <a:p>
            <a:pPr marL="0" indent="0">
              <a:buNone/>
            </a:pPr>
            <a:r>
              <a:rPr lang="en-US" sz="1000" b="1" noProof="0" dirty="0">
                <a:solidFill>
                  <a:srgbClr val="0D9488"/>
                </a:solidFill>
              </a:rPr>
              <a:t>Improvements:</a:t>
            </a:r>
            <a:endParaRPr lang="en-US" sz="1000" noProof="0" dirty="0">
              <a:solidFill>
                <a:srgbClr val="0D9488"/>
              </a:solidFill>
            </a:endParaRPr>
          </a:p>
        </p:txBody>
      </p:sp>
      <p:pic>
        <p:nvPicPr>
          <p:cNvPr id="76" name="Image 4" descr="preencoded.png">
            <a:extLst>
              <a:ext uri="{FF2B5EF4-FFF2-40B4-BE49-F238E27FC236}">
                <a16:creationId xmlns:a16="http://schemas.microsoft.com/office/drawing/2014/main" id="{26724DFE-ACA2-3D30-E6E2-53D7BCDA84A7}"/>
              </a:ext>
            </a:extLst>
          </p:cNvPr>
          <p:cNvPicPr>
            <a:picLocks noChangeAspect="1"/>
          </p:cNvPicPr>
          <p:nvPr/>
        </p:nvPicPr>
        <p:blipFill>
          <a:blip r:embed="rId4"/>
          <a:stretch>
            <a:fillRect/>
          </a:stretch>
        </p:blipFill>
        <p:spPr>
          <a:xfrm>
            <a:off x="6768603" y="5285366"/>
            <a:ext cx="219456" cy="219456"/>
          </a:xfrm>
          <a:prstGeom prst="rect">
            <a:avLst/>
          </a:prstGeom>
        </p:spPr>
      </p:pic>
      <p:sp>
        <p:nvSpPr>
          <p:cNvPr id="77" name="Text 20">
            <a:extLst>
              <a:ext uri="{FF2B5EF4-FFF2-40B4-BE49-F238E27FC236}">
                <a16:creationId xmlns:a16="http://schemas.microsoft.com/office/drawing/2014/main" id="{EA1990E2-9FE0-0B18-50CF-F70EC4430448}"/>
              </a:ext>
            </a:extLst>
          </p:cNvPr>
          <p:cNvSpPr/>
          <p:nvPr/>
        </p:nvSpPr>
        <p:spPr>
          <a:xfrm>
            <a:off x="7061211" y="5303654"/>
            <a:ext cx="3127248" cy="237744"/>
          </a:xfrm>
          <a:prstGeom prst="rect">
            <a:avLst/>
          </a:prstGeom>
          <a:noFill/>
          <a:ln/>
        </p:spPr>
        <p:txBody>
          <a:bodyPr wrap="square" lIns="0" tIns="0" rIns="0" bIns="0" rtlCol="0" anchor="ctr"/>
          <a:lstStyle/>
          <a:p>
            <a:pPr marL="0" indent="0">
              <a:buNone/>
            </a:pPr>
            <a:r>
              <a:rPr lang="en-US" sz="1050" noProof="0" dirty="0">
                <a:solidFill>
                  <a:srgbClr val="1B2A3B"/>
                </a:solidFill>
              </a:rPr>
              <a:t>HTML stripped, pure text</a:t>
            </a:r>
            <a:endParaRPr lang="en-US" sz="1050" noProof="0" dirty="0"/>
          </a:p>
        </p:txBody>
      </p:sp>
      <p:pic>
        <p:nvPicPr>
          <p:cNvPr id="78" name="Image 5" descr="preencoded.png">
            <a:extLst>
              <a:ext uri="{FF2B5EF4-FFF2-40B4-BE49-F238E27FC236}">
                <a16:creationId xmlns:a16="http://schemas.microsoft.com/office/drawing/2014/main" id="{7C439CA3-1EBF-3DD2-41B2-4DA144B09409}"/>
              </a:ext>
            </a:extLst>
          </p:cNvPr>
          <p:cNvPicPr>
            <a:picLocks noChangeAspect="1"/>
          </p:cNvPicPr>
          <p:nvPr/>
        </p:nvPicPr>
        <p:blipFill>
          <a:blip r:embed="rId4"/>
          <a:stretch>
            <a:fillRect/>
          </a:stretch>
        </p:blipFill>
        <p:spPr>
          <a:xfrm>
            <a:off x="6768603" y="5632838"/>
            <a:ext cx="219456" cy="219456"/>
          </a:xfrm>
          <a:prstGeom prst="rect">
            <a:avLst/>
          </a:prstGeom>
        </p:spPr>
      </p:pic>
      <p:sp>
        <p:nvSpPr>
          <p:cNvPr id="79" name="Text 21">
            <a:extLst>
              <a:ext uri="{FF2B5EF4-FFF2-40B4-BE49-F238E27FC236}">
                <a16:creationId xmlns:a16="http://schemas.microsoft.com/office/drawing/2014/main" id="{871F7A66-5589-1E1B-C52B-A8A2E6062ED5}"/>
              </a:ext>
            </a:extLst>
          </p:cNvPr>
          <p:cNvSpPr/>
          <p:nvPr/>
        </p:nvSpPr>
        <p:spPr>
          <a:xfrm>
            <a:off x="7061210" y="5651126"/>
            <a:ext cx="3862611" cy="237744"/>
          </a:xfrm>
          <a:prstGeom prst="rect">
            <a:avLst/>
          </a:prstGeom>
          <a:noFill/>
          <a:ln/>
        </p:spPr>
        <p:txBody>
          <a:bodyPr wrap="square" lIns="0" tIns="0" rIns="0" bIns="0" rtlCol="0" anchor="ctr"/>
          <a:lstStyle/>
          <a:p>
            <a:pPr marL="0" indent="0">
              <a:buNone/>
            </a:pPr>
            <a:r>
              <a:rPr lang="en-US" sz="1050" noProof="0" dirty="0">
                <a:solidFill>
                  <a:srgbClr val="1B2A3B"/>
                </a:solidFill>
              </a:rPr>
              <a:t>Images replaced by [IMAGE ATTACHED] tag + description</a:t>
            </a:r>
            <a:endParaRPr lang="en-US" sz="1050" noProof="0" dirty="0"/>
          </a:p>
        </p:txBody>
      </p:sp>
      <p:pic>
        <p:nvPicPr>
          <p:cNvPr id="80" name="Image 6" descr="preencoded.png">
            <a:extLst>
              <a:ext uri="{FF2B5EF4-FFF2-40B4-BE49-F238E27FC236}">
                <a16:creationId xmlns:a16="http://schemas.microsoft.com/office/drawing/2014/main" id="{1EBC6D3D-B1E3-AAF3-458D-A6258062B9BE}"/>
              </a:ext>
            </a:extLst>
          </p:cNvPr>
          <p:cNvPicPr>
            <a:picLocks noChangeAspect="1"/>
          </p:cNvPicPr>
          <p:nvPr/>
        </p:nvPicPr>
        <p:blipFill>
          <a:blip r:embed="rId4"/>
          <a:stretch>
            <a:fillRect/>
          </a:stretch>
        </p:blipFill>
        <p:spPr>
          <a:xfrm>
            <a:off x="6768603" y="5980310"/>
            <a:ext cx="219456" cy="219456"/>
          </a:xfrm>
          <a:prstGeom prst="rect">
            <a:avLst/>
          </a:prstGeom>
        </p:spPr>
      </p:pic>
      <p:sp>
        <p:nvSpPr>
          <p:cNvPr id="82" name="Text 22">
            <a:extLst>
              <a:ext uri="{FF2B5EF4-FFF2-40B4-BE49-F238E27FC236}">
                <a16:creationId xmlns:a16="http://schemas.microsoft.com/office/drawing/2014/main" id="{B9DA06CD-FB39-0204-2820-EB0AED95C2C9}"/>
              </a:ext>
            </a:extLst>
          </p:cNvPr>
          <p:cNvSpPr/>
          <p:nvPr/>
        </p:nvSpPr>
        <p:spPr>
          <a:xfrm>
            <a:off x="7061211" y="5998598"/>
            <a:ext cx="3127248" cy="237744"/>
          </a:xfrm>
          <a:prstGeom prst="rect">
            <a:avLst/>
          </a:prstGeom>
          <a:noFill/>
          <a:ln/>
        </p:spPr>
        <p:txBody>
          <a:bodyPr wrap="square" lIns="0" tIns="0" rIns="0" bIns="0" rtlCol="0" anchor="ctr"/>
          <a:lstStyle/>
          <a:p>
            <a:pPr marL="0" indent="0">
              <a:buNone/>
            </a:pPr>
            <a:r>
              <a:rPr lang="en-US" sz="1050" noProof="0" dirty="0">
                <a:solidFill>
                  <a:srgbClr val="1B2A3B"/>
                </a:solidFill>
              </a:rPr>
              <a:t>Body + useful comments concatenated</a:t>
            </a:r>
            <a:endParaRPr lang="en-US" sz="1050" noProof="0" dirty="0"/>
          </a:p>
        </p:txBody>
      </p:sp>
      <p:pic>
        <p:nvPicPr>
          <p:cNvPr id="83" name="Graphic 82" descr="Arrow Right with solid fill">
            <a:extLst>
              <a:ext uri="{FF2B5EF4-FFF2-40B4-BE49-F238E27FC236}">
                <a16:creationId xmlns:a16="http://schemas.microsoft.com/office/drawing/2014/main" id="{0CC837DD-068F-414D-A890-5E7F08ED874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783823" y="3861478"/>
            <a:ext cx="431535" cy="431535"/>
          </a:xfrm>
          <a:prstGeom prst="rect">
            <a:avLst/>
          </a:prstGeom>
        </p:spPr>
      </p:pic>
      <p:sp>
        <p:nvSpPr>
          <p:cNvPr id="4" name="Slide Number Placeholder 3">
            <a:extLst>
              <a:ext uri="{FF2B5EF4-FFF2-40B4-BE49-F238E27FC236}">
                <a16:creationId xmlns:a16="http://schemas.microsoft.com/office/drawing/2014/main" id="{2ACD4073-E46F-BFB6-8C1D-A5033480A1A4}"/>
              </a:ext>
            </a:extLst>
          </p:cNvPr>
          <p:cNvSpPr>
            <a:spLocks noGrp="1"/>
          </p:cNvSpPr>
          <p:nvPr>
            <p:ph type="sldNum" sz="quarter" idx="12"/>
          </p:nvPr>
        </p:nvSpPr>
        <p:spPr/>
        <p:txBody>
          <a:bodyPr/>
          <a:lstStyle/>
          <a:p>
            <a:fld id="{40A7B169-58CE-4E65-B1F9-ACF9E46440C2}" type="slidenum">
              <a:rPr lang="en-US" noProof="0" smtClean="0"/>
              <a:t>34</a:t>
            </a:fld>
            <a:endParaRPr lang="en-US" noProof="0" dirty="0"/>
          </a:p>
        </p:txBody>
      </p:sp>
      <p:sp>
        <p:nvSpPr>
          <p:cNvPr id="7" name="Shape 9">
            <a:extLst>
              <a:ext uri="{FF2B5EF4-FFF2-40B4-BE49-F238E27FC236}">
                <a16:creationId xmlns:a16="http://schemas.microsoft.com/office/drawing/2014/main" id="{92DB77AD-8820-3DC7-E117-2591CE96C860}"/>
              </a:ext>
            </a:extLst>
          </p:cNvPr>
          <p:cNvSpPr/>
          <p:nvPr/>
        </p:nvSpPr>
        <p:spPr>
          <a:xfrm>
            <a:off x="6661695" y="4945648"/>
            <a:ext cx="4069080" cy="22860"/>
          </a:xfrm>
          <a:prstGeom prst="rect">
            <a:avLst/>
          </a:prstGeom>
          <a:solidFill>
            <a:srgbClr val="CBD5E1"/>
          </a:solidFill>
          <a:ln w="12700">
            <a:solidFill>
              <a:srgbClr val="000000"/>
            </a:solidFill>
            <a:prstDash val="solid"/>
          </a:ln>
        </p:spPr>
        <p:txBody>
          <a:bodyPr/>
          <a:lstStyle/>
          <a:p>
            <a:endParaRPr lang="en-US" noProof="0" dirty="0"/>
          </a:p>
        </p:txBody>
      </p:sp>
      <p:sp>
        <p:nvSpPr>
          <p:cNvPr id="11" name="TextBox 10">
            <a:extLst>
              <a:ext uri="{FF2B5EF4-FFF2-40B4-BE49-F238E27FC236}">
                <a16:creationId xmlns:a16="http://schemas.microsoft.com/office/drawing/2014/main" id="{F8D0D815-2958-CA5B-11C9-F2753A60CE5D}"/>
              </a:ext>
            </a:extLst>
          </p:cNvPr>
          <p:cNvSpPr txBox="1"/>
          <p:nvPr/>
        </p:nvSpPr>
        <p:spPr>
          <a:xfrm>
            <a:off x="6715149" y="2229371"/>
            <a:ext cx="3962172" cy="2446824"/>
          </a:xfrm>
          <a:prstGeom prst="rect">
            <a:avLst/>
          </a:prstGeom>
          <a:noFill/>
        </p:spPr>
        <p:txBody>
          <a:bodyPr wrap="square">
            <a:spAutoFit/>
          </a:bodyPr>
          <a:lstStyle/>
          <a:p>
            <a:r>
              <a:rPr lang="en-US" sz="900" noProof="0" dirty="0"/>
              <a:t>Title: STM32CubeIDE throws error when compile line option -</a:t>
            </a:r>
            <a:r>
              <a:rPr lang="en-US" sz="900" noProof="0" dirty="0" err="1"/>
              <a:t>mstrict</a:t>
            </a:r>
            <a:r>
              <a:rPr lang="en-US" sz="900" noProof="0" dirty="0"/>
              <a:t>-align is enabled</a:t>
            </a:r>
          </a:p>
          <a:p>
            <a:endParaRPr lang="en-US" sz="900" noProof="0" dirty="0"/>
          </a:p>
          <a:p>
            <a:r>
              <a:rPr lang="en-US" sz="900" noProof="0" dirty="0" err="1"/>
              <a:t>Body:Hi,When</a:t>
            </a:r>
            <a:r>
              <a:rPr lang="en-US" sz="900" noProof="0" dirty="0"/>
              <a:t> enabling -</a:t>
            </a:r>
            <a:r>
              <a:rPr lang="en-US" sz="900" noProof="0" dirty="0" err="1"/>
              <a:t>mstrict</a:t>
            </a:r>
            <a:r>
              <a:rPr lang="en-US" sz="900" noProof="0" dirty="0"/>
              <a:t>-align below error is observed:</a:t>
            </a:r>
          </a:p>
          <a:p>
            <a:endParaRPr lang="en-US" sz="900" noProof="0" dirty="0"/>
          </a:p>
          <a:p>
            <a:r>
              <a:rPr lang="en-US" sz="900" noProof="0" dirty="0"/>
              <a:t>arm-none-</a:t>
            </a:r>
            <a:r>
              <a:rPr lang="en-US" sz="900" noProof="0" dirty="0" err="1"/>
              <a:t>eabi</a:t>
            </a:r>
            <a:r>
              <a:rPr lang="en-US" sz="900" noProof="0" dirty="0"/>
              <a:t>-</a:t>
            </a:r>
            <a:r>
              <a:rPr lang="en-US" sz="900" noProof="0" dirty="0" err="1"/>
              <a:t>gcc</a:t>
            </a:r>
            <a:r>
              <a:rPr lang="en-US" sz="900" noProof="0" dirty="0"/>
              <a:t>: error: unrecognized command-line option '-</a:t>
            </a:r>
            <a:r>
              <a:rPr lang="en-US" sz="900" noProof="0" dirty="0" err="1"/>
              <a:t>mstrict</a:t>
            </a:r>
            <a:r>
              <a:rPr lang="en-US" sz="900" noProof="0" dirty="0"/>
              <a:t>-align'; did you mean '-</a:t>
            </a:r>
            <a:r>
              <a:rPr lang="en-US" sz="900" noProof="0" dirty="0" err="1"/>
              <a:t>Wstrict</a:t>
            </a:r>
            <a:r>
              <a:rPr lang="en-US" sz="900" noProof="0" dirty="0"/>
              <a:t>-aliasing’?</a:t>
            </a:r>
          </a:p>
          <a:p>
            <a:endParaRPr lang="en-US" sz="900" noProof="0" dirty="0"/>
          </a:p>
          <a:p>
            <a:r>
              <a:rPr lang="en-US" sz="900" b="1" noProof="0" dirty="0"/>
              <a:t>[IMAGE ATTACHED]</a:t>
            </a:r>
          </a:p>
          <a:p>
            <a:r>
              <a:rPr lang="en-US" sz="900" noProof="0" dirty="0"/>
              <a:t>Please suggest a fix.</a:t>
            </a:r>
          </a:p>
          <a:p>
            <a:endParaRPr lang="en-US" sz="900" noProof="0" dirty="0"/>
          </a:p>
          <a:p>
            <a:r>
              <a:rPr lang="en-US" sz="900" noProof="0" dirty="0"/>
              <a:t>Thanks,</a:t>
            </a:r>
          </a:p>
          <a:p>
            <a:r>
              <a:rPr lang="en-US" sz="900" noProof="0" dirty="0"/>
              <a:t>Rajeev</a:t>
            </a:r>
          </a:p>
          <a:p>
            <a:endParaRPr lang="en-US" sz="900" noProof="0" dirty="0"/>
          </a:p>
          <a:p>
            <a:r>
              <a:rPr lang="en-US" sz="900" noProof="0" dirty="0"/>
              <a:t>Comments:</a:t>
            </a:r>
          </a:p>
          <a:p>
            <a:r>
              <a:rPr lang="en-US" sz="900" noProof="0" dirty="0"/>
              <a:t>[rxa1031 - 2026-02-11T13:13:48Z]</a:t>
            </a:r>
          </a:p>
          <a:p>
            <a:r>
              <a:rPr lang="en-US" sz="900" b="1" noProof="0" dirty="0"/>
              <a:t>[IMAGE ATTACHED]</a:t>
            </a:r>
          </a:p>
        </p:txBody>
      </p:sp>
    </p:spTree>
    <p:extLst>
      <p:ext uri="{BB962C8B-B14F-4D97-AF65-F5344CB8AC3E}">
        <p14:creationId xmlns:p14="http://schemas.microsoft.com/office/powerpoint/2010/main" val="2515269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EF44C-70F5-24C2-6A6D-376E5BF2AB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CAE932-744D-9B78-2888-A0C8508D9F9B}"/>
              </a:ext>
            </a:extLst>
          </p:cNvPr>
          <p:cNvSpPr>
            <a:spLocks noGrp="1"/>
          </p:cNvSpPr>
          <p:nvPr>
            <p:ph type="title"/>
          </p:nvPr>
        </p:nvSpPr>
        <p:spPr>
          <a:xfrm>
            <a:off x="242477" y="-53443"/>
            <a:ext cx="11609159" cy="1247050"/>
          </a:xfrm>
        </p:spPr>
        <p:txBody>
          <a:bodyPr/>
          <a:lstStyle/>
          <a:p>
            <a:r>
              <a:rPr lang="en-US" sz="1800" b="1" noProof="0" dirty="0"/>
              <a:t>The Data Preprocessing Pipeline</a:t>
            </a:r>
            <a:endParaRPr lang="en-US" sz="1800" noProof="0" dirty="0"/>
          </a:p>
        </p:txBody>
      </p:sp>
      <p:sp>
        <p:nvSpPr>
          <p:cNvPr id="56" name="TextBox 55">
            <a:extLst>
              <a:ext uri="{FF2B5EF4-FFF2-40B4-BE49-F238E27FC236}">
                <a16:creationId xmlns:a16="http://schemas.microsoft.com/office/drawing/2014/main" id="{2AB2DB14-9C85-A8F9-8A61-F34254B26DD7}"/>
              </a:ext>
            </a:extLst>
          </p:cNvPr>
          <p:cNvSpPr txBox="1"/>
          <p:nvPr/>
        </p:nvSpPr>
        <p:spPr>
          <a:xfrm>
            <a:off x="242477" y="615186"/>
            <a:ext cx="6271666" cy="276999"/>
          </a:xfrm>
          <a:prstGeom prst="rect">
            <a:avLst/>
          </a:prstGeom>
          <a:noFill/>
        </p:spPr>
        <p:txBody>
          <a:bodyPr wrap="square">
            <a:spAutoFit/>
          </a:bodyPr>
          <a:lstStyle/>
          <a:p>
            <a:pPr marL="0" indent="0" algn="l">
              <a:buNone/>
            </a:pPr>
            <a:r>
              <a:rPr lang="en-US" sz="1200" b="1" noProof="0" dirty="0">
                <a:solidFill>
                  <a:srgbClr val="425A78"/>
                </a:solidFill>
              </a:rPr>
              <a:t>8 steps to transform raw data into KB-ready knowledge</a:t>
            </a:r>
          </a:p>
        </p:txBody>
      </p:sp>
      <p:sp>
        <p:nvSpPr>
          <p:cNvPr id="57" name="Text 3">
            <a:extLst>
              <a:ext uri="{FF2B5EF4-FFF2-40B4-BE49-F238E27FC236}">
                <a16:creationId xmlns:a16="http://schemas.microsoft.com/office/drawing/2014/main" id="{ADE89724-5BA8-720C-CE72-5C919BCF41AF}"/>
              </a:ext>
            </a:extLst>
          </p:cNvPr>
          <p:cNvSpPr/>
          <p:nvPr/>
        </p:nvSpPr>
        <p:spPr>
          <a:xfrm>
            <a:off x="340364" y="925138"/>
            <a:ext cx="8229600" cy="256032"/>
          </a:xfrm>
          <a:prstGeom prst="rect">
            <a:avLst/>
          </a:prstGeom>
          <a:noFill/>
          <a:ln/>
        </p:spPr>
        <p:txBody>
          <a:bodyPr wrap="square" lIns="0" tIns="0" rIns="0" bIns="0" rtlCol="0" anchor="ctr"/>
          <a:lstStyle/>
          <a:p>
            <a:pPr marL="0" indent="0" algn="l">
              <a:buNone/>
            </a:pPr>
            <a:r>
              <a:rPr lang="en-US" sz="1200" i="1" noProof="0" dirty="0">
                <a:solidFill>
                  <a:srgbClr val="64748B"/>
                </a:solidFill>
              </a:rPr>
              <a:t>Each step is deliberate — nothing is done at random</a:t>
            </a:r>
          </a:p>
        </p:txBody>
      </p:sp>
      <p:sp>
        <p:nvSpPr>
          <p:cNvPr id="58" name="Shape 4">
            <a:extLst>
              <a:ext uri="{FF2B5EF4-FFF2-40B4-BE49-F238E27FC236}">
                <a16:creationId xmlns:a16="http://schemas.microsoft.com/office/drawing/2014/main" id="{796E2ADA-249F-3220-3194-1E69A65678F9}"/>
              </a:ext>
            </a:extLst>
          </p:cNvPr>
          <p:cNvSpPr/>
          <p:nvPr/>
        </p:nvSpPr>
        <p:spPr>
          <a:xfrm>
            <a:off x="340364" y="1302803"/>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3" name="Shape 40">
            <a:extLst>
              <a:ext uri="{FF2B5EF4-FFF2-40B4-BE49-F238E27FC236}">
                <a16:creationId xmlns:a16="http://schemas.microsoft.com/office/drawing/2014/main" id="{35F5997F-6FD6-658B-5488-14A447F88D23}"/>
              </a:ext>
            </a:extLst>
          </p:cNvPr>
          <p:cNvSpPr/>
          <p:nvPr/>
        </p:nvSpPr>
        <p:spPr>
          <a:xfrm>
            <a:off x="5367532" y="4213776"/>
            <a:ext cx="4114800" cy="1810512"/>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4" name="Shape 41">
            <a:extLst>
              <a:ext uri="{FF2B5EF4-FFF2-40B4-BE49-F238E27FC236}">
                <a16:creationId xmlns:a16="http://schemas.microsoft.com/office/drawing/2014/main" id="{23BC43BA-2719-28DD-A6C9-8A3585BFF637}"/>
              </a:ext>
            </a:extLst>
          </p:cNvPr>
          <p:cNvSpPr/>
          <p:nvPr/>
        </p:nvSpPr>
        <p:spPr>
          <a:xfrm>
            <a:off x="5367532" y="4213776"/>
            <a:ext cx="64008" cy="1810512"/>
          </a:xfrm>
          <a:prstGeom prst="rect">
            <a:avLst/>
          </a:prstGeom>
          <a:solidFill>
            <a:srgbClr val="0D9488"/>
          </a:solidFill>
          <a:ln w="12700">
            <a:solidFill>
              <a:srgbClr val="000000"/>
            </a:solidFill>
            <a:prstDash val="solid"/>
          </a:ln>
        </p:spPr>
        <p:txBody>
          <a:bodyPr/>
          <a:lstStyle/>
          <a:p>
            <a:endParaRPr lang="en-US" noProof="0" dirty="0"/>
          </a:p>
        </p:txBody>
      </p:sp>
      <p:sp>
        <p:nvSpPr>
          <p:cNvPr id="28" name="Text 42">
            <a:extLst>
              <a:ext uri="{FF2B5EF4-FFF2-40B4-BE49-F238E27FC236}">
                <a16:creationId xmlns:a16="http://schemas.microsoft.com/office/drawing/2014/main" id="{4DEC55BC-E438-C1C5-8A6C-889B45A8BAEF}"/>
              </a:ext>
            </a:extLst>
          </p:cNvPr>
          <p:cNvSpPr/>
          <p:nvPr/>
        </p:nvSpPr>
        <p:spPr>
          <a:xfrm>
            <a:off x="5568700" y="4305216"/>
            <a:ext cx="3794760" cy="274320"/>
          </a:xfrm>
          <a:prstGeom prst="rect">
            <a:avLst/>
          </a:prstGeom>
          <a:noFill/>
          <a:ln/>
        </p:spPr>
        <p:txBody>
          <a:bodyPr wrap="square" lIns="0" tIns="0" rIns="0" bIns="0" rtlCol="0" anchor="ctr"/>
          <a:lstStyle/>
          <a:p>
            <a:pPr marL="0" indent="0">
              <a:buNone/>
            </a:pPr>
            <a:r>
              <a:rPr lang="en-US" sz="1050" b="1" noProof="0" dirty="0">
                <a:solidFill>
                  <a:srgbClr val="0D9488"/>
                </a:solidFill>
              </a:rPr>
              <a:t>❓ What is Enrichment</a:t>
            </a:r>
            <a:endParaRPr lang="en-US" sz="1050" noProof="0" dirty="0"/>
          </a:p>
        </p:txBody>
      </p:sp>
      <p:sp>
        <p:nvSpPr>
          <p:cNvPr id="52" name="Text 43">
            <a:extLst>
              <a:ext uri="{FF2B5EF4-FFF2-40B4-BE49-F238E27FC236}">
                <a16:creationId xmlns:a16="http://schemas.microsoft.com/office/drawing/2014/main" id="{650D1A0C-CD6B-84DF-7F68-FBEC5A40E23D}"/>
              </a:ext>
            </a:extLst>
          </p:cNvPr>
          <p:cNvSpPr/>
          <p:nvPr/>
        </p:nvSpPr>
        <p:spPr>
          <a:xfrm>
            <a:off x="5568700" y="4597824"/>
            <a:ext cx="3794760" cy="1280160"/>
          </a:xfrm>
          <a:prstGeom prst="rect">
            <a:avLst/>
          </a:prstGeom>
          <a:noFill/>
          <a:ln/>
        </p:spPr>
        <p:txBody>
          <a:bodyPr wrap="square" lIns="0" tIns="0" rIns="0" bIns="0" rtlCol="0" anchor="ctr"/>
          <a:lstStyle/>
          <a:p>
            <a:pPr marL="171450" indent="-171450">
              <a:lnSpc>
                <a:spcPct val="150000"/>
              </a:lnSpc>
              <a:buFont typeface="Arial" panose="020B0604020202020204" pitchFamily="34" charset="0"/>
              <a:buChar char="•"/>
            </a:pPr>
            <a:r>
              <a:rPr lang="en-US" sz="1000" b="1" noProof="0" dirty="0">
                <a:solidFill>
                  <a:srgbClr val="1B2A3B"/>
                </a:solidFill>
              </a:rPr>
              <a:t>Adds technical metadata: </a:t>
            </a:r>
            <a:r>
              <a:rPr lang="en-US" sz="1000" noProof="0" dirty="0">
                <a:solidFill>
                  <a:srgbClr val="1B2A3B"/>
                </a:solidFill>
              </a:rPr>
              <a:t>layer, severity, </a:t>
            </a:r>
            <a:r>
              <a:rPr lang="en-US" sz="1000" noProof="0" dirty="0" err="1">
                <a:solidFill>
                  <a:srgbClr val="1B2A3B"/>
                </a:solidFill>
              </a:rPr>
              <a:t>issue_kind</a:t>
            </a:r>
            <a:r>
              <a:rPr lang="en-US" sz="1000" noProof="0" dirty="0">
                <a:solidFill>
                  <a:srgbClr val="1B2A3B"/>
                </a:solidFill>
              </a:rPr>
              <a:t>, board, component, </a:t>
            </a:r>
            <a:r>
              <a:rPr lang="en-US" sz="1000" noProof="0" dirty="0" err="1">
                <a:solidFill>
                  <a:srgbClr val="1B2A3B"/>
                </a:solidFill>
              </a:rPr>
              <a:t>file_type</a:t>
            </a:r>
            <a:r>
              <a:rPr lang="en-US" sz="1000" noProof="0" dirty="0">
                <a:solidFill>
                  <a:srgbClr val="1B2A3B"/>
                </a:solidFill>
              </a:rPr>
              <a:t>, </a:t>
            </a:r>
            <a:r>
              <a:rPr lang="en-US" sz="1000" noProof="0" dirty="0" err="1">
                <a:solidFill>
                  <a:srgbClr val="1B2A3B"/>
                </a:solidFill>
              </a:rPr>
              <a:t>is_valid</a:t>
            </a:r>
            <a:r>
              <a:rPr lang="en-US" sz="1000" noProof="0" dirty="0">
                <a:solidFill>
                  <a:srgbClr val="1B2A3B"/>
                </a:solidFill>
              </a:rPr>
              <a:t>.</a:t>
            </a:r>
          </a:p>
          <a:p>
            <a:pPr marL="171450" indent="-171450">
              <a:lnSpc>
                <a:spcPct val="150000"/>
              </a:lnSpc>
              <a:buFont typeface="Arial" panose="020B0604020202020204" pitchFamily="34" charset="0"/>
              <a:buChar char="•"/>
            </a:pPr>
            <a:r>
              <a:rPr lang="en-US" sz="1000" noProof="0" dirty="0">
                <a:solidFill>
                  <a:srgbClr val="1B2A3B"/>
                </a:solidFill>
              </a:rPr>
              <a:t>Converts clean content into </a:t>
            </a:r>
            <a:r>
              <a:rPr lang="en-US" sz="1000" b="1" noProof="0" dirty="0">
                <a:solidFill>
                  <a:srgbClr val="1B2A3B"/>
                </a:solidFill>
              </a:rPr>
              <a:t>structured V2 documents</a:t>
            </a:r>
            <a:endParaRPr lang="en-US" sz="1000" noProof="0" dirty="0">
              <a:solidFill>
                <a:srgbClr val="1B2A3B"/>
              </a:solidFill>
            </a:endParaRPr>
          </a:p>
          <a:p>
            <a:pPr marL="171450" indent="-171450">
              <a:lnSpc>
                <a:spcPct val="150000"/>
              </a:lnSpc>
              <a:buFont typeface="Arial" panose="020B0604020202020204" pitchFamily="34" charset="0"/>
              <a:buChar char="•"/>
            </a:pPr>
            <a:r>
              <a:rPr lang="en-US" sz="1000" noProof="0" dirty="0">
                <a:solidFill>
                  <a:srgbClr val="1B2A3B"/>
                </a:solidFill>
              </a:rPr>
              <a:t>Creates features of </a:t>
            </a:r>
            <a:r>
              <a:rPr lang="en-US" sz="1000" b="1" noProof="0" dirty="0">
                <a:solidFill>
                  <a:srgbClr val="1B2A3B"/>
                </a:solidFill>
              </a:rPr>
              <a:t>f</a:t>
            </a:r>
            <a:r>
              <a:rPr lang="en-US" sz="1000" b="1" noProof="0" dirty="0"/>
              <a:t>iltering</a:t>
            </a:r>
            <a:r>
              <a:rPr lang="en-US" sz="1000" noProof="0" dirty="0">
                <a:solidFill>
                  <a:srgbClr val="1B2A3B"/>
                </a:solidFill>
              </a:rPr>
              <a:t> and </a:t>
            </a:r>
            <a:r>
              <a:rPr lang="en-US" sz="1000" b="1" noProof="0" dirty="0">
                <a:solidFill>
                  <a:srgbClr val="1B2A3B"/>
                </a:solidFill>
              </a:rPr>
              <a:t>ranking </a:t>
            </a:r>
            <a:r>
              <a:rPr lang="en-US" sz="1000" noProof="0" dirty="0">
                <a:solidFill>
                  <a:srgbClr val="1B2A3B"/>
                </a:solidFill>
              </a:rPr>
              <a:t>for information </a:t>
            </a:r>
            <a:r>
              <a:rPr lang="en-US" sz="1000" b="1" noProof="0" dirty="0">
                <a:solidFill>
                  <a:srgbClr val="1B2A3B"/>
                </a:solidFill>
              </a:rPr>
              <a:t>retrieval.</a:t>
            </a:r>
            <a:endParaRPr lang="en-US" sz="1000" noProof="0" dirty="0"/>
          </a:p>
        </p:txBody>
      </p:sp>
      <p:pic>
        <p:nvPicPr>
          <p:cNvPr id="54" name="Graphic 53" descr="Back outline">
            <a:extLst>
              <a:ext uri="{FF2B5EF4-FFF2-40B4-BE49-F238E27FC236}">
                <a16:creationId xmlns:a16="http://schemas.microsoft.com/office/drawing/2014/main" id="{0463B9D2-46A9-732E-AE55-237C9C495A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V="1">
            <a:off x="3520885" y="4213776"/>
            <a:ext cx="1481109" cy="1481109"/>
          </a:xfrm>
          <a:prstGeom prst="rect">
            <a:avLst/>
          </a:prstGeom>
        </p:spPr>
      </p:pic>
      <p:sp>
        <p:nvSpPr>
          <p:cNvPr id="53" name="Shape 5">
            <a:extLst>
              <a:ext uri="{FF2B5EF4-FFF2-40B4-BE49-F238E27FC236}">
                <a16:creationId xmlns:a16="http://schemas.microsoft.com/office/drawing/2014/main" id="{A8F74C4A-430C-CAF5-77A4-9205B4D44F33}"/>
              </a:ext>
            </a:extLst>
          </p:cNvPr>
          <p:cNvSpPr/>
          <p:nvPr/>
        </p:nvSpPr>
        <p:spPr>
          <a:xfrm>
            <a:off x="78775" y="1911930"/>
            <a:ext cx="1304782" cy="1981142"/>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55" name="Shape 6">
            <a:extLst>
              <a:ext uri="{FF2B5EF4-FFF2-40B4-BE49-F238E27FC236}">
                <a16:creationId xmlns:a16="http://schemas.microsoft.com/office/drawing/2014/main" id="{BC05F46F-151F-F0C4-A68C-2CB14DB4B6A0}"/>
              </a:ext>
            </a:extLst>
          </p:cNvPr>
          <p:cNvSpPr/>
          <p:nvPr/>
        </p:nvSpPr>
        <p:spPr>
          <a:xfrm>
            <a:off x="78775" y="1911930"/>
            <a:ext cx="1294372" cy="438912"/>
          </a:xfrm>
          <a:prstGeom prst="rect">
            <a:avLst/>
          </a:prstGeom>
          <a:noFill/>
          <a:ln w="12700">
            <a:solidFill>
              <a:srgbClr val="000000"/>
            </a:solidFill>
            <a:prstDash val="solid"/>
          </a:ln>
        </p:spPr>
        <p:txBody>
          <a:bodyPr/>
          <a:lstStyle/>
          <a:p>
            <a:endParaRPr lang="en-US" noProof="0" dirty="0"/>
          </a:p>
        </p:txBody>
      </p:sp>
      <p:sp>
        <p:nvSpPr>
          <p:cNvPr id="59" name="Text 7">
            <a:extLst>
              <a:ext uri="{FF2B5EF4-FFF2-40B4-BE49-F238E27FC236}">
                <a16:creationId xmlns:a16="http://schemas.microsoft.com/office/drawing/2014/main" id="{CDE73341-B076-6E27-A94C-27E0A30E8D1A}"/>
              </a:ext>
            </a:extLst>
          </p:cNvPr>
          <p:cNvSpPr/>
          <p:nvPr/>
        </p:nvSpPr>
        <p:spPr>
          <a:xfrm>
            <a:off x="78775" y="1911930"/>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1</a:t>
            </a:r>
            <a:endParaRPr lang="en-US" sz="1400" noProof="0" dirty="0">
              <a:solidFill>
                <a:srgbClr val="0D9488"/>
              </a:solidFill>
            </a:endParaRPr>
          </a:p>
        </p:txBody>
      </p:sp>
      <p:pic>
        <p:nvPicPr>
          <p:cNvPr id="60" name="Image 0" descr="preencoded.png">
            <a:extLst>
              <a:ext uri="{FF2B5EF4-FFF2-40B4-BE49-F238E27FC236}">
                <a16:creationId xmlns:a16="http://schemas.microsoft.com/office/drawing/2014/main" id="{FE18E62B-1654-E079-127A-F241DB08AF25}"/>
              </a:ext>
            </a:extLst>
          </p:cNvPr>
          <p:cNvPicPr>
            <a:picLocks noChangeAspect="1"/>
          </p:cNvPicPr>
          <p:nvPr/>
        </p:nvPicPr>
        <p:blipFill>
          <a:blip r:embed="rId4"/>
          <a:stretch>
            <a:fillRect/>
          </a:stretch>
        </p:blipFill>
        <p:spPr>
          <a:xfrm>
            <a:off x="631987" y="1980273"/>
            <a:ext cx="329184" cy="329184"/>
          </a:xfrm>
          <a:prstGeom prst="rect">
            <a:avLst/>
          </a:prstGeom>
        </p:spPr>
      </p:pic>
      <p:sp>
        <p:nvSpPr>
          <p:cNvPr id="61" name="Text 8">
            <a:extLst>
              <a:ext uri="{FF2B5EF4-FFF2-40B4-BE49-F238E27FC236}">
                <a16:creationId xmlns:a16="http://schemas.microsoft.com/office/drawing/2014/main" id="{2776A1AB-9753-99A6-B080-881A3971A1F4}"/>
              </a:ext>
            </a:extLst>
          </p:cNvPr>
          <p:cNvSpPr/>
          <p:nvPr/>
        </p:nvSpPr>
        <p:spPr>
          <a:xfrm>
            <a:off x="284515" y="2428469"/>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Ingestion</a:t>
            </a:r>
            <a:endParaRPr lang="en-US" sz="1050" noProof="0" dirty="0"/>
          </a:p>
        </p:txBody>
      </p:sp>
      <p:sp>
        <p:nvSpPr>
          <p:cNvPr id="62" name="Text 9">
            <a:extLst>
              <a:ext uri="{FF2B5EF4-FFF2-40B4-BE49-F238E27FC236}">
                <a16:creationId xmlns:a16="http://schemas.microsoft.com/office/drawing/2014/main" id="{09862CD1-436A-68A0-76CB-7072CAD96D3B}"/>
              </a:ext>
            </a:extLst>
          </p:cNvPr>
          <p:cNvSpPr/>
          <p:nvPr/>
        </p:nvSpPr>
        <p:spPr>
          <a:xfrm>
            <a:off x="242477" y="2880338"/>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Download raw data</a:t>
            </a:r>
            <a:endParaRPr lang="en-US" sz="1000" noProof="0" dirty="0"/>
          </a:p>
          <a:p>
            <a:pPr marL="0" indent="0" algn="ctr">
              <a:buNone/>
            </a:pPr>
            <a:r>
              <a:rPr lang="en-US" sz="1000" noProof="0" dirty="0">
                <a:solidFill>
                  <a:srgbClr val="64748B"/>
                </a:solidFill>
              </a:rPr>
              <a:t>from GitHub</a:t>
            </a:r>
            <a:endParaRPr lang="en-US" sz="1000" noProof="0" dirty="0"/>
          </a:p>
        </p:txBody>
      </p:sp>
      <p:pic>
        <p:nvPicPr>
          <p:cNvPr id="63" name="Image 1" descr="preencoded.png">
            <a:extLst>
              <a:ext uri="{FF2B5EF4-FFF2-40B4-BE49-F238E27FC236}">
                <a16:creationId xmlns:a16="http://schemas.microsoft.com/office/drawing/2014/main" id="{23A12CBB-2033-7E06-6FE3-AEE0B2DCEC3C}"/>
              </a:ext>
            </a:extLst>
          </p:cNvPr>
          <p:cNvPicPr>
            <a:picLocks noChangeAspect="1"/>
          </p:cNvPicPr>
          <p:nvPr/>
        </p:nvPicPr>
        <p:blipFill>
          <a:blip r:embed="rId5"/>
          <a:stretch>
            <a:fillRect/>
          </a:stretch>
        </p:blipFill>
        <p:spPr>
          <a:xfrm>
            <a:off x="1538917" y="2952203"/>
            <a:ext cx="237744" cy="237744"/>
          </a:xfrm>
          <a:prstGeom prst="rect">
            <a:avLst/>
          </a:prstGeom>
        </p:spPr>
      </p:pic>
      <p:pic>
        <p:nvPicPr>
          <p:cNvPr id="64" name="Image 3" descr="preencoded.png">
            <a:extLst>
              <a:ext uri="{FF2B5EF4-FFF2-40B4-BE49-F238E27FC236}">
                <a16:creationId xmlns:a16="http://schemas.microsoft.com/office/drawing/2014/main" id="{48CBB1EE-3595-657F-DF4D-E43A745E0597}"/>
              </a:ext>
            </a:extLst>
          </p:cNvPr>
          <p:cNvPicPr>
            <a:picLocks noChangeAspect="1"/>
          </p:cNvPicPr>
          <p:nvPr/>
        </p:nvPicPr>
        <p:blipFill>
          <a:blip r:embed="rId5"/>
          <a:stretch>
            <a:fillRect/>
          </a:stretch>
        </p:blipFill>
        <p:spPr>
          <a:xfrm>
            <a:off x="3027746" y="2940628"/>
            <a:ext cx="237744" cy="237744"/>
          </a:xfrm>
          <a:prstGeom prst="rect">
            <a:avLst/>
          </a:prstGeom>
        </p:spPr>
      </p:pic>
      <p:sp>
        <p:nvSpPr>
          <p:cNvPr id="65" name="Shape 15">
            <a:extLst>
              <a:ext uri="{FF2B5EF4-FFF2-40B4-BE49-F238E27FC236}">
                <a16:creationId xmlns:a16="http://schemas.microsoft.com/office/drawing/2014/main" id="{2636F282-CB53-461F-ECE6-7607DA08055F}"/>
              </a:ext>
            </a:extLst>
          </p:cNvPr>
          <p:cNvSpPr/>
          <p:nvPr/>
        </p:nvSpPr>
        <p:spPr>
          <a:xfrm>
            <a:off x="3057790" y="1907356"/>
            <a:ext cx="1406728" cy="1981141"/>
          </a:xfrm>
          <a:prstGeom prst="rect">
            <a:avLst/>
          </a:prstGeom>
          <a:solidFill>
            <a:srgbClr val="FFFFFF"/>
          </a:solidFill>
          <a:ln w="9525">
            <a:solidFill>
              <a:srgbClr val="C0000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66" name="Shape 16">
            <a:extLst>
              <a:ext uri="{FF2B5EF4-FFF2-40B4-BE49-F238E27FC236}">
                <a16:creationId xmlns:a16="http://schemas.microsoft.com/office/drawing/2014/main" id="{BCED4B9C-5296-2FC8-1CCE-CBE81EBF8C4F}"/>
              </a:ext>
            </a:extLst>
          </p:cNvPr>
          <p:cNvSpPr/>
          <p:nvPr/>
        </p:nvSpPr>
        <p:spPr>
          <a:xfrm>
            <a:off x="3063655" y="1917937"/>
            <a:ext cx="1410616" cy="438912"/>
          </a:xfrm>
          <a:prstGeom prst="rect">
            <a:avLst/>
          </a:prstGeom>
          <a:noFill/>
          <a:ln w="12700">
            <a:solidFill>
              <a:srgbClr val="C00000"/>
            </a:solidFill>
            <a:prstDash val="solid"/>
          </a:ln>
        </p:spPr>
        <p:txBody>
          <a:bodyPr/>
          <a:lstStyle/>
          <a:p>
            <a:endParaRPr lang="en-US" noProof="0" dirty="0"/>
          </a:p>
        </p:txBody>
      </p:sp>
      <p:sp>
        <p:nvSpPr>
          <p:cNvPr id="67" name="Text 17">
            <a:extLst>
              <a:ext uri="{FF2B5EF4-FFF2-40B4-BE49-F238E27FC236}">
                <a16:creationId xmlns:a16="http://schemas.microsoft.com/office/drawing/2014/main" id="{411DC018-F007-748D-8690-35DA890CF1F1}"/>
              </a:ext>
            </a:extLst>
          </p:cNvPr>
          <p:cNvSpPr/>
          <p:nvPr/>
        </p:nvSpPr>
        <p:spPr>
          <a:xfrm>
            <a:off x="3128330" y="1907356"/>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3</a:t>
            </a:r>
            <a:endParaRPr lang="en-US" sz="1400" noProof="0" dirty="0">
              <a:solidFill>
                <a:srgbClr val="0D9488"/>
              </a:solidFill>
            </a:endParaRPr>
          </a:p>
        </p:txBody>
      </p:sp>
      <p:pic>
        <p:nvPicPr>
          <p:cNvPr id="68" name="Image 4" descr="preencoded.png">
            <a:extLst>
              <a:ext uri="{FF2B5EF4-FFF2-40B4-BE49-F238E27FC236}">
                <a16:creationId xmlns:a16="http://schemas.microsoft.com/office/drawing/2014/main" id="{5B134E1B-E74C-3DDA-3BF2-D67A611F37E0}"/>
              </a:ext>
            </a:extLst>
          </p:cNvPr>
          <p:cNvPicPr>
            <a:picLocks noChangeAspect="1"/>
          </p:cNvPicPr>
          <p:nvPr/>
        </p:nvPicPr>
        <p:blipFill>
          <a:blip r:embed="rId6"/>
          <a:stretch>
            <a:fillRect/>
          </a:stretch>
        </p:blipFill>
        <p:spPr>
          <a:xfrm>
            <a:off x="3663252" y="1984590"/>
            <a:ext cx="329184" cy="329184"/>
          </a:xfrm>
          <a:prstGeom prst="rect">
            <a:avLst/>
          </a:prstGeom>
        </p:spPr>
      </p:pic>
      <p:sp>
        <p:nvSpPr>
          <p:cNvPr id="69" name="Text 18">
            <a:extLst>
              <a:ext uri="{FF2B5EF4-FFF2-40B4-BE49-F238E27FC236}">
                <a16:creationId xmlns:a16="http://schemas.microsoft.com/office/drawing/2014/main" id="{91EB5982-49D5-0580-3DA3-AEC54B4CF034}"/>
              </a:ext>
            </a:extLst>
          </p:cNvPr>
          <p:cNvSpPr/>
          <p:nvPr/>
        </p:nvSpPr>
        <p:spPr>
          <a:xfrm>
            <a:off x="3139842" y="2555026"/>
            <a:ext cx="1296898"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Enrichment</a:t>
            </a:r>
          </a:p>
          <a:p>
            <a:pPr marL="0" indent="0" algn="ctr">
              <a:buNone/>
            </a:pPr>
            <a:r>
              <a:rPr lang="en-US" sz="900" b="1" noProof="0" dirty="0">
                <a:solidFill>
                  <a:srgbClr val="0D9488"/>
                </a:solidFill>
              </a:rPr>
              <a:t>(Feature</a:t>
            </a:r>
          </a:p>
          <a:p>
            <a:pPr marL="0" indent="0" algn="ctr">
              <a:buNone/>
            </a:pPr>
            <a:r>
              <a:rPr lang="en-US" sz="900" b="1" noProof="0" dirty="0">
                <a:solidFill>
                  <a:srgbClr val="0D9488"/>
                </a:solidFill>
              </a:rPr>
              <a:t>Engineering)</a:t>
            </a:r>
          </a:p>
        </p:txBody>
      </p:sp>
      <p:sp>
        <p:nvSpPr>
          <p:cNvPr id="70" name="Text 19">
            <a:extLst>
              <a:ext uri="{FF2B5EF4-FFF2-40B4-BE49-F238E27FC236}">
                <a16:creationId xmlns:a16="http://schemas.microsoft.com/office/drawing/2014/main" id="{33EB64D7-CDE1-A7B3-DE6C-6D85F4C64916}"/>
              </a:ext>
            </a:extLst>
          </p:cNvPr>
          <p:cNvSpPr/>
          <p:nvPr/>
        </p:nvSpPr>
        <p:spPr>
          <a:xfrm>
            <a:off x="3227278" y="2962144"/>
            <a:ext cx="1122027"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Add board, component, layer, severity, </a:t>
            </a:r>
            <a:r>
              <a:rPr lang="en-US" sz="1000" noProof="0" dirty="0" err="1">
                <a:solidFill>
                  <a:srgbClr val="64748B"/>
                </a:solidFill>
              </a:rPr>
              <a:t>issue_kind</a:t>
            </a:r>
            <a:r>
              <a:rPr lang="en-US" sz="1000" noProof="0" dirty="0">
                <a:solidFill>
                  <a:srgbClr val="64748B"/>
                </a:solidFill>
              </a:rPr>
              <a:t>, </a:t>
            </a:r>
            <a:r>
              <a:rPr lang="en-US" sz="1000" noProof="0" dirty="0" err="1">
                <a:solidFill>
                  <a:srgbClr val="64748B"/>
                </a:solidFill>
              </a:rPr>
              <a:t>is_valid</a:t>
            </a:r>
            <a:endParaRPr lang="en-US" sz="1000" noProof="0" dirty="0">
              <a:solidFill>
                <a:srgbClr val="64748B"/>
              </a:solidFill>
            </a:endParaRPr>
          </a:p>
        </p:txBody>
      </p:sp>
      <p:pic>
        <p:nvPicPr>
          <p:cNvPr id="71" name="Image 5" descr="preencoded.png">
            <a:extLst>
              <a:ext uri="{FF2B5EF4-FFF2-40B4-BE49-F238E27FC236}">
                <a16:creationId xmlns:a16="http://schemas.microsoft.com/office/drawing/2014/main" id="{A0047280-8BC5-D3EE-5680-FA146FCA51D8}"/>
              </a:ext>
            </a:extLst>
          </p:cNvPr>
          <p:cNvPicPr>
            <a:picLocks noChangeAspect="1"/>
          </p:cNvPicPr>
          <p:nvPr/>
        </p:nvPicPr>
        <p:blipFill>
          <a:blip r:embed="rId5"/>
          <a:stretch>
            <a:fillRect/>
          </a:stretch>
        </p:blipFill>
        <p:spPr>
          <a:xfrm>
            <a:off x="4572226" y="2935808"/>
            <a:ext cx="237744" cy="237744"/>
          </a:xfrm>
          <a:prstGeom prst="rect">
            <a:avLst/>
          </a:prstGeom>
        </p:spPr>
      </p:pic>
      <p:sp>
        <p:nvSpPr>
          <p:cNvPr id="72" name="Shape 20">
            <a:extLst>
              <a:ext uri="{FF2B5EF4-FFF2-40B4-BE49-F238E27FC236}">
                <a16:creationId xmlns:a16="http://schemas.microsoft.com/office/drawing/2014/main" id="{4FD3566B-E8C3-EF33-8018-CAC0C4ECA35D}"/>
              </a:ext>
            </a:extLst>
          </p:cNvPr>
          <p:cNvSpPr/>
          <p:nvPr/>
        </p:nvSpPr>
        <p:spPr>
          <a:xfrm>
            <a:off x="4659355" y="1917937"/>
            <a:ext cx="1397438" cy="1981141"/>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73" name="Shape 21">
            <a:extLst>
              <a:ext uri="{FF2B5EF4-FFF2-40B4-BE49-F238E27FC236}">
                <a16:creationId xmlns:a16="http://schemas.microsoft.com/office/drawing/2014/main" id="{C7FE758D-5D88-F082-7B6C-B15F94D173B6}"/>
              </a:ext>
            </a:extLst>
          </p:cNvPr>
          <p:cNvSpPr/>
          <p:nvPr/>
        </p:nvSpPr>
        <p:spPr>
          <a:xfrm>
            <a:off x="4672810" y="1902536"/>
            <a:ext cx="1406728" cy="438912"/>
          </a:xfrm>
          <a:prstGeom prst="rect">
            <a:avLst/>
          </a:prstGeom>
          <a:noFill/>
          <a:ln w="12700">
            <a:solidFill>
              <a:srgbClr val="000000"/>
            </a:solidFill>
            <a:prstDash val="solid"/>
          </a:ln>
        </p:spPr>
        <p:txBody>
          <a:bodyPr/>
          <a:lstStyle/>
          <a:p>
            <a:endParaRPr lang="en-US" noProof="0" dirty="0"/>
          </a:p>
        </p:txBody>
      </p:sp>
      <p:sp>
        <p:nvSpPr>
          <p:cNvPr id="74" name="Text 22">
            <a:extLst>
              <a:ext uri="{FF2B5EF4-FFF2-40B4-BE49-F238E27FC236}">
                <a16:creationId xmlns:a16="http://schemas.microsoft.com/office/drawing/2014/main" id="{AB71CC1F-C2E0-5951-A596-05B650AAFED7}"/>
              </a:ext>
            </a:extLst>
          </p:cNvPr>
          <p:cNvSpPr/>
          <p:nvPr/>
        </p:nvSpPr>
        <p:spPr>
          <a:xfrm>
            <a:off x="4672810" y="1902536"/>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4</a:t>
            </a:r>
            <a:endParaRPr lang="en-US" sz="1400" noProof="0" dirty="0">
              <a:solidFill>
                <a:srgbClr val="0D9488"/>
              </a:solidFill>
            </a:endParaRPr>
          </a:p>
        </p:txBody>
      </p:sp>
      <p:sp>
        <p:nvSpPr>
          <p:cNvPr id="75" name="Text 23">
            <a:extLst>
              <a:ext uri="{FF2B5EF4-FFF2-40B4-BE49-F238E27FC236}">
                <a16:creationId xmlns:a16="http://schemas.microsoft.com/office/drawing/2014/main" id="{E331599C-14A5-BD42-7344-ACA1F0BB86D0}"/>
              </a:ext>
            </a:extLst>
          </p:cNvPr>
          <p:cNvSpPr/>
          <p:nvPr/>
        </p:nvSpPr>
        <p:spPr>
          <a:xfrm>
            <a:off x="4859128" y="2426060"/>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Similarity</a:t>
            </a:r>
            <a:endParaRPr lang="en-US" sz="1050" noProof="0" dirty="0"/>
          </a:p>
        </p:txBody>
      </p:sp>
      <p:sp>
        <p:nvSpPr>
          <p:cNvPr id="76" name="Text 24">
            <a:extLst>
              <a:ext uri="{FF2B5EF4-FFF2-40B4-BE49-F238E27FC236}">
                <a16:creationId xmlns:a16="http://schemas.microsoft.com/office/drawing/2014/main" id="{90BE242D-8B18-122E-B5D6-FFBF8AF536DF}"/>
              </a:ext>
            </a:extLst>
          </p:cNvPr>
          <p:cNvSpPr/>
          <p:nvPr/>
        </p:nvSpPr>
        <p:spPr>
          <a:xfrm>
            <a:off x="4868609" y="2803280"/>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Link related issues</a:t>
            </a:r>
            <a:endParaRPr lang="en-US" sz="1000" noProof="0" dirty="0"/>
          </a:p>
          <a:p>
            <a:pPr marL="0" indent="0" algn="ctr">
              <a:buNone/>
            </a:pPr>
            <a:r>
              <a:rPr lang="en-US" sz="1000" noProof="0" dirty="0">
                <a:solidFill>
                  <a:srgbClr val="64748B"/>
                </a:solidFill>
              </a:rPr>
              <a:t>describing the same bug</a:t>
            </a:r>
            <a:endParaRPr lang="en-US" sz="1000" noProof="0" dirty="0"/>
          </a:p>
        </p:txBody>
      </p:sp>
      <p:pic>
        <p:nvPicPr>
          <p:cNvPr id="77" name="Image 7" descr="preencoded.png">
            <a:extLst>
              <a:ext uri="{FF2B5EF4-FFF2-40B4-BE49-F238E27FC236}">
                <a16:creationId xmlns:a16="http://schemas.microsoft.com/office/drawing/2014/main" id="{D636CF6A-32E1-D21B-D049-E2CB3295A2CE}"/>
              </a:ext>
            </a:extLst>
          </p:cNvPr>
          <p:cNvPicPr>
            <a:picLocks noChangeAspect="1"/>
          </p:cNvPicPr>
          <p:nvPr/>
        </p:nvPicPr>
        <p:blipFill>
          <a:blip r:embed="rId5"/>
          <a:stretch>
            <a:fillRect/>
          </a:stretch>
        </p:blipFill>
        <p:spPr>
          <a:xfrm>
            <a:off x="9688869" y="2051597"/>
            <a:ext cx="237744" cy="237744"/>
          </a:xfrm>
          <a:prstGeom prst="rect">
            <a:avLst/>
          </a:prstGeom>
        </p:spPr>
      </p:pic>
      <p:sp>
        <p:nvSpPr>
          <p:cNvPr id="78" name="Shape 25">
            <a:extLst>
              <a:ext uri="{FF2B5EF4-FFF2-40B4-BE49-F238E27FC236}">
                <a16:creationId xmlns:a16="http://schemas.microsoft.com/office/drawing/2014/main" id="{3A7710E7-0EF9-53E1-AFE7-5F4542FCA202}"/>
              </a:ext>
            </a:extLst>
          </p:cNvPr>
          <p:cNvSpPr/>
          <p:nvPr/>
        </p:nvSpPr>
        <p:spPr>
          <a:xfrm>
            <a:off x="7775728" y="1917938"/>
            <a:ext cx="1397438" cy="1981140"/>
          </a:xfrm>
          <a:prstGeom prst="rect">
            <a:avLst/>
          </a:prstGeom>
          <a:solidFill>
            <a:srgbClr val="FFFFFF"/>
          </a:solidFill>
          <a:ln w="9525">
            <a:no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79" name="Shape 26">
            <a:extLst>
              <a:ext uri="{FF2B5EF4-FFF2-40B4-BE49-F238E27FC236}">
                <a16:creationId xmlns:a16="http://schemas.microsoft.com/office/drawing/2014/main" id="{FD402D54-756C-F7C5-459D-F1771296C60E}"/>
              </a:ext>
            </a:extLst>
          </p:cNvPr>
          <p:cNvSpPr/>
          <p:nvPr/>
        </p:nvSpPr>
        <p:spPr>
          <a:xfrm>
            <a:off x="7773138" y="1909324"/>
            <a:ext cx="1397438" cy="438912"/>
          </a:xfrm>
          <a:prstGeom prst="rect">
            <a:avLst/>
          </a:prstGeom>
          <a:noFill/>
          <a:ln w="12700">
            <a:solidFill>
              <a:schemeClr val="tx1"/>
            </a:solidFill>
            <a:prstDash val="solid"/>
          </a:ln>
        </p:spPr>
        <p:txBody>
          <a:bodyPr/>
          <a:lstStyle/>
          <a:p>
            <a:endParaRPr lang="en-US" noProof="0" dirty="0"/>
          </a:p>
        </p:txBody>
      </p:sp>
      <p:sp>
        <p:nvSpPr>
          <p:cNvPr id="80" name="Text 27">
            <a:extLst>
              <a:ext uri="{FF2B5EF4-FFF2-40B4-BE49-F238E27FC236}">
                <a16:creationId xmlns:a16="http://schemas.microsoft.com/office/drawing/2014/main" id="{421E6F33-8584-7066-5926-180FED60C4D5}"/>
              </a:ext>
            </a:extLst>
          </p:cNvPr>
          <p:cNvSpPr/>
          <p:nvPr/>
        </p:nvSpPr>
        <p:spPr>
          <a:xfrm>
            <a:off x="7826817" y="1902294"/>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6</a:t>
            </a:r>
            <a:endParaRPr lang="en-US" sz="1400" noProof="0" dirty="0">
              <a:solidFill>
                <a:srgbClr val="0D9488"/>
              </a:solidFill>
            </a:endParaRPr>
          </a:p>
        </p:txBody>
      </p:sp>
      <p:pic>
        <p:nvPicPr>
          <p:cNvPr id="82" name="Image 8" descr="preencoded.png">
            <a:extLst>
              <a:ext uri="{FF2B5EF4-FFF2-40B4-BE49-F238E27FC236}">
                <a16:creationId xmlns:a16="http://schemas.microsoft.com/office/drawing/2014/main" id="{E3EA4351-F654-14B2-1401-31B35A5FF788}"/>
              </a:ext>
            </a:extLst>
          </p:cNvPr>
          <p:cNvPicPr>
            <a:picLocks noChangeAspect="1"/>
          </p:cNvPicPr>
          <p:nvPr/>
        </p:nvPicPr>
        <p:blipFill>
          <a:blip r:embed="rId7"/>
          <a:stretch>
            <a:fillRect/>
          </a:stretch>
        </p:blipFill>
        <p:spPr>
          <a:xfrm>
            <a:off x="8399763" y="1998795"/>
            <a:ext cx="256032" cy="256032"/>
          </a:xfrm>
          <a:prstGeom prst="rect">
            <a:avLst/>
          </a:prstGeom>
        </p:spPr>
      </p:pic>
      <p:sp>
        <p:nvSpPr>
          <p:cNvPr id="83" name="Text 28">
            <a:extLst>
              <a:ext uri="{FF2B5EF4-FFF2-40B4-BE49-F238E27FC236}">
                <a16:creationId xmlns:a16="http://schemas.microsoft.com/office/drawing/2014/main" id="{41A0475B-7D0E-9D45-26A3-5432379C6F75}"/>
              </a:ext>
            </a:extLst>
          </p:cNvPr>
          <p:cNvSpPr/>
          <p:nvPr/>
        </p:nvSpPr>
        <p:spPr>
          <a:xfrm>
            <a:off x="8020872" y="2433179"/>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Chunking</a:t>
            </a:r>
            <a:endParaRPr lang="en-US" sz="1050" noProof="0" dirty="0"/>
          </a:p>
        </p:txBody>
      </p:sp>
      <p:sp>
        <p:nvSpPr>
          <p:cNvPr id="84" name="Text 29">
            <a:extLst>
              <a:ext uri="{FF2B5EF4-FFF2-40B4-BE49-F238E27FC236}">
                <a16:creationId xmlns:a16="http://schemas.microsoft.com/office/drawing/2014/main" id="{52E50777-270A-B66D-18D7-AC5E0D03E4C1}"/>
              </a:ext>
            </a:extLst>
          </p:cNvPr>
          <p:cNvSpPr/>
          <p:nvPr/>
        </p:nvSpPr>
        <p:spPr>
          <a:xfrm>
            <a:off x="8009697" y="2758367"/>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Split into chunks</a:t>
            </a:r>
            <a:endParaRPr lang="en-US" sz="1000" noProof="0" dirty="0"/>
          </a:p>
          <a:p>
            <a:pPr marL="0" indent="0" algn="ctr">
              <a:buNone/>
            </a:pPr>
            <a:r>
              <a:rPr lang="en-US" sz="1000" noProof="0" dirty="0">
                <a:solidFill>
                  <a:srgbClr val="64748B"/>
                </a:solidFill>
              </a:rPr>
              <a:t>for the evaluation</a:t>
            </a:r>
            <a:endParaRPr lang="en-US" sz="1000" noProof="0" dirty="0"/>
          </a:p>
        </p:txBody>
      </p:sp>
      <p:pic>
        <p:nvPicPr>
          <p:cNvPr id="86" name="Image 9" descr="preencoded.png">
            <a:extLst>
              <a:ext uri="{FF2B5EF4-FFF2-40B4-BE49-F238E27FC236}">
                <a16:creationId xmlns:a16="http://schemas.microsoft.com/office/drawing/2014/main" id="{D93BD149-DB4A-47EE-92A7-640F47E51B8B}"/>
              </a:ext>
            </a:extLst>
          </p:cNvPr>
          <p:cNvPicPr>
            <a:picLocks noChangeAspect="1"/>
          </p:cNvPicPr>
          <p:nvPr/>
        </p:nvPicPr>
        <p:blipFill>
          <a:blip r:embed="rId5"/>
          <a:stretch>
            <a:fillRect/>
          </a:stretch>
        </p:blipFill>
        <p:spPr>
          <a:xfrm>
            <a:off x="9244588" y="2956387"/>
            <a:ext cx="237744" cy="237744"/>
          </a:xfrm>
          <a:prstGeom prst="rect">
            <a:avLst/>
          </a:prstGeom>
        </p:spPr>
      </p:pic>
      <p:sp>
        <p:nvSpPr>
          <p:cNvPr id="87" name="Shape 30">
            <a:extLst>
              <a:ext uri="{FF2B5EF4-FFF2-40B4-BE49-F238E27FC236}">
                <a16:creationId xmlns:a16="http://schemas.microsoft.com/office/drawing/2014/main" id="{32F7B2E4-F655-E41B-CCAD-856295622048}"/>
              </a:ext>
            </a:extLst>
          </p:cNvPr>
          <p:cNvSpPr/>
          <p:nvPr/>
        </p:nvSpPr>
        <p:spPr>
          <a:xfrm>
            <a:off x="9345172" y="1923114"/>
            <a:ext cx="1383932" cy="1981139"/>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88" name="Shape 31">
            <a:extLst>
              <a:ext uri="{FF2B5EF4-FFF2-40B4-BE49-F238E27FC236}">
                <a16:creationId xmlns:a16="http://schemas.microsoft.com/office/drawing/2014/main" id="{FFEF4D7C-8EA5-9909-58F9-1DB6D8320403}"/>
              </a:ext>
            </a:extLst>
          </p:cNvPr>
          <p:cNvSpPr/>
          <p:nvPr/>
        </p:nvSpPr>
        <p:spPr>
          <a:xfrm>
            <a:off x="9345172" y="1923115"/>
            <a:ext cx="1397438" cy="438912"/>
          </a:xfrm>
          <a:prstGeom prst="rect">
            <a:avLst/>
          </a:prstGeom>
          <a:noFill/>
          <a:ln w="12700">
            <a:solidFill>
              <a:srgbClr val="000000"/>
            </a:solidFill>
            <a:prstDash val="solid"/>
          </a:ln>
        </p:spPr>
        <p:txBody>
          <a:bodyPr/>
          <a:lstStyle/>
          <a:p>
            <a:endParaRPr lang="en-US" noProof="0" dirty="0"/>
          </a:p>
        </p:txBody>
      </p:sp>
      <p:sp>
        <p:nvSpPr>
          <p:cNvPr id="89" name="Text 32">
            <a:extLst>
              <a:ext uri="{FF2B5EF4-FFF2-40B4-BE49-F238E27FC236}">
                <a16:creationId xmlns:a16="http://schemas.microsoft.com/office/drawing/2014/main" id="{27A8B8DB-3D03-CD07-9A7A-842E17BF761A}"/>
              </a:ext>
            </a:extLst>
          </p:cNvPr>
          <p:cNvSpPr/>
          <p:nvPr/>
        </p:nvSpPr>
        <p:spPr>
          <a:xfrm>
            <a:off x="9345172" y="1923115"/>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7</a:t>
            </a:r>
            <a:endParaRPr lang="en-US" sz="1400" noProof="0" dirty="0">
              <a:solidFill>
                <a:srgbClr val="0D9488"/>
              </a:solidFill>
            </a:endParaRPr>
          </a:p>
        </p:txBody>
      </p:sp>
      <p:pic>
        <p:nvPicPr>
          <p:cNvPr id="90" name="Image 10" descr="preencoded.png">
            <a:extLst>
              <a:ext uri="{FF2B5EF4-FFF2-40B4-BE49-F238E27FC236}">
                <a16:creationId xmlns:a16="http://schemas.microsoft.com/office/drawing/2014/main" id="{5CE7D952-232C-90B7-5B19-FC133185FFD7}"/>
              </a:ext>
            </a:extLst>
          </p:cNvPr>
          <p:cNvPicPr>
            <a:picLocks noChangeAspect="1"/>
          </p:cNvPicPr>
          <p:nvPr/>
        </p:nvPicPr>
        <p:blipFill>
          <a:blip r:embed="rId8"/>
          <a:stretch>
            <a:fillRect/>
          </a:stretch>
        </p:blipFill>
        <p:spPr>
          <a:xfrm>
            <a:off x="9918330" y="2016102"/>
            <a:ext cx="263059" cy="263059"/>
          </a:xfrm>
          <a:prstGeom prst="rect">
            <a:avLst/>
          </a:prstGeom>
        </p:spPr>
      </p:pic>
      <p:sp>
        <p:nvSpPr>
          <p:cNvPr id="91" name="Text 33">
            <a:extLst>
              <a:ext uri="{FF2B5EF4-FFF2-40B4-BE49-F238E27FC236}">
                <a16:creationId xmlns:a16="http://schemas.microsoft.com/office/drawing/2014/main" id="{619DA31E-2662-3404-F31B-C3B92CC8D7A4}"/>
              </a:ext>
            </a:extLst>
          </p:cNvPr>
          <p:cNvSpPr/>
          <p:nvPr/>
        </p:nvSpPr>
        <p:spPr>
          <a:xfrm>
            <a:off x="9540971" y="2501265"/>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Evaluation</a:t>
            </a:r>
          </a:p>
          <a:p>
            <a:pPr algn="ctr"/>
            <a:r>
              <a:rPr lang="en-US" sz="900" b="1" noProof="0" dirty="0">
                <a:solidFill>
                  <a:srgbClr val="1B2A3B"/>
                </a:solidFill>
              </a:rPr>
              <a:t>(</a:t>
            </a:r>
            <a:r>
              <a:rPr lang="en-US" sz="900" b="1" noProof="0" dirty="0">
                <a:solidFill>
                  <a:srgbClr val="0D9488"/>
                </a:solidFill>
              </a:rPr>
              <a:t>Benchmark</a:t>
            </a:r>
            <a:r>
              <a:rPr lang="en-US" sz="900" b="1" noProof="0" dirty="0"/>
              <a:t>)</a:t>
            </a:r>
          </a:p>
        </p:txBody>
      </p:sp>
      <p:sp>
        <p:nvSpPr>
          <p:cNvPr id="92" name="Text 34">
            <a:extLst>
              <a:ext uri="{FF2B5EF4-FFF2-40B4-BE49-F238E27FC236}">
                <a16:creationId xmlns:a16="http://schemas.microsoft.com/office/drawing/2014/main" id="{C798F062-6BA0-21DC-3242-114B2BC21938}"/>
              </a:ext>
            </a:extLst>
          </p:cNvPr>
          <p:cNvSpPr/>
          <p:nvPr/>
        </p:nvSpPr>
        <p:spPr>
          <a:xfrm>
            <a:off x="9559974" y="3022473"/>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Test with 50</a:t>
            </a:r>
            <a:endParaRPr lang="en-US" sz="1000" noProof="0" dirty="0"/>
          </a:p>
          <a:p>
            <a:pPr marL="0" indent="0" algn="ctr">
              <a:buNone/>
            </a:pPr>
            <a:r>
              <a:rPr lang="en-US" sz="1000" noProof="0" dirty="0">
                <a:solidFill>
                  <a:srgbClr val="64748B"/>
                </a:solidFill>
              </a:rPr>
              <a:t>questions of reference</a:t>
            </a:r>
          </a:p>
          <a:p>
            <a:pPr marL="0" indent="0" algn="ctr">
              <a:buNone/>
            </a:pPr>
            <a:endParaRPr lang="en-US" sz="1000" noProof="0" dirty="0"/>
          </a:p>
          <a:p>
            <a:pPr marL="0" indent="0" algn="ctr">
              <a:buNone/>
            </a:pPr>
            <a:endParaRPr lang="en-US" sz="1000" noProof="0" dirty="0"/>
          </a:p>
        </p:txBody>
      </p:sp>
      <p:pic>
        <p:nvPicPr>
          <p:cNvPr id="93" name="Image 11" descr="preencoded.png">
            <a:extLst>
              <a:ext uri="{FF2B5EF4-FFF2-40B4-BE49-F238E27FC236}">
                <a16:creationId xmlns:a16="http://schemas.microsoft.com/office/drawing/2014/main" id="{21A478FC-E414-8655-E7BB-966A33161C3F}"/>
              </a:ext>
            </a:extLst>
          </p:cNvPr>
          <p:cNvPicPr>
            <a:picLocks noChangeAspect="1"/>
          </p:cNvPicPr>
          <p:nvPr/>
        </p:nvPicPr>
        <p:blipFill>
          <a:blip r:embed="rId5"/>
          <a:stretch>
            <a:fillRect/>
          </a:stretch>
        </p:blipFill>
        <p:spPr>
          <a:xfrm>
            <a:off x="10488172" y="2956387"/>
            <a:ext cx="237744" cy="237744"/>
          </a:xfrm>
          <a:prstGeom prst="rect">
            <a:avLst/>
          </a:prstGeom>
        </p:spPr>
      </p:pic>
      <p:sp>
        <p:nvSpPr>
          <p:cNvPr id="94" name="Shape 35">
            <a:extLst>
              <a:ext uri="{FF2B5EF4-FFF2-40B4-BE49-F238E27FC236}">
                <a16:creationId xmlns:a16="http://schemas.microsoft.com/office/drawing/2014/main" id="{CA4177A9-DAE5-0B1A-398F-B79078F59C37}"/>
              </a:ext>
            </a:extLst>
          </p:cNvPr>
          <p:cNvSpPr/>
          <p:nvPr/>
        </p:nvSpPr>
        <p:spPr>
          <a:xfrm>
            <a:off x="10892102" y="1918542"/>
            <a:ext cx="1218608" cy="1990773"/>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95" name="Shape 36">
            <a:extLst>
              <a:ext uri="{FF2B5EF4-FFF2-40B4-BE49-F238E27FC236}">
                <a16:creationId xmlns:a16="http://schemas.microsoft.com/office/drawing/2014/main" id="{DF908C4B-86DF-3A1F-07E7-C9A3D431D28C}"/>
              </a:ext>
            </a:extLst>
          </p:cNvPr>
          <p:cNvSpPr/>
          <p:nvPr/>
        </p:nvSpPr>
        <p:spPr>
          <a:xfrm>
            <a:off x="10892102" y="1918543"/>
            <a:ext cx="1218607" cy="438912"/>
          </a:xfrm>
          <a:prstGeom prst="rect">
            <a:avLst/>
          </a:prstGeom>
          <a:noFill/>
          <a:ln w="12700">
            <a:solidFill>
              <a:srgbClr val="000000"/>
            </a:solidFill>
            <a:prstDash val="solid"/>
          </a:ln>
        </p:spPr>
        <p:txBody>
          <a:bodyPr/>
          <a:lstStyle/>
          <a:p>
            <a:endParaRPr lang="en-US" noProof="0" dirty="0"/>
          </a:p>
        </p:txBody>
      </p:sp>
      <p:sp>
        <p:nvSpPr>
          <p:cNvPr id="96" name="Text 37">
            <a:extLst>
              <a:ext uri="{FF2B5EF4-FFF2-40B4-BE49-F238E27FC236}">
                <a16:creationId xmlns:a16="http://schemas.microsoft.com/office/drawing/2014/main" id="{67916F27-F5B2-2BA2-D385-A51620C80C8A}"/>
              </a:ext>
            </a:extLst>
          </p:cNvPr>
          <p:cNvSpPr/>
          <p:nvPr/>
        </p:nvSpPr>
        <p:spPr>
          <a:xfrm>
            <a:off x="10892102" y="1918543"/>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8</a:t>
            </a:r>
            <a:endParaRPr lang="en-US" sz="1400" noProof="0" dirty="0">
              <a:solidFill>
                <a:srgbClr val="0D9488"/>
              </a:solidFill>
            </a:endParaRPr>
          </a:p>
        </p:txBody>
      </p:sp>
      <p:pic>
        <p:nvPicPr>
          <p:cNvPr id="97" name="Image 12" descr="preencoded.png">
            <a:extLst>
              <a:ext uri="{FF2B5EF4-FFF2-40B4-BE49-F238E27FC236}">
                <a16:creationId xmlns:a16="http://schemas.microsoft.com/office/drawing/2014/main" id="{E444B0EF-1AB1-6624-9253-3FB5823BDA50}"/>
              </a:ext>
            </a:extLst>
          </p:cNvPr>
          <p:cNvPicPr>
            <a:picLocks noChangeAspect="1"/>
          </p:cNvPicPr>
          <p:nvPr/>
        </p:nvPicPr>
        <p:blipFill>
          <a:blip r:embed="rId9"/>
          <a:stretch>
            <a:fillRect/>
          </a:stretch>
        </p:blipFill>
        <p:spPr>
          <a:xfrm>
            <a:off x="11374469" y="2003612"/>
            <a:ext cx="288037" cy="288037"/>
          </a:xfrm>
          <a:prstGeom prst="rect">
            <a:avLst/>
          </a:prstGeom>
        </p:spPr>
      </p:pic>
      <p:sp>
        <p:nvSpPr>
          <p:cNvPr id="98" name="Text 38">
            <a:extLst>
              <a:ext uri="{FF2B5EF4-FFF2-40B4-BE49-F238E27FC236}">
                <a16:creationId xmlns:a16="http://schemas.microsoft.com/office/drawing/2014/main" id="{ECCF46C6-84F9-EE16-08F0-F7E5FEC77F64}"/>
              </a:ext>
            </a:extLst>
          </p:cNvPr>
          <p:cNvSpPr/>
          <p:nvPr/>
        </p:nvSpPr>
        <p:spPr>
          <a:xfrm>
            <a:off x="10829688" y="2537692"/>
            <a:ext cx="1218607"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Delivery</a:t>
            </a:r>
            <a:endParaRPr lang="en-US" sz="800" b="1" noProof="0" dirty="0">
              <a:solidFill>
                <a:srgbClr val="1B2A3B"/>
              </a:solidFill>
            </a:endParaRPr>
          </a:p>
          <a:p>
            <a:pPr marL="0" indent="0" algn="ctr">
              <a:buNone/>
            </a:pPr>
            <a:endParaRPr lang="en-US" sz="1050" b="1" noProof="0" dirty="0">
              <a:solidFill>
                <a:srgbClr val="1B2A3B"/>
              </a:solidFill>
            </a:endParaRPr>
          </a:p>
        </p:txBody>
      </p:sp>
      <p:sp>
        <p:nvSpPr>
          <p:cNvPr id="99" name="Text 39">
            <a:extLst>
              <a:ext uri="{FF2B5EF4-FFF2-40B4-BE49-F238E27FC236}">
                <a16:creationId xmlns:a16="http://schemas.microsoft.com/office/drawing/2014/main" id="{EBCE1514-EDDD-D127-262E-558005DF16D8}"/>
              </a:ext>
            </a:extLst>
          </p:cNvPr>
          <p:cNvSpPr/>
          <p:nvPr/>
        </p:nvSpPr>
        <p:spPr>
          <a:xfrm>
            <a:off x="10991092" y="2880338"/>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Deliver JSON</a:t>
            </a:r>
            <a:endParaRPr lang="en-US" sz="1000" noProof="0" dirty="0"/>
          </a:p>
          <a:p>
            <a:pPr marL="0" indent="0" algn="ctr">
              <a:buNone/>
            </a:pPr>
            <a:r>
              <a:rPr lang="en-US" sz="1000" noProof="0" dirty="0">
                <a:solidFill>
                  <a:srgbClr val="64748B"/>
                </a:solidFill>
              </a:rPr>
              <a:t>format ST-ready</a:t>
            </a:r>
            <a:endParaRPr lang="en-US" sz="1000" noProof="0" dirty="0"/>
          </a:p>
        </p:txBody>
      </p:sp>
      <p:pic>
        <p:nvPicPr>
          <p:cNvPr id="100" name="Graphic 99" descr="Dice with solid fill">
            <a:extLst>
              <a:ext uri="{FF2B5EF4-FFF2-40B4-BE49-F238E27FC236}">
                <a16:creationId xmlns:a16="http://schemas.microsoft.com/office/drawing/2014/main" id="{F3EC6765-3EFE-83CC-016F-5D16163909A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164991" y="1929967"/>
            <a:ext cx="402338" cy="402338"/>
          </a:xfrm>
          <a:prstGeom prst="rect">
            <a:avLst/>
          </a:prstGeom>
        </p:spPr>
      </p:pic>
      <p:sp>
        <p:nvSpPr>
          <p:cNvPr id="101" name="Shape 20">
            <a:extLst>
              <a:ext uri="{FF2B5EF4-FFF2-40B4-BE49-F238E27FC236}">
                <a16:creationId xmlns:a16="http://schemas.microsoft.com/office/drawing/2014/main" id="{6C65197C-424B-53DB-2DD9-B1734B4BC4A5}"/>
              </a:ext>
            </a:extLst>
          </p:cNvPr>
          <p:cNvSpPr/>
          <p:nvPr/>
        </p:nvSpPr>
        <p:spPr>
          <a:xfrm>
            <a:off x="6215313" y="1911930"/>
            <a:ext cx="1397438" cy="1981141"/>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02" name="Shape 21">
            <a:extLst>
              <a:ext uri="{FF2B5EF4-FFF2-40B4-BE49-F238E27FC236}">
                <a16:creationId xmlns:a16="http://schemas.microsoft.com/office/drawing/2014/main" id="{A517C57C-FF7E-767D-232D-32D8A2CE4CB3}"/>
              </a:ext>
            </a:extLst>
          </p:cNvPr>
          <p:cNvSpPr/>
          <p:nvPr/>
        </p:nvSpPr>
        <p:spPr>
          <a:xfrm>
            <a:off x="6215312" y="1907356"/>
            <a:ext cx="1411952" cy="438912"/>
          </a:xfrm>
          <a:prstGeom prst="rect">
            <a:avLst/>
          </a:prstGeom>
          <a:noFill/>
          <a:ln w="12700">
            <a:solidFill>
              <a:srgbClr val="000000"/>
            </a:solidFill>
            <a:prstDash val="solid"/>
          </a:ln>
        </p:spPr>
        <p:txBody>
          <a:bodyPr/>
          <a:lstStyle/>
          <a:p>
            <a:endParaRPr lang="en-US" noProof="0" dirty="0"/>
          </a:p>
        </p:txBody>
      </p:sp>
      <p:sp>
        <p:nvSpPr>
          <p:cNvPr id="103" name="Text 22">
            <a:extLst>
              <a:ext uri="{FF2B5EF4-FFF2-40B4-BE49-F238E27FC236}">
                <a16:creationId xmlns:a16="http://schemas.microsoft.com/office/drawing/2014/main" id="{437FB5CC-D618-CD1B-EAC6-E4B7349457A8}"/>
              </a:ext>
            </a:extLst>
          </p:cNvPr>
          <p:cNvSpPr/>
          <p:nvPr/>
        </p:nvSpPr>
        <p:spPr>
          <a:xfrm>
            <a:off x="6289954" y="1907356"/>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5</a:t>
            </a:r>
            <a:endParaRPr lang="en-US" sz="1400" noProof="0" dirty="0">
              <a:solidFill>
                <a:srgbClr val="0D9488"/>
              </a:solidFill>
            </a:endParaRPr>
          </a:p>
        </p:txBody>
      </p:sp>
      <p:sp>
        <p:nvSpPr>
          <p:cNvPr id="104" name="Text 23">
            <a:extLst>
              <a:ext uri="{FF2B5EF4-FFF2-40B4-BE49-F238E27FC236}">
                <a16:creationId xmlns:a16="http://schemas.microsoft.com/office/drawing/2014/main" id="{118EB8CA-2F96-9294-9C71-19BB9BEA1A28}"/>
              </a:ext>
            </a:extLst>
          </p:cNvPr>
          <p:cNvSpPr/>
          <p:nvPr/>
        </p:nvSpPr>
        <p:spPr>
          <a:xfrm>
            <a:off x="6476272" y="2430880"/>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Data Generation</a:t>
            </a:r>
            <a:endParaRPr lang="en-US" sz="1050" noProof="0" dirty="0"/>
          </a:p>
        </p:txBody>
      </p:sp>
      <p:sp>
        <p:nvSpPr>
          <p:cNvPr id="105" name="Text 24">
            <a:extLst>
              <a:ext uri="{FF2B5EF4-FFF2-40B4-BE49-F238E27FC236}">
                <a16:creationId xmlns:a16="http://schemas.microsoft.com/office/drawing/2014/main" id="{CF7F0E14-CC2E-7A20-BC39-E40A3704A886}"/>
              </a:ext>
            </a:extLst>
          </p:cNvPr>
          <p:cNvSpPr/>
          <p:nvPr/>
        </p:nvSpPr>
        <p:spPr>
          <a:xfrm>
            <a:off x="6476272" y="2940628"/>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A post-processing stage that turns prepared data into actionable support artifacts</a:t>
            </a:r>
            <a:endParaRPr lang="en-US" sz="1000" noProof="0" dirty="0"/>
          </a:p>
        </p:txBody>
      </p:sp>
      <p:pic>
        <p:nvPicPr>
          <p:cNvPr id="106" name="Graphic 105" descr="Database with solid fill">
            <a:extLst>
              <a:ext uri="{FF2B5EF4-FFF2-40B4-BE49-F238E27FC236}">
                <a16:creationId xmlns:a16="http://schemas.microsoft.com/office/drawing/2014/main" id="{AF165D3E-6FB8-64DB-312B-A3EC83749643}"/>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793537" y="1931676"/>
            <a:ext cx="390272" cy="390272"/>
          </a:xfrm>
          <a:prstGeom prst="rect">
            <a:avLst/>
          </a:prstGeom>
        </p:spPr>
      </p:pic>
      <p:cxnSp>
        <p:nvCxnSpPr>
          <p:cNvPr id="107" name="Straight Arrow Connector 106">
            <a:extLst>
              <a:ext uri="{FF2B5EF4-FFF2-40B4-BE49-F238E27FC236}">
                <a16:creationId xmlns:a16="http://schemas.microsoft.com/office/drawing/2014/main" id="{B25E48A0-8C7F-57BF-3E92-19A1F9064AAB}"/>
              </a:ext>
            </a:extLst>
          </p:cNvPr>
          <p:cNvCxnSpPr>
            <a:stCxn id="65" idx="3"/>
            <a:endCxn id="72" idx="1"/>
          </p:cNvCxnSpPr>
          <p:nvPr/>
        </p:nvCxnSpPr>
        <p:spPr>
          <a:xfrm>
            <a:off x="4464518" y="2897927"/>
            <a:ext cx="194837" cy="10581"/>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798C4DBD-22AF-353C-D591-FFE09050BB54}"/>
              </a:ext>
            </a:extLst>
          </p:cNvPr>
          <p:cNvCxnSpPr>
            <a:stCxn id="72" idx="3"/>
            <a:endCxn id="101" idx="1"/>
          </p:cNvCxnSpPr>
          <p:nvPr/>
        </p:nvCxnSpPr>
        <p:spPr>
          <a:xfrm flipV="1">
            <a:off x="6056793" y="2902501"/>
            <a:ext cx="158520" cy="6007"/>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09" name="Connector: Elbow 108">
            <a:extLst>
              <a:ext uri="{FF2B5EF4-FFF2-40B4-BE49-F238E27FC236}">
                <a16:creationId xmlns:a16="http://schemas.microsoft.com/office/drawing/2014/main" id="{5E5E2C5C-14C4-CDF4-4296-58C8E3410761}"/>
              </a:ext>
            </a:extLst>
          </p:cNvPr>
          <p:cNvCxnSpPr>
            <a:stCxn id="101" idx="3"/>
            <a:endCxn id="78" idx="1"/>
          </p:cNvCxnSpPr>
          <p:nvPr/>
        </p:nvCxnSpPr>
        <p:spPr>
          <a:xfrm>
            <a:off x="7612751" y="2902501"/>
            <a:ext cx="162977" cy="6007"/>
          </a:xfrm>
          <a:prstGeom prst="bentConnector3">
            <a:avLst>
              <a:gd name="adj1" fmla="val 50000"/>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9216F099-358F-B134-DA07-A6C9E9BF4041}"/>
              </a:ext>
            </a:extLst>
          </p:cNvPr>
          <p:cNvCxnSpPr>
            <a:stCxn id="78" idx="3"/>
            <a:endCxn id="87" idx="1"/>
          </p:cNvCxnSpPr>
          <p:nvPr/>
        </p:nvCxnSpPr>
        <p:spPr>
          <a:xfrm>
            <a:off x="9173166" y="2908508"/>
            <a:ext cx="172006" cy="5176"/>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1D0705FA-7076-8DDB-9F86-4E54D17C41B5}"/>
              </a:ext>
            </a:extLst>
          </p:cNvPr>
          <p:cNvCxnSpPr>
            <a:cxnSpLocks/>
            <a:stCxn id="87" idx="3"/>
            <a:endCxn id="94" idx="1"/>
          </p:cNvCxnSpPr>
          <p:nvPr/>
        </p:nvCxnSpPr>
        <p:spPr>
          <a:xfrm>
            <a:off x="10729104" y="2913684"/>
            <a:ext cx="162998" cy="245"/>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pic>
        <p:nvPicPr>
          <p:cNvPr id="112" name="Image 1" descr="preencoded.png">
            <a:extLst>
              <a:ext uri="{FF2B5EF4-FFF2-40B4-BE49-F238E27FC236}">
                <a16:creationId xmlns:a16="http://schemas.microsoft.com/office/drawing/2014/main" id="{BBE3677A-6402-EB3A-41A2-465B18C72F6C}"/>
              </a:ext>
            </a:extLst>
          </p:cNvPr>
          <p:cNvPicPr>
            <a:picLocks noChangeAspect="1"/>
          </p:cNvPicPr>
          <p:nvPr/>
        </p:nvPicPr>
        <p:blipFill>
          <a:blip r:embed="rId5"/>
          <a:stretch>
            <a:fillRect/>
          </a:stretch>
        </p:blipFill>
        <p:spPr>
          <a:xfrm>
            <a:off x="1535658" y="2964948"/>
            <a:ext cx="237744" cy="237744"/>
          </a:xfrm>
          <a:prstGeom prst="rect">
            <a:avLst/>
          </a:prstGeom>
        </p:spPr>
      </p:pic>
      <p:sp>
        <p:nvSpPr>
          <p:cNvPr id="113" name="Shape 10">
            <a:extLst>
              <a:ext uri="{FF2B5EF4-FFF2-40B4-BE49-F238E27FC236}">
                <a16:creationId xmlns:a16="http://schemas.microsoft.com/office/drawing/2014/main" id="{2D471CFF-5307-20A7-B7B5-B9161913ABFD}"/>
              </a:ext>
            </a:extLst>
          </p:cNvPr>
          <p:cNvSpPr/>
          <p:nvPr/>
        </p:nvSpPr>
        <p:spPr>
          <a:xfrm>
            <a:off x="1519175" y="1909324"/>
            <a:ext cx="1412748" cy="1974140"/>
          </a:xfrm>
          <a:prstGeom prst="rect">
            <a:avLst/>
          </a:prstGeom>
          <a:solidFill>
            <a:srgbClr val="FFFFFF"/>
          </a:solidFill>
          <a:ln w="9525">
            <a:no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14" name="Shape 11">
            <a:extLst>
              <a:ext uri="{FF2B5EF4-FFF2-40B4-BE49-F238E27FC236}">
                <a16:creationId xmlns:a16="http://schemas.microsoft.com/office/drawing/2014/main" id="{660F1349-140D-9ADF-212C-A58C426E0C00}"/>
              </a:ext>
            </a:extLst>
          </p:cNvPr>
          <p:cNvSpPr/>
          <p:nvPr/>
        </p:nvSpPr>
        <p:spPr>
          <a:xfrm>
            <a:off x="1519175" y="1909324"/>
            <a:ext cx="1412748" cy="438912"/>
          </a:xfrm>
          <a:prstGeom prst="rect">
            <a:avLst/>
          </a:prstGeom>
          <a:noFill/>
          <a:ln w="12700">
            <a:solidFill>
              <a:schemeClr val="tx1"/>
            </a:solidFill>
            <a:prstDash val="solid"/>
          </a:ln>
        </p:spPr>
        <p:txBody>
          <a:bodyPr/>
          <a:lstStyle/>
          <a:p>
            <a:endParaRPr lang="en-US" noProof="0" dirty="0"/>
          </a:p>
        </p:txBody>
      </p:sp>
      <p:sp>
        <p:nvSpPr>
          <p:cNvPr id="115" name="Text 12">
            <a:extLst>
              <a:ext uri="{FF2B5EF4-FFF2-40B4-BE49-F238E27FC236}">
                <a16:creationId xmlns:a16="http://schemas.microsoft.com/office/drawing/2014/main" id="{23119BCD-29FE-395C-E5DE-40413C92EB86}"/>
              </a:ext>
            </a:extLst>
          </p:cNvPr>
          <p:cNvSpPr/>
          <p:nvPr/>
        </p:nvSpPr>
        <p:spPr>
          <a:xfrm>
            <a:off x="1519175" y="1909324"/>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2</a:t>
            </a:r>
            <a:endParaRPr lang="en-US" sz="1400" noProof="0" dirty="0">
              <a:solidFill>
                <a:srgbClr val="0D9488"/>
              </a:solidFill>
            </a:endParaRPr>
          </a:p>
        </p:txBody>
      </p:sp>
      <p:sp>
        <p:nvSpPr>
          <p:cNvPr id="116" name="Text 13">
            <a:extLst>
              <a:ext uri="{FF2B5EF4-FFF2-40B4-BE49-F238E27FC236}">
                <a16:creationId xmlns:a16="http://schemas.microsoft.com/office/drawing/2014/main" id="{3A27EDCF-BFAA-1D70-68CC-D9E8B2BD669A}"/>
              </a:ext>
            </a:extLst>
          </p:cNvPr>
          <p:cNvSpPr/>
          <p:nvPr/>
        </p:nvSpPr>
        <p:spPr>
          <a:xfrm>
            <a:off x="1725252" y="2391388"/>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Cleaning</a:t>
            </a:r>
            <a:endParaRPr lang="en-US" sz="1050" noProof="0" dirty="0"/>
          </a:p>
        </p:txBody>
      </p:sp>
      <p:sp>
        <p:nvSpPr>
          <p:cNvPr id="117" name="Text 14">
            <a:extLst>
              <a:ext uri="{FF2B5EF4-FFF2-40B4-BE49-F238E27FC236}">
                <a16:creationId xmlns:a16="http://schemas.microsoft.com/office/drawing/2014/main" id="{1D7F0AD6-DCDC-21CC-3BE5-A8605BDC773B}"/>
              </a:ext>
            </a:extLst>
          </p:cNvPr>
          <p:cNvSpPr/>
          <p:nvPr/>
        </p:nvSpPr>
        <p:spPr>
          <a:xfrm>
            <a:off x="1683767" y="2770923"/>
            <a:ext cx="1176327"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Clean:</a:t>
            </a:r>
          </a:p>
          <a:p>
            <a:pPr marL="0" indent="0" algn="ctr">
              <a:buNone/>
            </a:pPr>
            <a:r>
              <a:rPr lang="en-US" sz="1000" noProof="0" dirty="0">
                <a:solidFill>
                  <a:srgbClr val="64748B"/>
                </a:solidFill>
              </a:rPr>
              <a:t>remove HTML,</a:t>
            </a:r>
            <a:endParaRPr lang="en-US" sz="1000" noProof="0" dirty="0"/>
          </a:p>
          <a:p>
            <a:pPr marL="0" indent="0" algn="ctr">
              <a:buNone/>
            </a:pPr>
            <a:r>
              <a:rPr lang="en-US" sz="1000" noProof="0" dirty="0">
                <a:solidFill>
                  <a:srgbClr val="64748B"/>
                </a:solidFill>
              </a:rPr>
              <a:t>Noisy text</a:t>
            </a:r>
            <a:endParaRPr lang="en-US" sz="1000" noProof="0" dirty="0"/>
          </a:p>
        </p:txBody>
      </p:sp>
      <p:pic>
        <p:nvPicPr>
          <p:cNvPr id="118" name="Graphic 117" descr="Eraser with solid fill">
            <a:extLst>
              <a:ext uri="{FF2B5EF4-FFF2-40B4-BE49-F238E27FC236}">
                <a16:creationId xmlns:a16="http://schemas.microsoft.com/office/drawing/2014/main" id="{7934CC14-45AA-B69E-37CD-A1B5B4470E54}"/>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2063309" y="1974984"/>
            <a:ext cx="329184" cy="329184"/>
          </a:xfrm>
          <a:prstGeom prst="rect">
            <a:avLst/>
          </a:prstGeom>
        </p:spPr>
      </p:pic>
      <p:cxnSp>
        <p:nvCxnSpPr>
          <p:cNvPr id="119" name="Straight Arrow Connector 118">
            <a:extLst>
              <a:ext uri="{FF2B5EF4-FFF2-40B4-BE49-F238E27FC236}">
                <a16:creationId xmlns:a16="http://schemas.microsoft.com/office/drawing/2014/main" id="{449492C1-4323-8C7E-E061-C571D263568A}"/>
              </a:ext>
            </a:extLst>
          </p:cNvPr>
          <p:cNvCxnSpPr>
            <a:stCxn id="53" idx="3"/>
            <a:endCxn id="113" idx="1"/>
          </p:cNvCxnSpPr>
          <p:nvPr/>
        </p:nvCxnSpPr>
        <p:spPr>
          <a:xfrm flipV="1">
            <a:off x="1383557" y="2896394"/>
            <a:ext cx="135618" cy="6107"/>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35DBC20A-8ED4-2435-1424-61C0EA4549C4}"/>
              </a:ext>
            </a:extLst>
          </p:cNvPr>
          <p:cNvCxnSpPr>
            <a:stCxn id="113" idx="3"/>
            <a:endCxn id="65" idx="1"/>
          </p:cNvCxnSpPr>
          <p:nvPr/>
        </p:nvCxnSpPr>
        <p:spPr>
          <a:xfrm>
            <a:off x="2931923" y="2896394"/>
            <a:ext cx="125867" cy="1533"/>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CC09C9CA-9432-19C2-E716-CC7176436600}"/>
              </a:ext>
            </a:extLst>
          </p:cNvPr>
          <p:cNvSpPr>
            <a:spLocks noGrp="1"/>
          </p:cNvSpPr>
          <p:nvPr>
            <p:ph type="sldNum" sz="quarter" idx="12"/>
          </p:nvPr>
        </p:nvSpPr>
        <p:spPr/>
        <p:txBody>
          <a:bodyPr/>
          <a:lstStyle/>
          <a:p>
            <a:fld id="{40A7B169-58CE-4E65-B1F9-ACF9E46440C2}" type="slidenum">
              <a:rPr lang="en-US" noProof="0" smtClean="0"/>
              <a:t>35</a:t>
            </a:fld>
            <a:endParaRPr lang="en-US" noProof="0" dirty="0"/>
          </a:p>
        </p:txBody>
      </p:sp>
    </p:spTree>
    <p:extLst>
      <p:ext uri="{BB962C8B-B14F-4D97-AF65-F5344CB8AC3E}">
        <p14:creationId xmlns:p14="http://schemas.microsoft.com/office/powerpoint/2010/main" val="4911793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7FC46-D9CC-D20F-804A-BEC2979771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318221-309C-692E-E1A6-039545325A0F}"/>
              </a:ext>
            </a:extLst>
          </p:cNvPr>
          <p:cNvSpPr>
            <a:spLocks noGrp="1"/>
          </p:cNvSpPr>
          <p:nvPr>
            <p:ph type="title"/>
          </p:nvPr>
        </p:nvSpPr>
        <p:spPr>
          <a:xfrm>
            <a:off x="242477" y="-53443"/>
            <a:ext cx="11609159" cy="1247050"/>
          </a:xfrm>
        </p:spPr>
        <p:txBody>
          <a:bodyPr/>
          <a:lstStyle/>
          <a:p>
            <a:r>
              <a:rPr lang="en-US" sz="1800" b="1" noProof="0" dirty="0"/>
              <a:t>Pipeline: Enrichment (Feature Engineering)    </a:t>
            </a:r>
            <a:endParaRPr lang="en-US" sz="1800" noProof="0" dirty="0"/>
          </a:p>
        </p:txBody>
      </p:sp>
      <p:sp>
        <p:nvSpPr>
          <p:cNvPr id="56" name="TextBox 55">
            <a:extLst>
              <a:ext uri="{FF2B5EF4-FFF2-40B4-BE49-F238E27FC236}">
                <a16:creationId xmlns:a16="http://schemas.microsoft.com/office/drawing/2014/main" id="{898104D5-9D86-EC5B-5C1A-B5A742015800}"/>
              </a:ext>
            </a:extLst>
          </p:cNvPr>
          <p:cNvSpPr txBox="1"/>
          <p:nvPr/>
        </p:nvSpPr>
        <p:spPr>
          <a:xfrm>
            <a:off x="340364" y="691163"/>
            <a:ext cx="6173779" cy="276999"/>
          </a:xfrm>
          <a:prstGeom prst="rect">
            <a:avLst/>
          </a:prstGeom>
          <a:noFill/>
        </p:spPr>
        <p:txBody>
          <a:bodyPr wrap="square">
            <a:spAutoFit/>
          </a:bodyPr>
          <a:lstStyle/>
          <a:p>
            <a:pPr marL="0" indent="0" algn="l">
              <a:buNone/>
            </a:pPr>
            <a:r>
              <a:rPr lang="en-US" sz="1200" i="1" noProof="0" dirty="0">
                <a:solidFill>
                  <a:srgbClr val="425A78"/>
                </a:solidFill>
              </a:rPr>
              <a:t>Enrichment Layer — Before vs After (Issues)</a:t>
            </a:r>
          </a:p>
        </p:txBody>
      </p:sp>
      <p:sp>
        <p:nvSpPr>
          <p:cNvPr id="57" name="Text 3">
            <a:extLst>
              <a:ext uri="{FF2B5EF4-FFF2-40B4-BE49-F238E27FC236}">
                <a16:creationId xmlns:a16="http://schemas.microsoft.com/office/drawing/2014/main" id="{1335B015-A15B-A1C0-19EE-C215083C130A}"/>
              </a:ext>
            </a:extLst>
          </p:cNvPr>
          <p:cNvSpPr/>
          <p:nvPr/>
        </p:nvSpPr>
        <p:spPr>
          <a:xfrm>
            <a:off x="340364" y="925138"/>
            <a:ext cx="8229600" cy="256032"/>
          </a:xfrm>
          <a:prstGeom prst="rect">
            <a:avLst/>
          </a:prstGeom>
          <a:noFill/>
          <a:ln/>
        </p:spPr>
        <p:txBody>
          <a:bodyPr wrap="square" lIns="0" tIns="0" rIns="0" bIns="0" rtlCol="0" anchor="ctr"/>
          <a:lstStyle/>
          <a:p>
            <a:pPr marL="0" indent="0" algn="l">
              <a:buNone/>
            </a:pPr>
            <a:endParaRPr lang="en-US" sz="1200" i="1" noProof="0" dirty="0">
              <a:solidFill>
                <a:srgbClr val="64748B"/>
              </a:solidFill>
            </a:endParaRPr>
          </a:p>
        </p:txBody>
      </p:sp>
      <p:sp>
        <p:nvSpPr>
          <p:cNvPr id="58" name="Shape 4">
            <a:extLst>
              <a:ext uri="{FF2B5EF4-FFF2-40B4-BE49-F238E27FC236}">
                <a16:creationId xmlns:a16="http://schemas.microsoft.com/office/drawing/2014/main" id="{8A7EA0A3-B518-4771-66D9-E998D828F42C}"/>
              </a:ext>
            </a:extLst>
          </p:cNvPr>
          <p:cNvSpPr/>
          <p:nvPr/>
        </p:nvSpPr>
        <p:spPr>
          <a:xfrm>
            <a:off x="340364" y="1046587"/>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3" name="Slide Number Placeholder 2">
            <a:extLst>
              <a:ext uri="{FF2B5EF4-FFF2-40B4-BE49-F238E27FC236}">
                <a16:creationId xmlns:a16="http://schemas.microsoft.com/office/drawing/2014/main" id="{084EB634-AFD7-B2B4-76BE-ABF6D2FA7056}"/>
              </a:ext>
            </a:extLst>
          </p:cNvPr>
          <p:cNvSpPr>
            <a:spLocks noGrp="1"/>
          </p:cNvSpPr>
          <p:nvPr>
            <p:ph type="sldNum" sz="quarter" idx="12"/>
          </p:nvPr>
        </p:nvSpPr>
        <p:spPr/>
        <p:txBody>
          <a:bodyPr/>
          <a:lstStyle/>
          <a:p>
            <a:fld id="{40A7B169-58CE-4E65-B1F9-ACF9E46440C2}" type="slidenum">
              <a:rPr lang="en-US" noProof="0" smtClean="0"/>
              <a:t>36</a:t>
            </a:fld>
            <a:endParaRPr lang="en-US" noProof="0" dirty="0"/>
          </a:p>
        </p:txBody>
      </p:sp>
      <p:sp>
        <p:nvSpPr>
          <p:cNvPr id="30" name="Shape 5">
            <a:extLst>
              <a:ext uri="{FF2B5EF4-FFF2-40B4-BE49-F238E27FC236}">
                <a16:creationId xmlns:a16="http://schemas.microsoft.com/office/drawing/2014/main" id="{DDAA0414-0C1D-548B-43C7-45D0334F3401}"/>
              </a:ext>
            </a:extLst>
          </p:cNvPr>
          <p:cNvSpPr/>
          <p:nvPr/>
        </p:nvSpPr>
        <p:spPr>
          <a:xfrm>
            <a:off x="242477" y="1268038"/>
            <a:ext cx="4937802" cy="516688"/>
          </a:xfrm>
          <a:prstGeom prst="rect">
            <a:avLst/>
          </a:prstGeom>
          <a:noFill/>
          <a:ln w="19050">
            <a:solidFill>
              <a:schemeClr val="accent1"/>
            </a:solidFill>
            <a:prstDash val="solid"/>
          </a:ln>
        </p:spPr>
        <p:txBody>
          <a:bodyPr/>
          <a:lstStyle/>
          <a:p>
            <a:endParaRPr lang="en-US" noProof="0" dirty="0"/>
          </a:p>
        </p:txBody>
      </p:sp>
      <p:sp>
        <p:nvSpPr>
          <p:cNvPr id="50" name="Text 15">
            <a:extLst>
              <a:ext uri="{FF2B5EF4-FFF2-40B4-BE49-F238E27FC236}">
                <a16:creationId xmlns:a16="http://schemas.microsoft.com/office/drawing/2014/main" id="{7E8C7079-FC2C-E2FE-94B3-7A8E337EFB41}"/>
              </a:ext>
            </a:extLst>
          </p:cNvPr>
          <p:cNvSpPr/>
          <p:nvPr/>
        </p:nvSpPr>
        <p:spPr>
          <a:xfrm>
            <a:off x="6286631" y="1268036"/>
            <a:ext cx="5323630" cy="516689"/>
          </a:xfrm>
          <a:prstGeom prst="rect">
            <a:avLst/>
          </a:prstGeom>
          <a:noFill/>
          <a:ln w="19050">
            <a:solidFill>
              <a:schemeClr val="tx1"/>
            </a:solidFill>
          </a:ln>
        </p:spPr>
        <p:txBody>
          <a:bodyPr wrap="square" lIns="0" tIns="0" rIns="0" bIns="0" rtlCol="0" anchor="ctr"/>
          <a:lstStyle/>
          <a:p>
            <a:pPr marL="0" indent="0" algn="ctr">
              <a:buNone/>
            </a:pPr>
            <a:endParaRPr lang="en-US" sz="1200" noProof="0" dirty="0"/>
          </a:p>
        </p:txBody>
      </p:sp>
      <p:pic>
        <p:nvPicPr>
          <p:cNvPr id="64" name="Graphic 82" descr="Arrow Right with solid fill">
            <a:extLst>
              <a:ext uri="{FF2B5EF4-FFF2-40B4-BE49-F238E27FC236}">
                <a16:creationId xmlns:a16="http://schemas.microsoft.com/office/drawing/2014/main" id="{6402D304-566B-BCE1-1157-EC1154591C4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15521" y="3472404"/>
            <a:ext cx="431535" cy="431535"/>
          </a:xfrm>
          <a:prstGeom prst="rect">
            <a:avLst/>
          </a:prstGeom>
        </p:spPr>
      </p:pic>
      <p:sp>
        <p:nvSpPr>
          <p:cNvPr id="66" name="ZoneTexte 65">
            <a:extLst>
              <a:ext uri="{FF2B5EF4-FFF2-40B4-BE49-F238E27FC236}">
                <a16:creationId xmlns:a16="http://schemas.microsoft.com/office/drawing/2014/main" id="{5A9B30EB-0968-AFB4-4BF6-593E54F832F9}"/>
              </a:ext>
            </a:extLst>
          </p:cNvPr>
          <p:cNvSpPr txBox="1"/>
          <p:nvPr/>
        </p:nvSpPr>
        <p:spPr>
          <a:xfrm>
            <a:off x="1478206" y="1358493"/>
            <a:ext cx="2466344" cy="307777"/>
          </a:xfrm>
          <a:prstGeom prst="rect">
            <a:avLst/>
          </a:prstGeom>
          <a:noFill/>
        </p:spPr>
        <p:txBody>
          <a:bodyPr wrap="square">
            <a:spAutoFit/>
          </a:bodyPr>
          <a:lstStyle/>
          <a:p>
            <a:r>
              <a:rPr lang="en-US" sz="1400" b="1" noProof="0" dirty="0">
                <a:solidFill>
                  <a:srgbClr val="0D9589"/>
                </a:solidFill>
              </a:rPr>
              <a:t>Before</a:t>
            </a:r>
            <a:r>
              <a:rPr lang="en-US" sz="1400" noProof="0" dirty="0"/>
              <a:t> (</a:t>
            </a:r>
            <a:r>
              <a:rPr lang="en-US" sz="1400" noProof="0" dirty="0" err="1"/>
              <a:t>clean_issues.json</a:t>
            </a:r>
            <a:r>
              <a:rPr lang="en-US" sz="1400" noProof="0" dirty="0"/>
              <a:t>)</a:t>
            </a:r>
          </a:p>
        </p:txBody>
      </p:sp>
      <p:sp>
        <p:nvSpPr>
          <p:cNvPr id="68" name="ZoneTexte 67">
            <a:extLst>
              <a:ext uri="{FF2B5EF4-FFF2-40B4-BE49-F238E27FC236}">
                <a16:creationId xmlns:a16="http://schemas.microsoft.com/office/drawing/2014/main" id="{C0A05CAF-DD16-BD48-0D4D-7141AFA35427}"/>
              </a:ext>
            </a:extLst>
          </p:cNvPr>
          <p:cNvSpPr txBox="1"/>
          <p:nvPr/>
        </p:nvSpPr>
        <p:spPr>
          <a:xfrm>
            <a:off x="7816219" y="1358493"/>
            <a:ext cx="3013706" cy="307777"/>
          </a:xfrm>
          <a:prstGeom prst="rect">
            <a:avLst/>
          </a:prstGeom>
          <a:noFill/>
        </p:spPr>
        <p:txBody>
          <a:bodyPr wrap="square">
            <a:spAutoFit/>
          </a:bodyPr>
          <a:lstStyle/>
          <a:p>
            <a:r>
              <a:rPr lang="en-US" sz="1400" b="1" noProof="0" dirty="0">
                <a:solidFill>
                  <a:srgbClr val="0D9589"/>
                </a:solidFill>
              </a:rPr>
              <a:t>After</a:t>
            </a:r>
            <a:r>
              <a:rPr lang="en-US" sz="1400" noProof="0" dirty="0"/>
              <a:t> (docs_issues_v2.json)</a:t>
            </a:r>
          </a:p>
        </p:txBody>
      </p:sp>
      <p:sp>
        <p:nvSpPr>
          <p:cNvPr id="82" name="ZoneTexte 81">
            <a:extLst>
              <a:ext uri="{FF2B5EF4-FFF2-40B4-BE49-F238E27FC236}">
                <a16:creationId xmlns:a16="http://schemas.microsoft.com/office/drawing/2014/main" id="{BD432AD4-AC7A-59DB-76CF-580F453D83CD}"/>
              </a:ext>
            </a:extLst>
          </p:cNvPr>
          <p:cNvSpPr txBox="1"/>
          <p:nvPr/>
        </p:nvSpPr>
        <p:spPr>
          <a:xfrm>
            <a:off x="242477" y="5079205"/>
            <a:ext cx="3326925" cy="338554"/>
          </a:xfrm>
          <a:prstGeom prst="rect">
            <a:avLst/>
          </a:prstGeom>
          <a:noFill/>
        </p:spPr>
        <p:txBody>
          <a:bodyPr wrap="square">
            <a:spAutoFit/>
          </a:bodyPr>
          <a:lstStyle/>
          <a:p>
            <a:r>
              <a:rPr lang="en-US" sz="1600" b="1" noProof="0" dirty="0">
                <a:sym typeface="Wingdings" panose="05000000000000000000" pitchFamily="2" charset="2"/>
              </a:rPr>
              <a:t> </a:t>
            </a:r>
            <a:r>
              <a:rPr lang="en-US" sz="1600" b="1" noProof="0" dirty="0"/>
              <a:t>Cleaning step output </a:t>
            </a:r>
          </a:p>
        </p:txBody>
      </p:sp>
      <p:pic>
        <p:nvPicPr>
          <p:cNvPr id="11" name="Picture 10">
            <a:extLst>
              <a:ext uri="{FF2B5EF4-FFF2-40B4-BE49-F238E27FC236}">
                <a16:creationId xmlns:a16="http://schemas.microsoft.com/office/drawing/2014/main" id="{A2311FA8-8E26-BBCB-88D6-A08006109B89}"/>
              </a:ext>
            </a:extLst>
          </p:cNvPr>
          <p:cNvPicPr>
            <a:picLocks noChangeAspect="1"/>
          </p:cNvPicPr>
          <p:nvPr/>
        </p:nvPicPr>
        <p:blipFill>
          <a:blip r:embed="rId4"/>
          <a:srcRect t="1638" r="2439" b="667"/>
          <a:stretch>
            <a:fillRect/>
          </a:stretch>
        </p:blipFill>
        <p:spPr>
          <a:xfrm>
            <a:off x="6286630" y="1946743"/>
            <a:ext cx="5359974" cy="4676779"/>
          </a:xfrm>
          <a:prstGeom prst="rect">
            <a:avLst/>
          </a:prstGeom>
        </p:spPr>
      </p:pic>
      <p:pic>
        <p:nvPicPr>
          <p:cNvPr id="13" name="Picture 12">
            <a:extLst>
              <a:ext uri="{FF2B5EF4-FFF2-40B4-BE49-F238E27FC236}">
                <a16:creationId xmlns:a16="http://schemas.microsoft.com/office/drawing/2014/main" id="{0EA29C32-FAAE-F1D0-C8AC-79859BCED21A}"/>
              </a:ext>
            </a:extLst>
          </p:cNvPr>
          <p:cNvPicPr>
            <a:picLocks noChangeAspect="1"/>
          </p:cNvPicPr>
          <p:nvPr/>
        </p:nvPicPr>
        <p:blipFill>
          <a:blip r:embed="rId5"/>
          <a:srcRect r="18143"/>
          <a:stretch>
            <a:fillRect/>
          </a:stretch>
        </p:blipFill>
        <p:spPr>
          <a:xfrm>
            <a:off x="242477" y="2446981"/>
            <a:ext cx="5196298" cy="2482382"/>
          </a:xfrm>
          <a:prstGeom prst="rect">
            <a:avLst/>
          </a:prstGeom>
        </p:spPr>
      </p:pic>
    </p:spTree>
    <p:extLst>
      <p:ext uri="{BB962C8B-B14F-4D97-AF65-F5344CB8AC3E}">
        <p14:creationId xmlns:p14="http://schemas.microsoft.com/office/powerpoint/2010/main" val="39932498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647B2-AF90-00C7-807C-C2FB2AEF54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6B10D1-B4C6-07F5-6562-0A5A7DD5C9C2}"/>
              </a:ext>
            </a:extLst>
          </p:cNvPr>
          <p:cNvSpPr>
            <a:spLocks noGrp="1"/>
          </p:cNvSpPr>
          <p:nvPr>
            <p:ph type="title"/>
          </p:nvPr>
        </p:nvSpPr>
        <p:spPr>
          <a:xfrm>
            <a:off x="242477" y="-53443"/>
            <a:ext cx="11609159" cy="1247050"/>
          </a:xfrm>
        </p:spPr>
        <p:txBody>
          <a:bodyPr/>
          <a:lstStyle/>
          <a:p>
            <a:r>
              <a:rPr lang="en-US" sz="1800" b="1" noProof="0" dirty="0"/>
              <a:t>Pipeline: Enrichment (Feature Engineering)    </a:t>
            </a:r>
            <a:endParaRPr lang="en-US" sz="1800" noProof="0" dirty="0"/>
          </a:p>
        </p:txBody>
      </p:sp>
      <p:sp>
        <p:nvSpPr>
          <p:cNvPr id="56" name="TextBox 55">
            <a:extLst>
              <a:ext uri="{FF2B5EF4-FFF2-40B4-BE49-F238E27FC236}">
                <a16:creationId xmlns:a16="http://schemas.microsoft.com/office/drawing/2014/main" id="{6606BE04-858A-AE67-E574-D5C7C3BB0FE1}"/>
              </a:ext>
            </a:extLst>
          </p:cNvPr>
          <p:cNvSpPr txBox="1"/>
          <p:nvPr/>
        </p:nvSpPr>
        <p:spPr>
          <a:xfrm>
            <a:off x="315540" y="730113"/>
            <a:ext cx="6173779" cy="261610"/>
          </a:xfrm>
          <a:prstGeom prst="rect">
            <a:avLst/>
          </a:prstGeom>
          <a:noFill/>
        </p:spPr>
        <p:txBody>
          <a:bodyPr wrap="square">
            <a:spAutoFit/>
          </a:bodyPr>
          <a:lstStyle/>
          <a:p>
            <a:pPr marL="0" indent="0" algn="l">
              <a:buNone/>
            </a:pPr>
            <a:r>
              <a:rPr lang="en-US" sz="1100" i="1" noProof="0" dirty="0">
                <a:solidFill>
                  <a:srgbClr val="425A78"/>
                </a:solidFill>
              </a:rPr>
              <a:t>Enriched fields </a:t>
            </a:r>
          </a:p>
        </p:txBody>
      </p:sp>
      <p:sp>
        <p:nvSpPr>
          <p:cNvPr id="58" name="Shape 4">
            <a:extLst>
              <a:ext uri="{FF2B5EF4-FFF2-40B4-BE49-F238E27FC236}">
                <a16:creationId xmlns:a16="http://schemas.microsoft.com/office/drawing/2014/main" id="{1660B512-0C7A-9F01-6146-C33BDD281112}"/>
              </a:ext>
            </a:extLst>
          </p:cNvPr>
          <p:cNvSpPr/>
          <p:nvPr/>
        </p:nvSpPr>
        <p:spPr>
          <a:xfrm>
            <a:off x="340364" y="1046587"/>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3" name="Slide Number Placeholder 2">
            <a:extLst>
              <a:ext uri="{FF2B5EF4-FFF2-40B4-BE49-F238E27FC236}">
                <a16:creationId xmlns:a16="http://schemas.microsoft.com/office/drawing/2014/main" id="{FD22EFF3-4A8A-9532-AD02-B4EA2B77CD49}"/>
              </a:ext>
            </a:extLst>
          </p:cNvPr>
          <p:cNvSpPr>
            <a:spLocks noGrp="1"/>
          </p:cNvSpPr>
          <p:nvPr>
            <p:ph type="sldNum" sz="quarter" idx="12"/>
          </p:nvPr>
        </p:nvSpPr>
        <p:spPr/>
        <p:txBody>
          <a:bodyPr/>
          <a:lstStyle/>
          <a:p>
            <a:fld id="{40A7B169-58CE-4E65-B1F9-ACF9E46440C2}" type="slidenum">
              <a:rPr lang="en-US" noProof="0" smtClean="0"/>
              <a:t>37</a:t>
            </a:fld>
            <a:endParaRPr lang="en-US" noProof="0" dirty="0"/>
          </a:p>
        </p:txBody>
      </p:sp>
      <p:sp>
        <p:nvSpPr>
          <p:cNvPr id="4" name="Shape 8">
            <a:extLst>
              <a:ext uri="{FF2B5EF4-FFF2-40B4-BE49-F238E27FC236}">
                <a16:creationId xmlns:a16="http://schemas.microsoft.com/office/drawing/2014/main" id="{4DF90A24-6B3B-50A9-F991-206EC4CB115E}"/>
              </a:ext>
            </a:extLst>
          </p:cNvPr>
          <p:cNvSpPr/>
          <p:nvPr/>
        </p:nvSpPr>
        <p:spPr>
          <a:xfrm>
            <a:off x="344882" y="1995741"/>
            <a:ext cx="3620881" cy="347472"/>
          </a:xfrm>
          <a:prstGeom prst="rect">
            <a:avLst/>
          </a:prstGeom>
          <a:solidFill>
            <a:srgbClr val="F8FAFC"/>
          </a:solidFill>
          <a:ln>
            <a:solidFill>
              <a:srgbClr val="0D9589"/>
            </a:solidFill>
          </a:ln>
        </p:spPr>
        <p:txBody>
          <a:bodyPr/>
          <a:lstStyle/>
          <a:p>
            <a:endParaRPr lang="en-US" noProof="0" dirty="0"/>
          </a:p>
        </p:txBody>
      </p:sp>
      <p:sp>
        <p:nvSpPr>
          <p:cNvPr id="5" name="Text 9">
            <a:extLst>
              <a:ext uri="{FF2B5EF4-FFF2-40B4-BE49-F238E27FC236}">
                <a16:creationId xmlns:a16="http://schemas.microsoft.com/office/drawing/2014/main" id="{8C1BC759-8CDA-C71F-B9ED-EB2B846E9B8F}"/>
              </a:ext>
            </a:extLst>
          </p:cNvPr>
          <p:cNvSpPr/>
          <p:nvPr/>
        </p:nvSpPr>
        <p:spPr>
          <a:xfrm>
            <a:off x="29342" y="1995741"/>
            <a:ext cx="4251960" cy="292608"/>
          </a:xfrm>
          <a:prstGeom prst="rect">
            <a:avLst/>
          </a:prstGeom>
          <a:noFill/>
          <a:ln/>
        </p:spPr>
        <p:txBody>
          <a:bodyPr wrap="square" rtlCol="0" anchor="ctr"/>
          <a:lstStyle/>
          <a:p>
            <a:pPr marL="0" indent="0" algn="ctr">
              <a:buNone/>
            </a:pPr>
            <a:r>
              <a:rPr lang="en-US" sz="1050" b="1" noProof="0" dirty="0">
                <a:ea typeface="Calibri" pitchFamily="34" charset="-122"/>
                <a:cs typeface="Calibri" pitchFamily="34" charset="-120"/>
              </a:rPr>
              <a:t>Layer</a:t>
            </a:r>
            <a:endParaRPr lang="en-US" sz="1050" noProof="0" dirty="0"/>
          </a:p>
        </p:txBody>
      </p:sp>
      <p:sp>
        <p:nvSpPr>
          <p:cNvPr id="6" name="Shape 10">
            <a:extLst>
              <a:ext uri="{FF2B5EF4-FFF2-40B4-BE49-F238E27FC236}">
                <a16:creationId xmlns:a16="http://schemas.microsoft.com/office/drawing/2014/main" id="{20BEF12D-8E22-8A8E-3D5A-582CB6FB2369}"/>
              </a:ext>
            </a:extLst>
          </p:cNvPr>
          <p:cNvSpPr/>
          <p:nvPr/>
        </p:nvSpPr>
        <p:spPr>
          <a:xfrm>
            <a:off x="344882" y="2288349"/>
            <a:ext cx="3620881" cy="45719"/>
          </a:xfrm>
          <a:prstGeom prst="rect">
            <a:avLst/>
          </a:prstGeom>
          <a:solidFill>
            <a:srgbClr val="0F172A"/>
          </a:solidFill>
          <a:ln/>
          <a:effectLst>
            <a:outerShdw blurRad="63500" dist="25400" dir="8100000" algn="bl" rotWithShape="0">
              <a:srgbClr val="000000">
                <a:alpha val="12000"/>
              </a:srgbClr>
            </a:outerShdw>
          </a:effectLst>
        </p:spPr>
        <p:txBody>
          <a:bodyPr/>
          <a:lstStyle/>
          <a:p>
            <a:endParaRPr lang="en-US" noProof="0" dirty="0"/>
          </a:p>
        </p:txBody>
      </p:sp>
      <p:sp>
        <p:nvSpPr>
          <p:cNvPr id="7" name="Text 11">
            <a:extLst>
              <a:ext uri="{FF2B5EF4-FFF2-40B4-BE49-F238E27FC236}">
                <a16:creationId xmlns:a16="http://schemas.microsoft.com/office/drawing/2014/main" id="{C804A2A6-D0AD-8E11-8112-1878A2AEE3F5}"/>
              </a:ext>
            </a:extLst>
          </p:cNvPr>
          <p:cNvSpPr/>
          <p:nvPr/>
        </p:nvSpPr>
        <p:spPr>
          <a:xfrm>
            <a:off x="610058" y="1931733"/>
            <a:ext cx="4032504" cy="1188720"/>
          </a:xfrm>
          <a:prstGeom prst="rect">
            <a:avLst/>
          </a:prstGeom>
          <a:noFill/>
          <a:ln/>
        </p:spPr>
        <p:txBody>
          <a:bodyPr wrap="square" rtlCol="0" anchor="t"/>
          <a:lstStyle/>
          <a:p>
            <a:pPr marL="0" indent="0">
              <a:buNone/>
            </a:pPr>
            <a:endParaRPr lang="en-US" sz="900" noProof="0" dirty="0"/>
          </a:p>
        </p:txBody>
      </p:sp>
      <p:sp>
        <p:nvSpPr>
          <p:cNvPr id="8" name="Shape 12">
            <a:extLst>
              <a:ext uri="{FF2B5EF4-FFF2-40B4-BE49-F238E27FC236}">
                <a16:creationId xmlns:a16="http://schemas.microsoft.com/office/drawing/2014/main" id="{E0048327-9375-3283-2931-A9B22A27C169}"/>
              </a:ext>
            </a:extLst>
          </p:cNvPr>
          <p:cNvSpPr/>
          <p:nvPr/>
        </p:nvSpPr>
        <p:spPr>
          <a:xfrm>
            <a:off x="344882" y="2343213"/>
            <a:ext cx="3620881" cy="841248"/>
          </a:xfrm>
          <a:prstGeom prst="rect">
            <a:avLst/>
          </a:prstGeom>
          <a:solidFill>
            <a:srgbClr val="FFFFFF"/>
          </a:solidFill>
          <a:ln/>
          <a:effectLst>
            <a:outerShdw blurRad="63500" dist="25400" dir="8100000" algn="bl" rotWithShape="0">
              <a:srgbClr val="000000">
                <a:alpha val="12000"/>
              </a:srgbClr>
            </a:outerShdw>
          </a:effectLst>
        </p:spPr>
        <p:txBody>
          <a:bodyPr/>
          <a:lstStyle/>
          <a:p>
            <a:endParaRPr lang="en-US" noProof="0" dirty="0"/>
          </a:p>
        </p:txBody>
      </p:sp>
      <p:sp>
        <p:nvSpPr>
          <p:cNvPr id="9" name="Text 13">
            <a:extLst>
              <a:ext uri="{FF2B5EF4-FFF2-40B4-BE49-F238E27FC236}">
                <a16:creationId xmlns:a16="http://schemas.microsoft.com/office/drawing/2014/main" id="{FE0E7E26-0FAD-7238-F279-E9F63606D50A}"/>
              </a:ext>
            </a:extLst>
          </p:cNvPr>
          <p:cNvSpPr/>
          <p:nvPr/>
        </p:nvSpPr>
        <p:spPr>
          <a:xfrm>
            <a:off x="436322" y="2379789"/>
            <a:ext cx="4069080" cy="256032"/>
          </a:xfrm>
          <a:prstGeom prst="rect">
            <a:avLst/>
          </a:prstGeom>
          <a:noFill/>
          <a:ln/>
        </p:spPr>
        <p:txBody>
          <a:bodyPr wrap="square" lIns="0" tIns="0" rIns="0" bIns="0" rtlCol="0" anchor="ctr"/>
          <a:lstStyle/>
          <a:p>
            <a:pPr marL="0" indent="0">
              <a:buNone/>
            </a:pPr>
            <a:endParaRPr lang="en-US" sz="1000" noProof="0" dirty="0"/>
          </a:p>
        </p:txBody>
      </p:sp>
      <p:sp>
        <p:nvSpPr>
          <p:cNvPr id="10" name="Text 14">
            <a:extLst>
              <a:ext uri="{FF2B5EF4-FFF2-40B4-BE49-F238E27FC236}">
                <a16:creationId xmlns:a16="http://schemas.microsoft.com/office/drawing/2014/main" id="{73BEEAA4-D162-8121-3E51-2CBC1A09E265}"/>
              </a:ext>
            </a:extLst>
          </p:cNvPr>
          <p:cNvSpPr/>
          <p:nvPr/>
        </p:nvSpPr>
        <p:spPr>
          <a:xfrm>
            <a:off x="482042" y="2451373"/>
            <a:ext cx="4069080" cy="548640"/>
          </a:xfrm>
          <a:prstGeom prst="rect">
            <a:avLst/>
          </a:prstGeom>
          <a:noFill/>
          <a:ln/>
        </p:spPr>
        <p:txBody>
          <a:bodyPr wrap="square" lIns="0" tIns="0" rIns="0" bIns="0" rtlCol="0" anchor="ctr"/>
          <a:lstStyle/>
          <a:p>
            <a:pPr marL="171450" indent="-171450">
              <a:lnSpc>
                <a:spcPct val="150000"/>
              </a:lnSpc>
              <a:buFont typeface="Arial" panose="020B0604020202020204" pitchFamily="34" charset="0"/>
              <a:buChar char="•"/>
            </a:pPr>
            <a:r>
              <a:rPr lang="en-US" sz="1100" noProof="0" dirty="0">
                <a:solidFill>
                  <a:srgbClr val="1E293B"/>
                </a:solidFill>
                <a:ea typeface="Consolas" pitchFamily="34" charset="-122"/>
                <a:cs typeface="Consolas" pitchFamily="34" charset="-120"/>
              </a:rPr>
              <a:t>Detect API anchors: HAL_, LL_, MX_</a:t>
            </a:r>
          </a:p>
          <a:p>
            <a:pPr marL="171450" indent="-171450">
              <a:lnSpc>
                <a:spcPct val="150000"/>
              </a:lnSpc>
              <a:buFont typeface="Arial" panose="020B0604020202020204" pitchFamily="34" charset="0"/>
              <a:buChar char="•"/>
            </a:pPr>
            <a:r>
              <a:rPr lang="en-US" sz="1100" noProof="0" dirty="0">
                <a:solidFill>
                  <a:srgbClr val="1E293B"/>
                </a:solidFill>
                <a:ea typeface="Consolas" pitchFamily="34" charset="-122"/>
                <a:cs typeface="Consolas" pitchFamily="34" charset="-120"/>
              </a:rPr>
              <a:t>Middleware keywords: </a:t>
            </a:r>
            <a:r>
              <a:rPr lang="en-US" sz="1100" noProof="0" dirty="0" err="1">
                <a:solidFill>
                  <a:srgbClr val="1E293B"/>
                </a:solidFill>
                <a:ea typeface="Consolas" pitchFamily="34" charset="-122"/>
                <a:cs typeface="Consolas" pitchFamily="34" charset="-120"/>
              </a:rPr>
              <a:t>FreeRTOS</a:t>
            </a:r>
            <a:r>
              <a:rPr lang="en-US" sz="1100" noProof="0" dirty="0">
                <a:solidFill>
                  <a:srgbClr val="1E293B"/>
                </a:solidFill>
                <a:ea typeface="Consolas" pitchFamily="34" charset="-122"/>
                <a:cs typeface="Consolas" pitchFamily="34" charset="-120"/>
              </a:rPr>
              <a:t>, </a:t>
            </a:r>
            <a:r>
              <a:rPr lang="en-US" sz="1100" noProof="0" dirty="0" err="1">
                <a:solidFill>
                  <a:srgbClr val="1E293B"/>
                </a:solidFill>
                <a:ea typeface="Consolas" pitchFamily="34" charset="-122"/>
                <a:cs typeface="Consolas" pitchFamily="34" charset="-120"/>
              </a:rPr>
              <a:t>LwIP</a:t>
            </a:r>
            <a:r>
              <a:rPr lang="en-US" sz="1100" noProof="0" dirty="0">
                <a:solidFill>
                  <a:srgbClr val="1E293B"/>
                </a:solidFill>
                <a:ea typeface="Consolas" pitchFamily="34" charset="-122"/>
                <a:cs typeface="Consolas" pitchFamily="34" charset="-120"/>
              </a:rPr>
              <a:t>, </a:t>
            </a:r>
            <a:r>
              <a:rPr lang="en-US" sz="1100" noProof="0" dirty="0" err="1">
                <a:solidFill>
                  <a:srgbClr val="1E293B"/>
                </a:solidFill>
                <a:ea typeface="Consolas" pitchFamily="34" charset="-122"/>
                <a:cs typeface="Consolas" pitchFamily="34" charset="-120"/>
              </a:rPr>
              <a:t>FatFs</a:t>
            </a:r>
            <a:r>
              <a:rPr lang="en-US" sz="1100" noProof="0" dirty="0">
                <a:solidFill>
                  <a:srgbClr val="1E293B"/>
                </a:solidFill>
                <a:ea typeface="Consolas" pitchFamily="34" charset="-122"/>
                <a:cs typeface="Consolas" pitchFamily="34" charset="-120"/>
              </a:rPr>
              <a:t>…</a:t>
            </a:r>
            <a:endParaRPr lang="en-US" sz="1100" noProof="0" dirty="0"/>
          </a:p>
        </p:txBody>
      </p:sp>
      <p:sp>
        <p:nvSpPr>
          <p:cNvPr id="25" name="Shape 8">
            <a:extLst>
              <a:ext uri="{FF2B5EF4-FFF2-40B4-BE49-F238E27FC236}">
                <a16:creationId xmlns:a16="http://schemas.microsoft.com/office/drawing/2014/main" id="{F3565B9D-F3B0-E5F8-4AD1-8E43EA70A93B}"/>
              </a:ext>
            </a:extLst>
          </p:cNvPr>
          <p:cNvSpPr/>
          <p:nvPr/>
        </p:nvSpPr>
        <p:spPr>
          <a:xfrm>
            <a:off x="4288234" y="1995741"/>
            <a:ext cx="3748897" cy="347472"/>
          </a:xfrm>
          <a:prstGeom prst="rect">
            <a:avLst/>
          </a:prstGeom>
          <a:solidFill>
            <a:srgbClr val="F8FAFC"/>
          </a:solidFill>
          <a:ln>
            <a:solidFill>
              <a:srgbClr val="0D9589"/>
            </a:solidFill>
          </a:ln>
        </p:spPr>
        <p:txBody>
          <a:bodyPr/>
          <a:lstStyle/>
          <a:p>
            <a:endParaRPr lang="en-US" noProof="0" dirty="0"/>
          </a:p>
        </p:txBody>
      </p:sp>
      <p:sp>
        <p:nvSpPr>
          <p:cNvPr id="26" name="Text 9">
            <a:extLst>
              <a:ext uri="{FF2B5EF4-FFF2-40B4-BE49-F238E27FC236}">
                <a16:creationId xmlns:a16="http://schemas.microsoft.com/office/drawing/2014/main" id="{B28A4EB4-9298-9101-FD5C-241BB67D93C6}"/>
              </a:ext>
            </a:extLst>
          </p:cNvPr>
          <p:cNvSpPr/>
          <p:nvPr/>
        </p:nvSpPr>
        <p:spPr>
          <a:xfrm>
            <a:off x="3972694" y="1995741"/>
            <a:ext cx="4251960" cy="292608"/>
          </a:xfrm>
          <a:prstGeom prst="rect">
            <a:avLst/>
          </a:prstGeom>
          <a:noFill/>
          <a:ln/>
        </p:spPr>
        <p:txBody>
          <a:bodyPr wrap="square" rtlCol="0" anchor="ctr"/>
          <a:lstStyle/>
          <a:p>
            <a:pPr marL="0" indent="0" algn="ctr">
              <a:buNone/>
            </a:pPr>
            <a:r>
              <a:rPr lang="en-US" sz="1050" b="1" noProof="0" dirty="0">
                <a:ea typeface="Calibri" pitchFamily="34" charset="-122"/>
                <a:cs typeface="Calibri" pitchFamily="34" charset="-120"/>
              </a:rPr>
              <a:t>Severity</a:t>
            </a:r>
            <a:endParaRPr lang="en-US" sz="1050" noProof="0" dirty="0"/>
          </a:p>
        </p:txBody>
      </p:sp>
      <p:sp>
        <p:nvSpPr>
          <p:cNvPr id="27" name="Shape 10">
            <a:extLst>
              <a:ext uri="{FF2B5EF4-FFF2-40B4-BE49-F238E27FC236}">
                <a16:creationId xmlns:a16="http://schemas.microsoft.com/office/drawing/2014/main" id="{25040F6A-FB0B-4CF7-134A-A185731C9446}"/>
              </a:ext>
            </a:extLst>
          </p:cNvPr>
          <p:cNvSpPr/>
          <p:nvPr/>
        </p:nvSpPr>
        <p:spPr>
          <a:xfrm>
            <a:off x="4288234" y="2288349"/>
            <a:ext cx="3748897" cy="45719"/>
          </a:xfrm>
          <a:prstGeom prst="rect">
            <a:avLst/>
          </a:prstGeom>
          <a:solidFill>
            <a:srgbClr val="0F172A"/>
          </a:solidFill>
          <a:ln/>
          <a:effectLst>
            <a:outerShdw blurRad="63500" dist="25400" dir="8100000" algn="bl" rotWithShape="0">
              <a:srgbClr val="000000">
                <a:alpha val="12000"/>
              </a:srgbClr>
            </a:outerShdw>
          </a:effectLst>
        </p:spPr>
        <p:txBody>
          <a:bodyPr/>
          <a:lstStyle/>
          <a:p>
            <a:endParaRPr lang="en-US" noProof="0" dirty="0"/>
          </a:p>
        </p:txBody>
      </p:sp>
      <p:sp>
        <p:nvSpPr>
          <p:cNvPr id="28" name="Text 11">
            <a:extLst>
              <a:ext uri="{FF2B5EF4-FFF2-40B4-BE49-F238E27FC236}">
                <a16:creationId xmlns:a16="http://schemas.microsoft.com/office/drawing/2014/main" id="{7A952EAB-E031-7A1F-C09D-145B03FF67B5}"/>
              </a:ext>
            </a:extLst>
          </p:cNvPr>
          <p:cNvSpPr/>
          <p:nvPr/>
        </p:nvSpPr>
        <p:spPr>
          <a:xfrm>
            <a:off x="4553410" y="1931733"/>
            <a:ext cx="4032504" cy="1188720"/>
          </a:xfrm>
          <a:prstGeom prst="rect">
            <a:avLst/>
          </a:prstGeom>
          <a:noFill/>
          <a:ln/>
        </p:spPr>
        <p:txBody>
          <a:bodyPr wrap="square" rtlCol="0" anchor="t"/>
          <a:lstStyle/>
          <a:p>
            <a:pPr marL="0" indent="0">
              <a:buNone/>
            </a:pPr>
            <a:endParaRPr lang="en-US" sz="900" noProof="0" dirty="0"/>
          </a:p>
        </p:txBody>
      </p:sp>
      <p:sp>
        <p:nvSpPr>
          <p:cNvPr id="29" name="Shape 12">
            <a:extLst>
              <a:ext uri="{FF2B5EF4-FFF2-40B4-BE49-F238E27FC236}">
                <a16:creationId xmlns:a16="http://schemas.microsoft.com/office/drawing/2014/main" id="{21F92C96-5952-C7B9-9C2A-C74D018F04D7}"/>
              </a:ext>
            </a:extLst>
          </p:cNvPr>
          <p:cNvSpPr/>
          <p:nvPr/>
        </p:nvSpPr>
        <p:spPr>
          <a:xfrm>
            <a:off x="4288234" y="2343213"/>
            <a:ext cx="3748897" cy="841248"/>
          </a:xfrm>
          <a:prstGeom prst="rect">
            <a:avLst/>
          </a:prstGeom>
          <a:solidFill>
            <a:srgbClr val="FFFFFF"/>
          </a:solidFill>
          <a:ln/>
          <a:effectLst>
            <a:outerShdw blurRad="63500" dist="25400" dir="8100000" algn="bl" rotWithShape="0">
              <a:srgbClr val="000000">
                <a:alpha val="12000"/>
              </a:srgbClr>
            </a:outerShdw>
          </a:effectLst>
        </p:spPr>
        <p:txBody>
          <a:bodyPr/>
          <a:lstStyle/>
          <a:p>
            <a:endParaRPr lang="en-US" noProof="0" dirty="0"/>
          </a:p>
        </p:txBody>
      </p:sp>
      <p:sp>
        <p:nvSpPr>
          <p:cNvPr id="31" name="Text 13">
            <a:extLst>
              <a:ext uri="{FF2B5EF4-FFF2-40B4-BE49-F238E27FC236}">
                <a16:creationId xmlns:a16="http://schemas.microsoft.com/office/drawing/2014/main" id="{94C72F74-D082-A3F8-F9FD-8BC6A32D4B5D}"/>
              </a:ext>
            </a:extLst>
          </p:cNvPr>
          <p:cNvSpPr/>
          <p:nvPr/>
        </p:nvSpPr>
        <p:spPr>
          <a:xfrm>
            <a:off x="4379674" y="2379789"/>
            <a:ext cx="4069080" cy="256032"/>
          </a:xfrm>
          <a:prstGeom prst="rect">
            <a:avLst/>
          </a:prstGeom>
          <a:noFill/>
          <a:ln/>
        </p:spPr>
        <p:txBody>
          <a:bodyPr wrap="square" lIns="0" tIns="0" rIns="0" bIns="0" rtlCol="0" anchor="ctr"/>
          <a:lstStyle/>
          <a:p>
            <a:pPr marL="0" indent="0">
              <a:buNone/>
            </a:pPr>
            <a:endParaRPr lang="en-US" sz="1000" noProof="0" dirty="0"/>
          </a:p>
        </p:txBody>
      </p:sp>
      <p:sp>
        <p:nvSpPr>
          <p:cNvPr id="33" name="Text 14">
            <a:extLst>
              <a:ext uri="{FF2B5EF4-FFF2-40B4-BE49-F238E27FC236}">
                <a16:creationId xmlns:a16="http://schemas.microsoft.com/office/drawing/2014/main" id="{DA49EB48-8384-D076-88AA-8E3B44D9525D}"/>
              </a:ext>
            </a:extLst>
          </p:cNvPr>
          <p:cNvSpPr/>
          <p:nvPr/>
        </p:nvSpPr>
        <p:spPr>
          <a:xfrm>
            <a:off x="4368071" y="2442228"/>
            <a:ext cx="4069080" cy="548640"/>
          </a:xfrm>
          <a:prstGeom prst="rect">
            <a:avLst/>
          </a:prstGeom>
          <a:noFill/>
          <a:ln/>
        </p:spPr>
        <p:txBody>
          <a:bodyPr wrap="square" lIns="0" tIns="0" rIns="0" bIns="0" rtlCol="0" anchor="ctr"/>
          <a:lstStyle/>
          <a:p>
            <a:pPr marL="171450" indent="-171450">
              <a:lnSpc>
                <a:spcPct val="150000"/>
              </a:lnSpc>
              <a:buFont typeface="Arial" panose="020B0604020202020204" pitchFamily="34" charset="0"/>
              <a:buChar char="•"/>
            </a:pPr>
            <a:r>
              <a:rPr lang="en-US" sz="1100" noProof="0" dirty="0">
                <a:solidFill>
                  <a:srgbClr val="1E293B"/>
                </a:solidFill>
                <a:ea typeface="Consolas" pitchFamily="34" charset="-122"/>
                <a:cs typeface="Consolas" pitchFamily="34" charset="-120"/>
              </a:rPr>
              <a:t>High if crash keywords (</a:t>
            </a:r>
            <a:r>
              <a:rPr lang="en-US" sz="1100" noProof="0" dirty="0" err="1">
                <a:solidFill>
                  <a:srgbClr val="1E293B"/>
                </a:solidFill>
                <a:ea typeface="Consolas" pitchFamily="34" charset="-122"/>
                <a:cs typeface="Consolas" pitchFamily="34" charset="-120"/>
              </a:rPr>
              <a:t>HardFault</a:t>
            </a:r>
            <a:r>
              <a:rPr lang="en-US" sz="1100" noProof="0" dirty="0">
                <a:solidFill>
                  <a:srgbClr val="1E293B"/>
                </a:solidFill>
                <a:ea typeface="Consolas" pitchFamily="34" charset="-122"/>
                <a:cs typeface="Consolas" pitchFamily="34" charset="-120"/>
              </a:rPr>
              <a:t>, freeze, deadlock…)</a:t>
            </a:r>
          </a:p>
          <a:p>
            <a:pPr marL="171450" indent="-171450">
              <a:lnSpc>
                <a:spcPct val="150000"/>
              </a:lnSpc>
              <a:buFont typeface="Arial" panose="020B0604020202020204" pitchFamily="34" charset="0"/>
              <a:buChar char="•"/>
            </a:pPr>
            <a:r>
              <a:rPr lang="en-US" sz="1100" noProof="0" dirty="0">
                <a:solidFill>
                  <a:srgbClr val="1E293B"/>
                </a:solidFill>
                <a:ea typeface="Consolas" pitchFamily="34" charset="-122"/>
                <a:cs typeface="Consolas" pitchFamily="34" charset="-120"/>
              </a:rPr>
              <a:t>Low if doc keywords (typo, documentation…)</a:t>
            </a:r>
          </a:p>
          <a:p>
            <a:pPr marL="171450" indent="-171450">
              <a:lnSpc>
                <a:spcPct val="150000"/>
              </a:lnSpc>
              <a:buFont typeface="Arial" panose="020B0604020202020204" pitchFamily="34" charset="0"/>
              <a:buChar char="•"/>
            </a:pPr>
            <a:r>
              <a:rPr lang="en-US" sz="1100" noProof="0" dirty="0">
                <a:solidFill>
                  <a:srgbClr val="1E293B"/>
                </a:solidFill>
                <a:ea typeface="Consolas" pitchFamily="34" charset="-122"/>
                <a:cs typeface="Consolas" pitchFamily="34" charset="-120"/>
              </a:rPr>
              <a:t>Else medium</a:t>
            </a:r>
            <a:endParaRPr lang="en-US" sz="1100" noProof="0" dirty="0"/>
          </a:p>
        </p:txBody>
      </p:sp>
      <p:sp>
        <p:nvSpPr>
          <p:cNvPr id="34" name="Shape 8">
            <a:extLst>
              <a:ext uri="{FF2B5EF4-FFF2-40B4-BE49-F238E27FC236}">
                <a16:creationId xmlns:a16="http://schemas.microsoft.com/office/drawing/2014/main" id="{2CA967AB-4C17-CEBD-C4CC-5C0490AAB183}"/>
              </a:ext>
            </a:extLst>
          </p:cNvPr>
          <p:cNvSpPr/>
          <p:nvPr/>
        </p:nvSpPr>
        <p:spPr>
          <a:xfrm>
            <a:off x="8174291" y="1995741"/>
            <a:ext cx="3620881" cy="347472"/>
          </a:xfrm>
          <a:prstGeom prst="rect">
            <a:avLst/>
          </a:prstGeom>
          <a:solidFill>
            <a:srgbClr val="F8FAFC"/>
          </a:solidFill>
          <a:ln>
            <a:solidFill>
              <a:srgbClr val="0D9589"/>
            </a:solidFill>
          </a:ln>
        </p:spPr>
        <p:txBody>
          <a:bodyPr/>
          <a:lstStyle/>
          <a:p>
            <a:endParaRPr lang="en-US" noProof="0" dirty="0"/>
          </a:p>
        </p:txBody>
      </p:sp>
      <p:sp>
        <p:nvSpPr>
          <p:cNvPr id="35" name="Text 9">
            <a:extLst>
              <a:ext uri="{FF2B5EF4-FFF2-40B4-BE49-F238E27FC236}">
                <a16:creationId xmlns:a16="http://schemas.microsoft.com/office/drawing/2014/main" id="{4DAC514C-2A03-0CF6-09F1-ED9F4AAA9DC1}"/>
              </a:ext>
            </a:extLst>
          </p:cNvPr>
          <p:cNvSpPr/>
          <p:nvPr/>
        </p:nvSpPr>
        <p:spPr>
          <a:xfrm>
            <a:off x="7858751" y="2002361"/>
            <a:ext cx="4251960" cy="292608"/>
          </a:xfrm>
          <a:prstGeom prst="rect">
            <a:avLst/>
          </a:prstGeom>
          <a:noFill/>
          <a:ln/>
        </p:spPr>
        <p:txBody>
          <a:bodyPr wrap="square" rtlCol="0" anchor="ctr"/>
          <a:lstStyle/>
          <a:p>
            <a:pPr marL="0" indent="0" algn="ctr">
              <a:buNone/>
            </a:pPr>
            <a:r>
              <a:rPr lang="en-US" sz="1050" b="1" noProof="0" dirty="0">
                <a:ea typeface="Calibri" pitchFamily="34" charset="-122"/>
                <a:cs typeface="Calibri" pitchFamily="34" charset="-120"/>
              </a:rPr>
              <a:t>Component</a:t>
            </a:r>
            <a:endParaRPr lang="en-US" sz="1050" noProof="0" dirty="0"/>
          </a:p>
        </p:txBody>
      </p:sp>
      <p:sp>
        <p:nvSpPr>
          <p:cNvPr id="36" name="Shape 10">
            <a:extLst>
              <a:ext uri="{FF2B5EF4-FFF2-40B4-BE49-F238E27FC236}">
                <a16:creationId xmlns:a16="http://schemas.microsoft.com/office/drawing/2014/main" id="{6E2CC998-E405-833E-DB0C-DC534DEA09F5}"/>
              </a:ext>
            </a:extLst>
          </p:cNvPr>
          <p:cNvSpPr/>
          <p:nvPr/>
        </p:nvSpPr>
        <p:spPr>
          <a:xfrm>
            <a:off x="8174291" y="2288349"/>
            <a:ext cx="3620881" cy="45719"/>
          </a:xfrm>
          <a:prstGeom prst="rect">
            <a:avLst/>
          </a:prstGeom>
          <a:solidFill>
            <a:srgbClr val="0F172A"/>
          </a:solidFill>
          <a:ln/>
          <a:effectLst>
            <a:outerShdw blurRad="63500" dist="25400" dir="8100000" algn="bl" rotWithShape="0">
              <a:srgbClr val="000000">
                <a:alpha val="12000"/>
              </a:srgbClr>
            </a:outerShdw>
          </a:effectLst>
        </p:spPr>
        <p:txBody>
          <a:bodyPr/>
          <a:lstStyle/>
          <a:p>
            <a:endParaRPr lang="en-US" noProof="0" dirty="0"/>
          </a:p>
        </p:txBody>
      </p:sp>
      <p:sp>
        <p:nvSpPr>
          <p:cNvPr id="37" name="Text 11">
            <a:extLst>
              <a:ext uri="{FF2B5EF4-FFF2-40B4-BE49-F238E27FC236}">
                <a16:creationId xmlns:a16="http://schemas.microsoft.com/office/drawing/2014/main" id="{33178357-8901-2DB6-6214-F0FEFFECD6BA}"/>
              </a:ext>
            </a:extLst>
          </p:cNvPr>
          <p:cNvSpPr/>
          <p:nvPr/>
        </p:nvSpPr>
        <p:spPr>
          <a:xfrm>
            <a:off x="8573205" y="1823573"/>
            <a:ext cx="4032504" cy="1188720"/>
          </a:xfrm>
          <a:prstGeom prst="rect">
            <a:avLst/>
          </a:prstGeom>
          <a:noFill/>
          <a:ln/>
        </p:spPr>
        <p:txBody>
          <a:bodyPr wrap="square" rtlCol="0" anchor="t"/>
          <a:lstStyle/>
          <a:p>
            <a:pPr marL="0" indent="0">
              <a:buNone/>
            </a:pPr>
            <a:endParaRPr lang="en-US" sz="900" noProof="0" dirty="0"/>
          </a:p>
        </p:txBody>
      </p:sp>
      <p:sp>
        <p:nvSpPr>
          <p:cNvPr id="38" name="Shape 12">
            <a:extLst>
              <a:ext uri="{FF2B5EF4-FFF2-40B4-BE49-F238E27FC236}">
                <a16:creationId xmlns:a16="http://schemas.microsoft.com/office/drawing/2014/main" id="{0077B9A8-76D7-8199-E6EE-3AD25E8F01DD}"/>
              </a:ext>
            </a:extLst>
          </p:cNvPr>
          <p:cNvSpPr/>
          <p:nvPr/>
        </p:nvSpPr>
        <p:spPr>
          <a:xfrm>
            <a:off x="8174291" y="2343213"/>
            <a:ext cx="3620881" cy="841248"/>
          </a:xfrm>
          <a:prstGeom prst="rect">
            <a:avLst/>
          </a:prstGeom>
          <a:solidFill>
            <a:srgbClr val="FFFFFF"/>
          </a:solidFill>
          <a:ln/>
          <a:effectLst>
            <a:outerShdw blurRad="63500" dist="25400" dir="8100000" algn="bl" rotWithShape="0">
              <a:srgbClr val="000000">
                <a:alpha val="12000"/>
              </a:srgbClr>
            </a:outerShdw>
          </a:effectLst>
        </p:spPr>
        <p:txBody>
          <a:bodyPr/>
          <a:lstStyle/>
          <a:p>
            <a:endParaRPr lang="en-US" noProof="0" dirty="0"/>
          </a:p>
        </p:txBody>
      </p:sp>
      <p:sp>
        <p:nvSpPr>
          <p:cNvPr id="39" name="Text 13">
            <a:extLst>
              <a:ext uri="{FF2B5EF4-FFF2-40B4-BE49-F238E27FC236}">
                <a16:creationId xmlns:a16="http://schemas.microsoft.com/office/drawing/2014/main" id="{2E1F2575-1EA6-0CDD-E385-490548F0A497}"/>
              </a:ext>
            </a:extLst>
          </p:cNvPr>
          <p:cNvSpPr/>
          <p:nvPr/>
        </p:nvSpPr>
        <p:spPr>
          <a:xfrm>
            <a:off x="8399469" y="2271629"/>
            <a:ext cx="4069080" cy="256032"/>
          </a:xfrm>
          <a:prstGeom prst="rect">
            <a:avLst/>
          </a:prstGeom>
          <a:noFill/>
          <a:ln/>
        </p:spPr>
        <p:txBody>
          <a:bodyPr wrap="square" lIns="0" tIns="0" rIns="0" bIns="0" rtlCol="0" anchor="ctr"/>
          <a:lstStyle/>
          <a:p>
            <a:pPr marL="0" indent="0">
              <a:buNone/>
            </a:pPr>
            <a:endParaRPr lang="en-US" sz="1000" noProof="0" dirty="0"/>
          </a:p>
        </p:txBody>
      </p:sp>
      <p:sp>
        <p:nvSpPr>
          <p:cNvPr id="40" name="Text 14">
            <a:extLst>
              <a:ext uri="{FF2B5EF4-FFF2-40B4-BE49-F238E27FC236}">
                <a16:creationId xmlns:a16="http://schemas.microsoft.com/office/drawing/2014/main" id="{280C1AFD-1FC2-C801-75DA-B4E897F7E134}"/>
              </a:ext>
            </a:extLst>
          </p:cNvPr>
          <p:cNvSpPr/>
          <p:nvPr/>
        </p:nvSpPr>
        <p:spPr>
          <a:xfrm>
            <a:off x="8310317" y="2461338"/>
            <a:ext cx="4069080" cy="548640"/>
          </a:xfrm>
          <a:prstGeom prst="rect">
            <a:avLst/>
          </a:prstGeom>
          <a:noFill/>
          <a:ln/>
        </p:spPr>
        <p:txBody>
          <a:bodyPr wrap="square" lIns="0" tIns="0" rIns="0" bIns="0" rtlCol="0" anchor="ctr"/>
          <a:lstStyle/>
          <a:p>
            <a:pPr marL="171450" indent="-171450">
              <a:lnSpc>
                <a:spcPct val="150000"/>
              </a:lnSpc>
              <a:buFont typeface="Arial" panose="020B0604020202020204" pitchFamily="34" charset="0"/>
              <a:buChar char="•"/>
            </a:pPr>
            <a:r>
              <a:rPr lang="en-US" sz="1100" noProof="0" dirty="0">
                <a:solidFill>
                  <a:srgbClr val="1E293B"/>
                </a:solidFill>
                <a:ea typeface="Consolas" pitchFamily="34" charset="-122"/>
                <a:cs typeface="Consolas" pitchFamily="34" charset="-120"/>
              </a:rPr>
              <a:t>From labels (</a:t>
            </a:r>
            <a:r>
              <a:rPr lang="en-US" sz="1100" noProof="0" dirty="0" err="1">
                <a:solidFill>
                  <a:srgbClr val="1E293B"/>
                </a:solidFill>
                <a:ea typeface="Consolas" pitchFamily="34" charset="-122"/>
                <a:cs typeface="Consolas" pitchFamily="34" charset="-120"/>
              </a:rPr>
              <a:t>usb</a:t>
            </a:r>
            <a:r>
              <a:rPr lang="en-US" sz="1100" noProof="0" dirty="0">
                <a:solidFill>
                  <a:srgbClr val="1E293B"/>
                </a:solidFill>
                <a:ea typeface="Consolas" pitchFamily="34" charset="-122"/>
                <a:cs typeface="Consolas" pitchFamily="34" charset="-120"/>
              </a:rPr>
              <a:t>, </a:t>
            </a:r>
            <a:r>
              <a:rPr lang="en-US" sz="1100" noProof="0" dirty="0" err="1">
                <a:solidFill>
                  <a:srgbClr val="1E293B"/>
                </a:solidFill>
                <a:ea typeface="Consolas" pitchFamily="34" charset="-122"/>
                <a:cs typeface="Consolas" pitchFamily="34" charset="-120"/>
              </a:rPr>
              <a:t>dma</a:t>
            </a:r>
            <a:r>
              <a:rPr lang="en-US" sz="1100" noProof="0" dirty="0">
                <a:solidFill>
                  <a:srgbClr val="1E293B"/>
                </a:solidFill>
                <a:ea typeface="Consolas" pitchFamily="34" charset="-122"/>
                <a:cs typeface="Consolas" pitchFamily="34" charset="-120"/>
              </a:rPr>
              <a:t>, </a:t>
            </a:r>
            <a:r>
              <a:rPr lang="en-US" sz="1100" noProof="0" dirty="0" err="1">
                <a:solidFill>
                  <a:srgbClr val="1E293B"/>
                </a:solidFill>
                <a:ea typeface="Consolas" pitchFamily="34" charset="-122"/>
                <a:cs typeface="Consolas" pitchFamily="34" charset="-120"/>
              </a:rPr>
              <a:t>usart</a:t>
            </a:r>
            <a:r>
              <a:rPr lang="en-US" sz="1100" noProof="0" dirty="0">
                <a:solidFill>
                  <a:srgbClr val="1E293B"/>
                </a:solidFill>
                <a:ea typeface="Consolas" pitchFamily="34" charset="-122"/>
                <a:cs typeface="Consolas" pitchFamily="34" charset="-120"/>
              </a:rPr>
              <a:t>…)</a:t>
            </a:r>
          </a:p>
          <a:p>
            <a:pPr marL="171450" indent="-171450">
              <a:lnSpc>
                <a:spcPct val="150000"/>
              </a:lnSpc>
              <a:buFont typeface="Arial" panose="020B0604020202020204" pitchFamily="34" charset="0"/>
              <a:buChar char="•"/>
            </a:pPr>
            <a:r>
              <a:rPr lang="en-US" sz="1100" noProof="0" dirty="0">
                <a:solidFill>
                  <a:srgbClr val="1E293B"/>
                </a:solidFill>
                <a:ea typeface="Consolas" pitchFamily="34" charset="-122"/>
                <a:cs typeface="Consolas" pitchFamily="34" charset="-120"/>
              </a:rPr>
              <a:t>Fallback from API patterns (HAL_UART_, USBD_)</a:t>
            </a:r>
            <a:endParaRPr lang="en-US" sz="1100" noProof="0" dirty="0"/>
          </a:p>
        </p:txBody>
      </p:sp>
      <p:sp>
        <p:nvSpPr>
          <p:cNvPr id="41" name="Shape 8">
            <a:extLst>
              <a:ext uri="{FF2B5EF4-FFF2-40B4-BE49-F238E27FC236}">
                <a16:creationId xmlns:a16="http://schemas.microsoft.com/office/drawing/2014/main" id="{AAE5E1EC-FA6F-8250-0436-13639AE3AB01}"/>
              </a:ext>
            </a:extLst>
          </p:cNvPr>
          <p:cNvSpPr/>
          <p:nvPr/>
        </p:nvSpPr>
        <p:spPr>
          <a:xfrm>
            <a:off x="2152648" y="3737548"/>
            <a:ext cx="3620881" cy="347472"/>
          </a:xfrm>
          <a:prstGeom prst="rect">
            <a:avLst/>
          </a:prstGeom>
          <a:solidFill>
            <a:srgbClr val="F8FAFC"/>
          </a:solidFill>
          <a:ln>
            <a:solidFill>
              <a:srgbClr val="0D9589"/>
            </a:solidFill>
          </a:ln>
        </p:spPr>
        <p:txBody>
          <a:bodyPr/>
          <a:lstStyle/>
          <a:p>
            <a:endParaRPr lang="en-US" noProof="0" dirty="0"/>
          </a:p>
        </p:txBody>
      </p:sp>
      <p:sp>
        <p:nvSpPr>
          <p:cNvPr id="42" name="Text 9">
            <a:extLst>
              <a:ext uri="{FF2B5EF4-FFF2-40B4-BE49-F238E27FC236}">
                <a16:creationId xmlns:a16="http://schemas.microsoft.com/office/drawing/2014/main" id="{360A270F-0AB2-D7FD-8CAE-AADEE200DFEC}"/>
              </a:ext>
            </a:extLst>
          </p:cNvPr>
          <p:cNvSpPr/>
          <p:nvPr/>
        </p:nvSpPr>
        <p:spPr>
          <a:xfrm>
            <a:off x="1837108" y="3737548"/>
            <a:ext cx="4251960" cy="292608"/>
          </a:xfrm>
          <a:prstGeom prst="rect">
            <a:avLst/>
          </a:prstGeom>
          <a:noFill/>
          <a:ln/>
        </p:spPr>
        <p:txBody>
          <a:bodyPr wrap="square" rtlCol="0" anchor="ctr"/>
          <a:lstStyle/>
          <a:p>
            <a:pPr marL="0" indent="0" algn="ctr">
              <a:buNone/>
            </a:pPr>
            <a:r>
              <a:rPr lang="en-US" sz="1050" b="1" noProof="0" dirty="0" err="1">
                <a:ea typeface="Calibri" pitchFamily="34" charset="-122"/>
                <a:cs typeface="Calibri" pitchFamily="34" charset="-120"/>
              </a:rPr>
              <a:t>Issue_kind</a:t>
            </a:r>
            <a:endParaRPr lang="en-US" sz="1050" noProof="0" dirty="0"/>
          </a:p>
        </p:txBody>
      </p:sp>
      <p:sp>
        <p:nvSpPr>
          <p:cNvPr id="43" name="Shape 10">
            <a:extLst>
              <a:ext uri="{FF2B5EF4-FFF2-40B4-BE49-F238E27FC236}">
                <a16:creationId xmlns:a16="http://schemas.microsoft.com/office/drawing/2014/main" id="{CFC04B46-570A-6D60-8C5E-888080CB5717}"/>
              </a:ext>
            </a:extLst>
          </p:cNvPr>
          <p:cNvSpPr/>
          <p:nvPr/>
        </p:nvSpPr>
        <p:spPr>
          <a:xfrm>
            <a:off x="2152648" y="4030156"/>
            <a:ext cx="3620881" cy="45719"/>
          </a:xfrm>
          <a:prstGeom prst="rect">
            <a:avLst/>
          </a:prstGeom>
          <a:solidFill>
            <a:srgbClr val="0F172A"/>
          </a:solidFill>
          <a:ln/>
          <a:effectLst>
            <a:outerShdw blurRad="63500" dist="25400" dir="8100000" algn="bl" rotWithShape="0">
              <a:srgbClr val="000000">
                <a:alpha val="12000"/>
              </a:srgbClr>
            </a:outerShdw>
          </a:effectLst>
        </p:spPr>
        <p:txBody>
          <a:bodyPr/>
          <a:lstStyle/>
          <a:p>
            <a:endParaRPr lang="en-US" noProof="0" dirty="0"/>
          </a:p>
        </p:txBody>
      </p:sp>
      <p:sp>
        <p:nvSpPr>
          <p:cNvPr id="44" name="Text 11">
            <a:extLst>
              <a:ext uri="{FF2B5EF4-FFF2-40B4-BE49-F238E27FC236}">
                <a16:creationId xmlns:a16="http://schemas.microsoft.com/office/drawing/2014/main" id="{31C72B35-7477-947D-9CBC-50B3A2549759}"/>
              </a:ext>
            </a:extLst>
          </p:cNvPr>
          <p:cNvSpPr/>
          <p:nvPr/>
        </p:nvSpPr>
        <p:spPr>
          <a:xfrm>
            <a:off x="2417824" y="3673540"/>
            <a:ext cx="4032504" cy="1188720"/>
          </a:xfrm>
          <a:prstGeom prst="rect">
            <a:avLst/>
          </a:prstGeom>
          <a:noFill/>
          <a:ln/>
        </p:spPr>
        <p:txBody>
          <a:bodyPr wrap="square" rtlCol="0" anchor="t"/>
          <a:lstStyle/>
          <a:p>
            <a:pPr marL="0" indent="0">
              <a:buNone/>
            </a:pPr>
            <a:endParaRPr lang="en-US" sz="900" noProof="0" dirty="0"/>
          </a:p>
        </p:txBody>
      </p:sp>
      <p:sp>
        <p:nvSpPr>
          <p:cNvPr id="45" name="Shape 12">
            <a:extLst>
              <a:ext uri="{FF2B5EF4-FFF2-40B4-BE49-F238E27FC236}">
                <a16:creationId xmlns:a16="http://schemas.microsoft.com/office/drawing/2014/main" id="{76EDF2DB-9ADD-A026-9E7D-7B35B22AE915}"/>
              </a:ext>
            </a:extLst>
          </p:cNvPr>
          <p:cNvSpPr/>
          <p:nvPr/>
        </p:nvSpPr>
        <p:spPr>
          <a:xfrm>
            <a:off x="2152648" y="4085020"/>
            <a:ext cx="3620881" cy="841248"/>
          </a:xfrm>
          <a:prstGeom prst="rect">
            <a:avLst/>
          </a:prstGeom>
          <a:solidFill>
            <a:srgbClr val="FFFFFF"/>
          </a:solidFill>
          <a:ln/>
          <a:effectLst>
            <a:outerShdw blurRad="63500" dist="25400" dir="8100000" algn="bl" rotWithShape="0">
              <a:srgbClr val="000000">
                <a:alpha val="12000"/>
              </a:srgbClr>
            </a:outerShdw>
          </a:effectLst>
        </p:spPr>
        <p:txBody>
          <a:bodyPr/>
          <a:lstStyle/>
          <a:p>
            <a:endParaRPr lang="en-US" noProof="0" dirty="0"/>
          </a:p>
        </p:txBody>
      </p:sp>
      <p:sp>
        <p:nvSpPr>
          <p:cNvPr id="46" name="Text 13">
            <a:extLst>
              <a:ext uri="{FF2B5EF4-FFF2-40B4-BE49-F238E27FC236}">
                <a16:creationId xmlns:a16="http://schemas.microsoft.com/office/drawing/2014/main" id="{FD784468-0FC5-47E9-8451-BFF246480709}"/>
              </a:ext>
            </a:extLst>
          </p:cNvPr>
          <p:cNvSpPr/>
          <p:nvPr/>
        </p:nvSpPr>
        <p:spPr>
          <a:xfrm>
            <a:off x="2244088" y="4121596"/>
            <a:ext cx="4069080" cy="256032"/>
          </a:xfrm>
          <a:prstGeom prst="rect">
            <a:avLst/>
          </a:prstGeom>
          <a:noFill/>
          <a:ln/>
        </p:spPr>
        <p:txBody>
          <a:bodyPr wrap="square" lIns="0" tIns="0" rIns="0" bIns="0" rtlCol="0" anchor="ctr"/>
          <a:lstStyle/>
          <a:p>
            <a:pPr marL="0" indent="0">
              <a:buNone/>
            </a:pPr>
            <a:endParaRPr lang="en-US" sz="1000" noProof="0" dirty="0"/>
          </a:p>
        </p:txBody>
      </p:sp>
      <p:sp>
        <p:nvSpPr>
          <p:cNvPr id="47" name="Text 14">
            <a:extLst>
              <a:ext uri="{FF2B5EF4-FFF2-40B4-BE49-F238E27FC236}">
                <a16:creationId xmlns:a16="http://schemas.microsoft.com/office/drawing/2014/main" id="{3ED30F21-6108-58B9-A0DE-C7A2C9F267C9}"/>
              </a:ext>
            </a:extLst>
          </p:cNvPr>
          <p:cNvSpPr/>
          <p:nvPr/>
        </p:nvSpPr>
        <p:spPr>
          <a:xfrm>
            <a:off x="2289808" y="4193180"/>
            <a:ext cx="4069080" cy="548640"/>
          </a:xfrm>
          <a:prstGeom prst="rect">
            <a:avLst/>
          </a:prstGeom>
          <a:noFill/>
          <a:ln/>
        </p:spPr>
        <p:txBody>
          <a:bodyPr wrap="square" lIns="0" tIns="0" rIns="0" bIns="0" rtlCol="0" anchor="ctr"/>
          <a:lstStyle/>
          <a:p>
            <a:pPr marL="171450" indent="-171450">
              <a:lnSpc>
                <a:spcPct val="150000"/>
              </a:lnSpc>
              <a:buFont typeface="Arial" panose="020B0604020202020204" pitchFamily="34" charset="0"/>
              <a:buChar char="•"/>
            </a:pPr>
            <a:r>
              <a:rPr lang="en-US" sz="1100" noProof="0" dirty="0">
                <a:solidFill>
                  <a:srgbClr val="1E293B"/>
                </a:solidFill>
                <a:ea typeface="Consolas" pitchFamily="34" charset="-122"/>
                <a:cs typeface="Consolas" pitchFamily="34" charset="-120"/>
              </a:rPr>
              <a:t>Bug if labels contain bug / internal bug tracker</a:t>
            </a:r>
          </a:p>
          <a:p>
            <a:pPr marL="171450" indent="-171450">
              <a:lnSpc>
                <a:spcPct val="150000"/>
              </a:lnSpc>
              <a:buFont typeface="Arial" panose="020B0604020202020204" pitchFamily="34" charset="0"/>
              <a:buChar char="•"/>
            </a:pPr>
            <a:r>
              <a:rPr lang="en-US" sz="1100" noProof="0" dirty="0">
                <a:solidFill>
                  <a:srgbClr val="1E293B"/>
                </a:solidFill>
                <a:ea typeface="Consolas" pitchFamily="34" charset="-122"/>
                <a:cs typeface="Consolas" pitchFamily="34" charset="-120"/>
              </a:rPr>
              <a:t>Doc issue if typo/documentation patterns</a:t>
            </a:r>
          </a:p>
          <a:p>
            <a:pPr marL="171450" indent="-171450">
              <a:lnSpc>
                <a:spcPct val="150000"/>
              </a:lnSpc>
              <a:buFont typeface="Arial" panose="020B0604020202020204" pitchFamily="34" charset="0"/>
              <a:buChar char="•"/>
            </a:pPr>
            <a:r>
              <a:rPr lang="en-US" sz="1100" noProof="0" dirty="0">
                <a:solidFill>
                  <a:srgbClr val="1E293B"/>
                </a:solidFill>
                <a:ea typeface="Consolas" pitchFamily="34" charset="-122"/>
                <a:cs typeface="Consolas" pitchFamily="34" charset="-120"/>
              </a:rPr>
              <a:t>Config issue if </a:t>
            </a:r>
            <a:r>
              <a:rPr lang="en-US" sz="1100" noProof="0" dirty="0" err="1">
                <a:solidFill>
                  <a:srgbClr val="1E293B"/>
                </a:solidFill>
                <a:ea typeface="Consolas" pitchFamily="34" charset="-122"/>
                <a:cs typeface="Consolas" pitchFamily="34" charset="-120"/>
              </a:rPr>
              <a:t>CubeMX</a:t>
            </a:r>
            <a:r>
              <a:rPr lang="en-US" sz="1100" noProof="0" dirty="0">
                <a:solidFill>
                  <a:srgbClr val="1E293B"/>
                </a:solidFill>
                <a:ea typeface="Consolas" pitchFamily="34" charset="-122"/>
                <a:cs typeface="Consolas" pitchFamily="34" charset="-120"/>
              </a:rPr>
              <a:t> configuration patterns</a:t>
            </a:r>
            <a:endParaRPr lang="en-US" sz="1100" noProof="0" dirty="0"/>
          </a:p>
        </p:txBody>
      </p:sp>
      <p:sp>
        <p:nvSpPr>
          <p:cNvPr id="48" name="Shape 8">
            <a:extLst>
              <a:ext uri="{FF2B5EF4-FFF2-40B4-BE49-F238E27FC236}">
                <a16:creationId xmlns:a16="http://schemas.microsoft.com/office/drawing/2014/main" id="{94CAF223-F61D-A281-80A0-4611115C9B73}"/>
              </a:ext>
            </a:extLst>
          </p:cNvPr>
          <p:cNvSpPr/>
          <p:nvPr/>
        </p:nvSpPr>
        <p:spPr>
          <a:xfrm>
            <a:off x="6096000" y="3737548"/>
            <a:ext cx="3748897" cy="347472"/>
          </a:xfrm>
          <a:prstGeom prst="rect">
            <a:avLst/>
          </a:prstGeom>
          <a:solidFill>
            <a:srgbClr val="F8FAFC"/>
          </a:solidFill>
          <a:ln>
            <a:solidFill>
              <a:srgbClr val="0D9589"/>
            </a:solidFill>
          </a:ln>
        </p:spPr>
        <p:txBody>
          <a:bodyPr/>
          <a:lstStyle/>
          <a:p>
            <a:endParaRPr lang="en-US" noProof="0" dirty="0"/>
          </a:p>
        </p:txBody>
      </p:sp>
      <p:sp>
        <p:nvSpPr>
          <p:cNvPr id="49" name="Text 9">
            <a:extLst>
              <a:ext uri="{FF2B5EF4-FFF2-40B4-BE49-F238E27FC236}">
                <a16:creationId xmlns:a16="http://schemas.microsoft.com/office/drawing/2014/main" id="{E7FB6F70-C325-9699-04A7-F3BFDD8C26D5}"/>
              </a:ext>
            </a:extLst>
          </p:cNvPr>
          <p:cNvSpPr/>
          <p:nvPr/>
        </p:nvSpPr>
        <p:spPr>
          <a:xfrm>
            <a:off x="5780460" y="3737548"/>
            <a:ext cx="4251960" cy="292608"/>
          </a:xfrm>
          <a:prstGeom prst="rect">
            <a:avLst/>
          </a:prstGeom>
          <a:noFill/>
          <a:ln/>
        </p:spPr>
        <p:txBody>
          <a:bodyPr wrap="square" rtlCol="0" anchor="ctr"/>
          <a:lstStyle/>
          <a:p>
            <a:pPr marL="0" indent="0" algn="ctr">
              <a:buNone/>
            </a:pPr>
            <a:r>
              <a:rPr lang="en-US" sz="1050" b="1" noProof="0" dirty="0">
                <a:ea typeface="Calibri" pitchFamily="34" charset="-122"/>
                <a:cs typeface="Calibri" pitchFamily="34" charset="-120"/>
              </a:rPr>
              <a:t>Board</a:t>
            </a:r>
            <a:endParaRPr lang="en-US" sz="1050" noProof="0" dirty="0"/>
          </a:p>
        </p:txBody>
      </p:sp>
      <p:sp>
        <p:nvSpPr>
          <p:cNvPr id="51" name="Shape 10">
            <a:extLst>
              <a:ext uri="{FF2B5EF4-FFF2-40B4-BE49-F238E27FC236}">
                <a16:creationId xmlns:a16="http://schemas.microsoft.com/office/drawing/2014/main" id="{90CC5835-CC4A-AA5C-11FA-1D1E8BC576C2}"/>
              </a:ext>
            </a:extLst>
          </p:cNvPr>
          <p:cNvSpPr/>
          <p:nvPr/>
        </p:nvSpPr>
        <p:spPr>
          <a:xfrm>
            <a:off x="6096000" y="4030156"/>
            <a:ext cx="3748897" cy="45719"/>
          </a:xfrm>
          <a:prstGeom prst="rect">
            <a:avLst/>
          </a:prstGeom>
          <a:solidFill>
            <a:srgbClr val="0F172A"/>
          </a:solidFill>
          <a:ln/>
          <a:effectLst>
            <a:outerShdw blurRad="63500" dist="25400" dir="8100000" algn="bl" rotWithShape="0">
              <a:srgbClr val="000000">
                <a:alpha val="12000"/>
              </a:srgbClr>
            </a:outerShdw>
          </a:effectLst>
        </p:spPr>
        <p:txBody>
          <a:bodyPr/>
          <a:lstStyle/>
          <a:p>
            <a:endParaRPr lang="en-US" noProof="0" dirty="0"/>
          </a:p>
        </p:txBody>
      </p:sp>
      <p:sp>
        <p:nvSpPr>
          <p:cNvPr id="52" name="Text 11">
            <a:extLst>
              <a:ext uri="{FF2B5EF4-FFF2-40B4-BE49-F238E27FC236}">
                <a16:creationId xmlns:a16="http://schemas.microsoft.com/office/drawing/2014/main" id="{AB8FB797-E728-3ED9-C8E3-4E96CD2F24CE}"/>
              </a:ext>
            </a:extLst>
          </p:cNvPr>
          <p:cNvSpPr/>
          <p:nvPr/>
        </p:nvSpPr>
        <p:spPr>
          <a:xfrm>
            <a:off x="6361176" y="3673540"/>
            <a:ext cx="4032504" cy="1188720"/>
          </a:xfrm>
          <a:prstGeom prst="rect">
            <a:avLst/>
          </a:prstGeom>
          <a:noFill/>
          <a:ln/>
        </p:spPr>
        <p:txBody>
          <a:bodyPr wrap="square" rtlCol="0" anchor="t"/>
          <a:lstStyle/>
          <a:p>
            <a:pPr marL="0" indent="0">
              <a:buNone/>
            </a:pPr>
            <a:endParaRPr lang="en-US" sz="900" noProof="0" dirty="0"/>
          </a:p>
        </p:txBody>
      </p:sp>
      <p:sp>
        <p:nvSpPr>
          <p:cNvPr id="53" name="Shape 12">
            <a:extLst>
              <a:ext uri="{FF2B5EF4-FFF2-40B4-BE49-F238E27FC236}">
                <a16:creationId xmlns:a16="http://schemas.microsoft.com/office/drawing/2014/main" id="{4FDAF583-1DC7-D7D6-0981-A2BBC1955B3B}"/>
              </a:ext>
            </a:extLst>
          </p:cNvPr>
          <p:cNvSpPr/>
          <p:nvPr/>
        </p:nvSpPr>
        <p:spPr>
          <a:xfrm>
            <a:off x="6096000" y="4085020"/>
            <a:ext cx="3748897" cy="841248"/>
          </a:xfrm>
          <a:prstGeom prst="rect">
            <a:avLst/>
          </a:prstGeom>
          <a:solidFill>
            <a:srgbClr val="FFFFFF"/>
          </a:solidFill>
          <a:ln/>
          <a:effectLst>
            <a:outerShdw blurRad="63500" dist="25400" dir="8100000" algn="bl" rotWithShape="0">
              <a:srgbClr val="000000">
                <a:alpha val="12000"/>
              </a:srgbClr>
            </a:outerShdw>
          </a:effectLst>
        </p:spPr>
        <p:txBody>
          <a:bodyPr/>
          <a:lstStyle/>
          <a:p>
            <a:endParaRPr lang="en-US" noProof="0" dirty="0"/>
          </a:p>
        </p:txBody>
      </p:sp>
      <p:sp>
        <p:nvSpPr>
          <p:cNvPr id="54" name="Text 13">
            <a:extLst>
              <a:ext uri="{FF2B5EF4-FFF2-40B4-BE49-F238E27FC236}">
                <a16:creationId xmlns:a16="http://schemas.microsoft.com/office/drawing/2014/main" id="{BCE39B4F-BBC2-0DDD-09E4-B608B15A0847}"/>
              </a:ext>
            </a:extLst>
          </p:cNvPr>
          <p:cNvSpPr/>
          <p:nvPr/>
        </p:nvSpPr>
        <p:spPr>
          <a:xfrm>
            <a:off x="6187440" y="4121596"/>
            <a:ext cx="4069080" cy="256032"/>
          </a:xfrm>
          <a:prstGeom prst="rect">
            <a:avLst/>
          </a:prstGeom>
          <a:noFill/>
          <a:ln/>
        </p:spPr>
        <p:txBody>
          <a:bodyPr wrap="square" lIns="0" tIns="0" rIns="0" bIns="0" rtlCol="0" anchor="ctr"/>
          <a:lstStyle/>
          <a:p>
            <a:pPr marL="0" indent="0">
              <a:buNone/>
            </a:pPr>
            <a:endParaRPr lang="en-US" sz="1000" noProof="0" dirty="0"/>
          </a:p>
        </p:txBody>
      </p:sp>
      <p:sp>
        <p:nvSpPr>
          <p:cNvPr id="55" name="Text 14">
            <a:extLst>
              <a:ext uri="{FF2B5EF4-FFF2-40B4-BE49-F238E27FC236}">
                <a16:creationId xmlns:a16="http://schemas.microsoft.com/office/drawing/2014/main" id="{38ACE557-748F-1E8F-E359-3A453109A02D}"/>
              </a:ext>
            </a:extLst>
          </p:cNvPr>
          <p:cNvSpPr/>
          <p:nvPr/>
        </p:nvSpPr>
        <p:spPr>
          <a:xfrm>
            <a:off x="6175837" y="4184035"/>
            <a:ext cx="3620881" cy="548640"/>
          </a:xfrm>
          <a:prstGeom prst="rect">
            <a:avLst/>
          </a:prstGeom>
          <a:noFill/>
          <a:ln/>
        </p:spPr>
        <p:txBody>
          <a:bodyPr wrap="square" lIns="0" tIns="0" rIns="0" bIns="0" rtlCol="0" anchor="ctr"/>
          <a:lstStyle/>
          <a:p>
            <a:pPr marL="171450" indent="-171450">
              <a:lnSpc>
                <a:spcPct val="150000"/>
              </a:lnSpc>
              <a:buFont typeface="Arial" panose="020B0604020202020204" pitchFamily="34" charset="0"/>
              <a:buChar char="•"/>
            </a:pPr>
            <a:r>
              <a:rPr lang="en-US" sz="1100" noProof="0" dirty="0">
                <a:solidFill>
                  <a:srgbClr val="1E293B"/>
                </a:solidFill>
                <a:ea typeface="Consolas" pitchFamily="34" charset="-122"/>
                <a:cs typeface="Consolas" pitchFamily="34" charset="-120"/>
              </a:rPr>
              <a:t>Regex extraction (STM32H723VGTx, NUCLEO, DISCO…)</a:t>
            </a:r>
          </a:p>
          <a:p>
            <a:pPr marL="171450" indent="-171450">
              <a:lnSpc>
                <a:spcPct val="150000"/>
              </a:lnSpc>
              <a:buFont typeface="Arial" panose="020B0604020202020204" pitchFamily="34" charset="0"/>
              <a:buChar char="•"/>
            </a:pPr>
            <a:r>
              <a:rPr lang="en-US" sz="1100" noProof="0" dirty="0">
                <a:solidFill>
                  <a:srgbClr val="1E293B"/>
                </a:solidFill>
                <a:ea typeface="Consolas" pitchFamily="34" charset="-122"/>
                <a:cs typeface="Consolas" pitchFamily="34" charset="-120"/>
              </a:rPr>
              <a:t>Fallback: STM32H7XX</a:t>
            </a:r>
            <a:endParaRPr lang="en-US" sz="1100" noProof="0" dirty="0"/>
          </a:p>
        </p:txBody>
      </p:sp>
    </p:spTree>
    <p:extLst>
      <p:ext uri="{BB962C8B-B14F-4D97-AF65-F5344CB8AC3E}">
        <p14:creationId xmlns:p14="http://schemas.microsoft.com/office/powerpoint/2010/main" val="2431212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E249D-115D-7EF0-11B2-8A3C8629EF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631C59-6236-54DE-38FF-78FC842EBE7B}"/>
              </a:ext>
            </a:extLst>
          </p:cNvPr>
          <p:cNvSpPr>
            <a:spLocks noGrp="1"/>
          </p:cNvSpPr>
          <p:nvPr>
            <p:ph type="title"/>
          </p:nvPr>
        </p:nvSpPr>
        <p:spPr>
          <a:xfrm>
            <a:off x="242477" y="-53443"/>
            <a:ext cx="11609159" cy="1247050"/>
          </a:xfrm>
        </p:spPr>
        <p:txBody>
          <a:bodyPr/>
          <a:lstStyle/>
          <a:p>
            <a:r>
              <a:rPr lang="en-US" sz="1800" b="1" noProof="0" dirty="0"/>
              <a:t>Pipeline: Enrichment (Feature Engineering)    </a:t>
            </a:r>
            <a:endParaRPr lang="en-US" sz="1800" noProof="0" dirty="0"/>
          </a:p>
        </p:txBody>
      </p:sp>
      <p:sp>
        <p:nvSpPr>
          <p:cNvPr id="56" name="TextBox 55">
            <a:extLst>
              <a:ext uri="{FF2B5EF4-FFF2-40B4-BE49-F238E27FC236}">
                <a16:creationId xmlns:a16="http://schemas.microsoft.com/office/drawing/2014/main" id="{D3005A5D-E15E-EB88-B342-38B0E853BEC3}"/>
              </a:ext>
            </a:extLst>
          </p:cNvPr>
          <p:cNvSpPr txBox="1"/>
          <p:nvPr/>
        </p:nvSpPr>
        <p:spPr>
          <a:xfrm>
            <a:off x="242477" y="633941"/>
            <a:ext cx="6173779" cy="276999"/>
          </a:xfrm>
          <a:prstGeom prst="rect">
            <a:avLst/>
          </a:prstGeom>
          <a:noFill/>
        </p:spPr>
        <p:txBody>
          <a:bodyPr wrap="square">
            <a:spAutoFit/>
          </a:bodyPr>
          <a:lstStyle/>
          <a:p>
            <a:pPr marL="0" indent="0" algn="l">
              <a:buNone/>
            </a:pPr>
            <a:r>
              <a:rPr lang="en-US" sz="1200" b="1" noProof="0" dirty="0">
                <a:solidFill>
                  <a:srgbClr val="425A78"/>
                </a:solidFill>
              </a:rPr>
              <a:t>Enrichment — Why enrich the data?</a:t>
            </a:r>
          </a:p>
        </p:txBody>
      </p:sp>
      <p:sp>
        <p:nvSpPr>
          <p:cNvPr id="57" name="Text 3">
            <a:extLst>
              <a:ext uri="{FF2B5EF4-FFF2-40B4-BE49-F238E27FC236}">
                <a16:creationId xmlns:a16="http://schemas.microsoft.com/office/drawing/2014/main" id="{18AD37C0-BD3B-4F15-80E2-A926DA5D97EA}"/>
              </a:ext>
            </a:extLst>
          </p:cNvPr>
          <p:cNvSpPr/>
          <p:nvPr/>
        </p:nvSpPr>
        <p:spPr>
          <a:xfrm>
            <a:off x="340364" y="925138"/>
            <a:ext cx="8229600" cy="256032"/>
          </a:xfrm>
          <a:prstGeom prst="rect">
            <a:avLst/>
          </a:prstGeom>
          <a:noFill/>
          <a:ln/>
        </p:spPr>
        <p:txBody>
          <a:bodyPr wrap="square" lIns="0" tIns="0" rIns="0" bIns="0" rtlCol="0" anchor="ctr"/>
          <a:lstStyle/>
          <a:p>
            <a:pPr marL="0" indent="0" algn="l">
              <a:buNone/>
            </a:pPr>
            <a:r>
              <a:rPr lang="en-US" sz="1200" i="1" noProof="0" dirty="0">
                <a:solidFill>
                  <a:srgbClr val="64748B"/>
                </a:solidFill>
              </a:rPr>
              <a:t>Plain text = generic answers </a:t>
            </a:r>
            <a:r>
              <a:rPr lang="en-US" sz="1200" b="1" i="1" noProof="0" dirty="0">
                <a:solidFill>
                  <a:srgbClr val="64748B"/>
                </a:solidFill>
              </a:rPr>
              <a:t>=&gt;</a:t>
            </a:r>
            <a:r>
              <a:rPr lang="en-US" sz="1200" i="1" noProof="0" dirty="0">
                <a:solidFill>
                  <a:srgbClr val="64748B"/>
                </a:solidFill>
              </a:rPr>
              <a:t> Enriched data = targeted, actionable answers</a:t>
            </a:r>
          </a:p>
        </p:txBody>
      </p:sp>
      <p:sp>
        <p:nvSpPr>
          <p:cNvPr id="58" name="Shape 4">
            <a:extLst>
              <a:ext uri="{FF2B5EF4-FFF2-40B4-BE49-F238E27FC236}">
                <a16:creationId xmlns:a16="http://schemas.microsoft.com/office/drawing/2014/main" id="{A34C5B97-E0CE-C1A7-6AE8-826329D47E5B}"/>
              </a:ext>
            </a:extLst>
          </p:cNvPr>
          <p:cNvSpPr/>
          <p:nvPr/>
        </p:nvSpPr>
        <p:spPr>
          <a:xfrm>
            <a:off x="340364" y="1302803"/>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7" name="Shape 5">
            <a:extLst>
              <a:ext uri="{FF2B5EF4-FFF2-40B4-BE49-F238E27FC236}">
                <a16:creationId xmlns:a16="http://schemas.microsoft.com/office/drawing/2014/main" id="{32D80E2B-7CD0-D72B-6377-5B574AB479D8}"/>
              </a:ext>
            </a:extLst>
          </p:cNvPr>
          <p:cNvSpPr/>
          <p:nvPr/>
        </p:nvSpPr>
        <p:spPr>
          <a:xfrm>
            <a:off x="1260558" y="2271306"/>
            <a:ext cx="4069080" cy="365760"/>
          </a:xfrm>
          <a:prstGeom prst="rect">
            <a:avLst/>
          </a:prstGeom>
          <a:noFill/>
          <a:ln w="12700">
            <a:solidFill>
              <a:srgbClr val="C00000"/>
            </a:solidFill>
            <a:prstDash val="solid"/>
          </a:ln>
        </p:spPr>
        <p:txBody>
          <a:bodyPr/>
          <a:lstStyle/>
          <a:p>
            <a:endParaRPr lang="en-US" noProof="0" dirty="0"/>
          </a:p>
        </p:txBody>
      </p:sp>
      <p:sp>
        <p:nvSpPr>
          <p:cNvPr id="8" name="Text 6">
            <a:extLst>
              <a:ext uri="{FF2B5EF4-FFF2-40B4-BE49-F238E27FC236}">
                <a16:creationId xmlns:a16="http://schemas.microsoft.com/office/drawing/2014/main" id="{0C499B60-B1EF-7524-2A52-247F4105FD30}"/>
              </a:ext>
            </a:extLst>
          </p:cNvPr>
          <p:cNvSpPr/>
          <p:nvPr/>
        </p:nvSpPr>
        <p:spPr>
          <a:xfrm>
            <a:off x="1260558" y="2271306"/>
            <a:ext cx="4069080" cy="365760"/>
          </a:xfrm>
          <a:prstGeom prst="rect">
            <a:avLst/>
          </a:prstGeom>
          <a:noFill/>
          <a:ln/>
        </p:spPr>
        <p:txBody>
          <a:bodyPr wrap="square" lIns="0" tIns="0" rIns="0" bIns="0" rtlCol="0" anchor="ctr"/>
          <a:lstStyle/>
          <a:p>
            <a:pPr marL="0" indent="0" algn="ctr">
              <a:buNone/>
            </a:pPr>
            <a:r>
              <a:rPr lang="en-US" sz="1200" b="1" noProof="0" dirty="0">
                <a:solidFill>
                  <a:srgbClr val="C00000"/>
                </a:solidFill>
              </a:rPr>
              <a:t>Without enrichment</a:t>
            </a:r>
            <a:endParaRPr lang="en-US" sz="1200" noProof="0" dirty="0">
              <a:solidFill>
                <a:srgbClr val="C00000"/>
              </a:solidFill>
            </a:endParaRPr>
          </a:p>
        </p:txBody>
      </p:sp>
      <p:sp>
        <p:nvSpPr>
          <p:cNvPr id="9" name="Shape 7">
            <a:extLst>
              <a:ext uri="{FF2B5EF4-FFF2-40B4-BE49-F238E27FC236}">
                <a16:creationId xmlns:a16="http://schemas.microsoft.com/office/drawing/2014/main" id="{BC64ED6D-613A-A17A-BEC9-A30F9BF45C3B}"/>
              </a:ext>
            </a:extLst>
          </p:cNvPr>
          <p:cNvSpPr/>
          <p:nvPr/>
        </p:nvSpPr>
        <p:spPr>
          <a:xfrm>
            <a:off x="1260558" y="2710218"/>
            <a:ext cx="4069080" cy="3050502"/>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sz="1200" noProof="0" dirty="0"/>
          </a:p>
          <a:p>
            <a:pPr>
              <a:lnSpc>
                <a:spcPct val="150000"/>
              </a:lnSpc>
            </a:pPr>
            <a:r>
              <a:rPr lang="en-US" sz="1100" noProof="0" dirty="0">
                <a:solidFill>
                  <a:srgbClr val="1B2A3B"/>
                </a:solidFill>
              </a:rPr>
              <a:t>The engine finds documents where 'UART' appears, but cannot distinguish bug type, component, or MCU series.</a:t>
            </a:r>
          </a:p>
        </p:txBody>
      </p:sp>
      <p:sp>
        <p:nvSpPr>
          <p:cNvPr id="10" name="Text 8">
            <a:extLst>
              <a:ext uri="{FF2B5EF4-FFF2-40B4-BE49-F238E27FC236}">
                <a16:creationId xmlns:a16="http://schemas.microsoft.com/office/drawing/2014/main" id="{E3EEE685-ABDA-AC44-A27E-C40AC1BC5DD6}"/>
              </a:ext>
            </a:extLst>
          </p:cNvPr>
          <p:cNvSpPr/>
          <p:nvPr/>
        </p:nvSpPr>
        <p:spPr>
          <a:xfrm>
            <a:off x="1397718" y="2710218"/>
            <a:ext cx="3794760" cy="1572768"/>
          </a:xfrm>
          <a:prstGeom prst="rect">
            <a:avLst/>
          </a:prstGeom>
          <a:noFill/>
          <a:ln/>
        </p:spPr>
        <p:txBody>
          <a:bodyPr wrap="square" lIns="0" tIns="0" rIns="0" bIns="0" rtlCol="0" anchor="ctr"/>
          <a:lstStyle/>
          <a:p>
            <a:pPr marL="0" indent="0">
              <a:buNone/>
            </a:pPr>
            <a:endParaRPr lang="en-US" sz="900" noProof="0" dirty="0"/>
          </a:p>
        </p:txBody>
      </p:sp>
      <p:sp>
        <p:nvSpPr>
          <p:cNvPr id="11" name="Shape 9">
            <a:extLst>
              <a:ext uri="{FF2B5EF4-FFF2-40B4-BE49-F238E27FC236}">
                <a16:creationId xmlns:a16="http://schemas.microsoft.com/office/drawing/2014/main" id="{0FCB0CEA-75F4-843B-FC5B-1909B4689A30}"/>
              </a:ext>
            </a:extLst>
          </p:cNvPr>
          <p:cNvSpPr/>
          <p:nvPr/>
        </p:nvSpPr>
        <p:spPr>
          <a:xfrm>
            <a:off x="1260558" y="3773208"/>
            <a:ext cx="4069080" cy="22860"/>
          </a:xfrm>
          <a:prstGeom prst="rect">
            <a:avLst/>
          </a:prstGeom>
          <a:solidFill>
            <a:srgbClr val="CBD5E1"/>
          </a:solidFill>
          <a:ln w="12700">
            <a:solidFill>
              <a:srgbClr val="000000"/>
            </a:solidFill>
            <a:prstDash val="solid"/>
          </a:ln>
        </p:spPr>
        <p:txBody>
          <a:bodyPr/>
          <a:lstStyle/>
          <a:p>
            <a:endParaRPr lang="en-US" noProof="0" dirty="0"/>
          </a:p>
        </p:txBody>
      </p:sp>
      <p:sp>
        <p:nvSpPr>
          <p:cNvPr id="12" name="Text 10">
            <a:extLst>
              <a:ext uri="{FF2B5EF4-FFF2-40B4-BE49-F238E27FC236}">
                <a16:creationId xmlns:a16="http://schemas.microsoft.com/office/drawing/2014/main" id="{D7DA81EE-32F6-E6F3-C188-CA4AF1E8F8F6}"/>
              </a:ext>
            </a:extLst>
          </p:cNvPr>
          <p:cNvSpPr/>
          <p:nvPr/>
        </p:nvSpPr>
        <p:spPr>
          <a:xfrm>
            <a:off x="1397718" y="3905796"/>
            <a:ext cx="3794760" cy="256032"/>
          </a:xfrm>
          <a:prstGeom prst="rect">
            <a:avLst/>
          </a:prstGeom>
          <a:noFill/>
          <a:ln/>
        </p:spPr>
        <p:txBody>
          <a:bodyPr wrap="square" lIns="0" tIns="0" rIns="0" bIns="0" rtlCol="0" anchor="ctr"/>
          <a:lstStyle/>
          <a:p>
            <a:pPr marL="0" indent="0">
              <a:buNone/>
            </a:pPr>
            <a:r>
              <a:rPr lang="en-US" sz="1000" b="1" noProof="0" dirty="0">
                <a:solidFill>
                  <a:srgbClr val="C00000"/>
                </a:solidFill>
              </a:rPr>
              <a:t>Typical answer: </a:t>
            </a:r>
            <a:endParaRPr lang="en-US" sz="1000" noProof="0" dirty="0">
              <a:solidFill>
                <a:srgbClr val="C00000"/>
              </a:solidFill>
            </a:endParaRPr>
          </a:p>
        </p:txBody>
      </p:sp>
      <p:sp>
        <p:nvSpPr>
          <p:cNvPr id="17" name="Text 12">
            <a:extLst>
              <a:ext uri="{FF2B5EF4-FFF2-40B4-BE49-F238E27FC236}">
                <a16:creationId xmlns:a16="http://schemas.microsoft.com/office/drawing/2014/main" id="{5899D921-64CE-6B94-C9BA-D7F1820FFE87}"/>
              </a:ext>
            </a:extLst>
          </p:cNvPr>
          <p:cNvSpPr/>
          <p:nvPr/>
        </p:nvSpPr>
        <p:spPr>
          <a:xfrm>
            <a:off x="1397718" y="4200690"/>
            <a:ext cx="3511296" cy="237744"/>
          </a:xfrm>
          <a:prstGeom prst="rect">
            <a:avLst/>
          </a:prstGeom>
          <a:noFill/>
          <a:ln/>
        </p:spPr>
        <p:txBody>
          <a:bodyPr wrap="square" lIns="0" tIns="0" rIns="0" bIns="0" rtlCol="0" anchor="ctr"/>
          <a:lstStyle/>
          <a:p>
            <a:pPr marL="0" indent="0">
              <a:buNone/>
            </a:pPr>
            <a:r>
              <a:rPr lang="en-US" sz="1050" noProof="0" dirty="0">
                <a:solidFill>
                  <a:srgbClr val="1B2A3B"/>
                </a:solidFill>
              </a:rPr>
              <a:t>Check your UART settings and HAL configuration.</a:t>
            </a:r>
            <a:endParaRPr lang="en-US" sz="1050" noProof="0" dirty="0"/>
          </a:p>
        </p:txBody>
      </p:sp>
      <p:sp>
        <p:nvSpPr>
          <p:cNvPr id="19" name="Text 13">
            <a:extLst>
              <a:ext uri="{FF2B5EF4-FFF2-40B4-BE49-F238E27FC236}">
                <a16:creationId xmlns:a16="http://schemas.microsoft.com/office/drawing/2014/main" id="{8ACD383E-0A96-B5D3-3EC3-93C92E152E3F}"/>
              </a:ext>
            </a:extLst>
          </p:cNvPr>
          <p:cNvSpPr/>
          <p:nvPr/>
        </p:nvSpPr>
        <p:spPr>
          <a:xfrm>
            <a:off x="1681182" y="5343690"/>
            <a:ext cx="3511296" cy="237744"/>
          </a:xfrm>
          <a:prstGeom prst="rect">
            <a:avLst/>
          </a:prstGeom>
          <a:noFill/>
          <a:ln/>
        </p:spPr>
        <p:txBody>
          <a:bodyPr wrap="square" lIns="0" tIns="0" rIns="0" bIns="0" rtlCol="0" anchor="ctr"/>
          <a:lstStyle/>
          <a:p>
            <a:pPr marL="0" indent="0">
              <a:buNone/>
            </a:pPr>
            <a:endParaRPr lang="en-US" sz="1050" noProof="0" dirty="0"/>
          </a:p>
        </p:txBody>
      </p:sp>
      <p:sp>
        <p:nvSpPr>
          <p:cNvPr id="20" name="Shape 14">
            <a:extLst>
              <a:ext uri="{FF2B5EF4-FFF2-40B4-BE49-F238E27FC236}">
                <a16:creationId xmlns:a16="http://schemas.microsoft.com/office/drawing/2014/main" id="{741751E1-DB55-7C36-2E0E-6932368A4552}"/>
              </a:ext>
            </a:extLst>
          </p:cNvPr>
          <p:cNvSpPr/>
          <p:nvPr/>
        </p:nvSpPr>
        <p:spPr>
          <a:xfrm>
            <a:off x="6867663" y="2271306"/>
            <a:ext cx="3703320" cy="365760"/>
          </a:xfrm>
          <a:prstGeom prst="rect">
            <a:avLst/>
          </a:prstGeom>
          <a:noFill/>
          <a:ln w="12700">
            <a:solidFill>
              <a:srgbClr val="0D9488"/>
            </a:solidFill>
            <a:prstDash val="solid"/>
          </a:ln>
        </p:spPr>
        <p:txBody>
          <a:bodyPr/>
          <a:lstStyle/>
          <a:p>
            <a:endParaRPr lang="en-US" noProof="0" dirty="0"/>
          </a:p>
        </p:txBody>
      </p:sp>
      <p:sp>
        <p:nvSpPr>
          <p:cNvPr id="21" name="Text 15">
            <a:extLst>
              <a:ext uri="{FF2B5EF4-FFF2-40B4-BE49-F238E27FC236}">
                <a16:creationId xmlns:a16="http://schemas.microsoft.com/office/drawing/2014/main" id="{75BA7D9F-A916-DA51-E491-BFDCBDBBDF0F}"/>
              </a:ext>
            </a:extLst>
          </p:cNvPr>
          <p:cNvSpPr/>
          <p:nvPr/>
        </p:nvSpPr>
        <p:spPr>
          <a:xfrm>
            <a:off x="6867663" y="2271306"/>
            <a:ext cx="3703320" cy="365760"/>
          </a:xfrm>
          <a:prstGeom prst="rect">
            <a:avLst/>
          </a:prstGeom>
          <a:noFill/>
          <a:ln/>
        </p:spPr>
        <p:txBody>
          <a:bodyPr wrap="square" lIns="0" tIns="0" rIns="0" bIns="0" rtlCol="0" anchor="ctr"/>
          <a:lstStyle/>
          <a:p>
            <a:pPr marL="0" indent="0" algn="ctr">
              <a:buNone/>
            </a:pPr>
            <a:r>
              <a:rPr lang="en-US" sz="1200" b="1" noProof="0" dirty="0">
                <a:solidFill>
                  <a:srgbClr val="0D9589"/>
                </a:solidFill>
              </a:rPr>
              <a:t>With enrichment</a:t>
            </a:r>
            <a:endParaRPr lang="en-US" sz="1200" noProof="0" dirty="0">
              <a:solidFill>
                <a:srgbClr val="0D9589"/>
              </a:solidFill>
            </a:endParaRPr>
          </a:p>
        </p:txBody>
      </p:sp>
      <p:sp>
        <p:nvSpPr>
          <p:cNvPr id="22" name="Shape 16">
            <a:extLst>
              <a:ext uri="{FF2B5EF4-FFF2-40B4-BE49-F238E27FC236}">
                <a16:creationId xmlns:a16="http://schemas.microsoft.com/office/drawing/2014/main" id="{E25786BB-832C-429A-768C-69EF384B1743}"/>
              </a:ext>
            </a:extLst>
          </p:cNvPr>
          <p:cNvSpPr/>
          <p:nvPr/>
        </p:nvSpPr>
        <p:spPr>
          <a:xfrm>
            <a:off x="6867663" y="2746794"/>
            <a:ext cx="3703320" cy="3013926"/>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23" name="Text 17">
            <a:extLst>
              <a:ext uri="{FF2B5EF4-FFF2-40B4-BE49-F238E27FC236}">
                <a16:creationId xmlns:a16="http://schemas.microsoft.com/office/drawing/2014/main" id="{7FB5BF52-1FEA-98E8-35FA-706350065FF2}"/>
              </a:ext>
            </a:extLst>
          </p:cNvPr>
          <p:cNvSpPr/>
          <p:nvPr/>
        </p:nvSpPr>
        <p:spPr>
          <a:xfrm>
            <a:off x="7004823" y="2710218"/>
            <a:ext cx="3429000" cy="1572768"/>
          </a:xfrm>
          <a:prstGeom prst="rect">
            <a:avLst/>
          </a:prstGeom>
          <a:noFill/>
          <a:ln/>
        </p:spPr>
        <p:txBody>
          <a:bodyPr wrap="square" lIns="0" tIns="0" rIns="0" bIns="0" rtlCol="0" anchor="ctr"/>
          <a:lstStyle/>
          <a:p>
            <a:pPr marL="0" indent="0">
              <a:buNone/>
            </a:pPr>
            <a:endParaRPr lang="en-US" sz="950" noProof="0" dirty="0"/>
          </a:p>
        </p:txBody>
      </p:sp>
      <p:sp>
        <p:nvSpPr>
          <p:cNvPr id="24" name="Shape 18">
            <a:extLst>
              <a:ext uri="{FF2B5EF4-FFF2-40B4-BE49-F238E27FC236}">
                <a16:creationId xmlns:a16="http://schemas.microsoft.com/office/drawing/2014/main" id="{5B4DBAEF-8596-E74B-FDC6-9A9A1304B6A3}"/>
              </a:ext>
            </a:extLst>
          </p:cNvPr>
          <p:cNvSpPr/>
          <p:nvPr/>
        </p:nvSpPr>
        <p:spPr>
          <a:xfrm>
            <a:off x="6862364" y="3800424"/>
            <a:ext cx="3703320" cy="22860"/>
          </a:xfrm>
          <a:prstGeom prst="rect">
            <a:avLst/>
          </a:prstGeom>
          <a:solidFill>
            <a:srgbClr val="CBD5E1"/>
          </a:solidFill>
          <a:ln w="12700">
            <a:solidFill>
              <a:srgbClr val="000000"/>
            </a:solidFill>
            <a:prstDash val="solid"/>
          </a:ln>
        </p:spPr>
        <p:txBody>
          <a:bodyPr/>
          <a:lstStyle/>
          <a:p>
            <a:endParaRPr lang="en-US" noProof="0" dirty="0"/>
          </a:p>
        </p:txBody>
      </p:sp>
      <p:sp>
        <p:nvSpPr>
          <p:cNvPr id="25" name="Text 19">
            <a:extLst>
              <a:ext uri="{FF2B5EF4-FFF2-40B4-BE49-F238E27FC236}">
                <a16:creationId xmlns:a16="http://schemas.microsoft.com/office/drawing/2014/main" id="{44B7789E-84F3-445E-E42D-F846941DA692}"/>
              </a:ext>
            </a:extLst>
          </p:cNvPr>
          <p:cNvSpPr/>
          <p:nvPr/>
        </p:nvSpPr>
        <p:spPr>
          <a:xfrm>
            <a:off x="7004823" y="3916794"/>
            <a:ext cx="3429000" cy="256032"/>
          </a:xfrm>
          <a:prstGeom prst="rect">
            <a:avLst/>
          </a:prstGeom>
          <a:noFill/>
          <a:ln/>
        </p:spPr>
        <p:txBody>
          <a:bodyPr wrap="square" lIns="0" tIns="0" rIns="0" bIns="0" rtlCol="0" anchor="ctr"/>
          <a:lstStyle/>
          <a:p>
            <a:pPr marL="0" indent="0">
              <a:buNone/>
            </a:pPr>
            <a:r>
              <a:rPr lang="en-US" sz="1000" b="1" noProof="0" dirty="0">
                <a:solidFill>
                  <a:srgbClr val="0D9488"/>
                </a:solidFill>
              </a:rPr>
              <a:t>Typical answer:</a:t>
            </a:r>
            <a:endParaRPr lang="en-US" sz="1000" noProof="0" dirty="0">
              <a:solidFill>
                <a:srgbClr val="0D9488"/>
              </a:solidFill>
            </a:endParaRPr>
          </a:p>
        </p:txBody>
      </p:sp>
      <p:sp>
        <p:nvSpPr>
          <p:cNvPr id="27" name="Text 20">
            <a:extLst>
              <a:ext uri="{FF2B5EF4-FFF2-40B4-BE49-F238E27FC236}">
                <a16:creationId xmlns:a16="http://schemas.microsoft.com/office/drawing/2014/main" id="{D971F243-1FD5-F418-245E-0560914F6F2A}"/>
              </a:ext>
            </a:extLst>
          </p:cNvPr>
          <p:cNvSpPr/>
          <p:nvPr/>
        </p:nvSpPr>
        <p:spPr>
          <a:xfrm>
            <a:off x="7006340" y="4474648"/>
            <a:ext cx="3127248" cy="237744"/>
          </a:xfrm>
          <a:prstGeom prst="rect">
            <a:avLst/>
          </a:prstGeom>
          <a:noFill/>
          <a:ln/>
        </p:spPr>
        <p:txBody>
          <a:bodyPr wrap="square" lIns="0" tIns="0" rIns="0" bIns="0" rtlCol="0" anchor="ctr"/>
          <a:lstStyle/>
          <a:p>
            <a:pPr marL="0" indent="0">
              <a:buNone/>
            </a:pPr>
            <a:r>
              <a:rPr lang="en-US" sz="1050" noProof="0" dirty="0">
                <a:solidFill>
                  <a:srgbClr val="1B2A3B"/>
                </a:solidFill>
              </a:rPr>
              <a:t>The failure comes from USART dependency on UART module guards in HAL config.</a:t>
            </a:r>
          </a:p>
          <a:p>
            <a:pPr marL="0" indent="0">
              <a:buNone/>
            </a:pPr>
            <a:r>
              <a:rPr lang="en-US" sz="1050" noProof="0" dirty="0">
                <a:solidFill>
                  <a:srgbClr val="1B2A3B"/>
                </a:solidFill>
              </a:rPr>
              <a:t>Enable the required UART macro or patch the conditional compilation section in the USART driver for your STM32CubeH7 version.</a:t>
            </a:r>
            <a:endParaRPr lang="en-US" sz="1050" noProof="0" dirty="0"/>
          </a:p>
        </p:txBody>
      </p:sp>
      <p:pic>
        <p:nvPicPr>
          <p:cNvPr id="33" name="Graphic 32" descr="Arrow Right with solid fill">
            <a:extLst>
              <a:ext uri="{FF2B5EF4-FFF2-40B4-BE49-F238E27FC236}">
                <a16:creationId xmlns:a16="http://schemas.microsoft.com/office/drawing/2014/main" id="{A56E83C1-2CC2-CD2A-E4F7-102BEFA1837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77584" y="3580300"/>
            <a:ext cx="431535" cy="431535"/>
          </a:xfrm>
          <a:prstGeom prst="rect">
            <a:avLst/>
          </a:prstGeom>
        </p:spPr>
      </p:pic>
      <p:sp>
        <p:nvSpPr>
          <p:cNvPr id="37" name="TextBox 36">
            <a:extLst>
              <a:ext uri="{FF2B5EF4-FFF2-40B4-BE49-F238E27FC236}">
                <a16:creationId xmlns:a16="http://schemas.microsoft.com/office/drawing/2014/main" id="{C42EE390-38AC-3E2B-380E-A220330EA5A8}"/>
              </a:ext>
            </a:extLst>
          </p:cNvPr>
          <p:cNvSpPr txBox="1"/>
          <p:nvPr/>
        </p:nvSpPr>
        <p:spPr>
          <a:xfrm>
            <a:off x="340364" y="1580934"/>
            <a:ext cx="10269783" cy="276999"/>
          </a:xfrm>
          <a:prstGeom prst="rect">
            <a:avLst/>
          </a:prstGeom>
          <a:noFill/>
        </p:spPr>
        <p:txBody>
          <a:bodyPr wrap="square">
            <a:spAutoFit/>
          </a:bodyPr>
          <a:lstStyle/>
          <a:p>
            <a:r>
              <a:rPr lang="en-US" sz="1200" b="1" noProof="0" dirty="0">
                <a:solidFill>
                  <a:srgbClr val="0D9488"/>
                </a:solidFill>
              </a:rPr>
              <a:t>User question:  </a:t>
            </a:r>
            <a:r>
              <a:rPr lang="en-US" sz="1200" noProof="0" dirty="0">
                <a:solidFill>
                  <a:srgbClr val="1B2A3B"/>
                </a:solidFill>
              </a:rPr>
              <a:t>Why does USART fail to compile when UART is not enabled?</a:t>
            </a:r>
          </a:p>
        </p:txBody>
      </p:sp>
      <p:sp>
        <p:nvSpPr>
          <p:cNvPr id="38" name="Text 10">
            <a:extLst>
              <a:ext uri="{FF2B5EF4-FFF2-40B4-BE49-F238E27FC236}">
                <a16:creationId xmlns:a16="http://schemas.microsoft.com/office/drawing/2014/main" id="{81259812-22A9-1453-7CC2-C1FE657685AA}"/>
              </a:ext>
            </a:extLst>
          </p:cNvPr>
          <p:cNvSpPr/>
          <p:nvPr/>
        </p:nvSpPr>
        <p:spPr>
          <a:xfrm>
            <a:off x="1397718" y="4592020"/>
            <a:ext cx="3794760" cy="256032"/>
          </a:xfrm>
          <a:prstGeom prst="rect">
            <a:avLst/>
          </a:prstGeom>
          <a:noFill/>
          <a:ln/>
        </p:spPr>
        <p:txBody>
          <a:bodyPr wrap="square" lIns="0" tIns="0" rIns="0" bIns="0" rtlCol="0" anchor="ctr"/>
          <a:lstStyle/>
          <a:p>
            <a:pPr marL="0" indent="0">
              <a:buNone/>
            </a:pPr>
            <a:r>
              <a:rPr lang="en-US" sz="1000" b="1" noProof="0" dirty="0">
                <a:solidFill>
                  <a:srgbClr val="C00000"/>
                </a:solidFill>
              </a:rPr>
              <a:t>Problem:</a:t>
            </a:r>
            <a:endParaRPr lang="en-US" sz="1000" noProof="0" dirty="0">
              <a:solidFill>
                <a:srgbClr val="C00000"/>
              </a:solidFill>
            </a:endParaRPr>
          </a:p>
        </p:txBody>
      </p:sp>
      <p:sp>
        <p:nvSpPr>
          <p:cNvPr id="39" name="Text 12">
            <a:extLst>
              <a:ext uri="{FF2B5EF4-FFF2-40B4-BE49-F238E27FC236}">
                <a16:creationId xmlns:a16="http://schemas.microsoft.com/office/drawing/2014/main" id="{0BF4A740-89A4-2C6C-856A-C11A115790C0}"/>
              </a:ext>
            </a:extLst>
          </p:cNvPr>
          <p:cNvSpPr/>
          <p:nvPr/>
        </p:nvSpPr>
        <p:spPr>
          <a:xfrm>
            <a:off x="1397718" y="4886914"/>
            <a:ext cx="3511296" cy="237744"/>
          </a:xfrm>
          <a:prstGeom prst="rect">
            <a:avLst/>
          </a:prstGeom>
          <a:noFill/>
          <a:ln/>
        </p:spPr>
        <p:txBody>
          <a:bodyPr wrap="square" lIns="0" tIns="0" rIns="0" bIns="0" rtlCol="0" anchor="ctr"/>
          <a:lstStyle/>
          <a:p>
            <a:pPr marL="0" indent="0">
              <a:buNone/>
            </a:pPr>
            <a:r>
              <a:rPr lang="en-US" sz="1050" noProof="0" dirty="0">
                <a:solidFill>
                  <a:srgbClr val="1B2A3B"/>
                </a:solidFill>
              </a:rPr>
              <a:t>Vague answer, no root cause, no prioritization.</a:t>
            </a:r>
            <a:endParaRPr lang="en-US" sz="1050" noProof="0" dirty="0"/>
          </a:p>
        </p:txBody>
      </p:sp>
      <p:sp>
        <p:nvSpPr>
          <p:cNvPr id="43" name="TextBox 42">
            <a:extLst>
              <a:ext uri="{FF2B5EF4-FFF2-40B4-BE49-F238E27FC236}">
                <a16:creationId xmlns:a16="http://schemas.microsoft.com/office/drawing/2014/main" id="{1DFCC8AE-F5F0-C162-110B-71BFB09CC766}"/>
              </a:ext>
            </a:extLst>
          </p:cNvPr>
          <p:cNvSpPr txBox="1"/>
          <p:nvPr/>
        </p:nvSpPr>
        <p:spPr>
          <a:xfrm>
            <a:off x="6906827" y="2843417"/>
            <a:ext cx="3703320" cy="938719"/>
          </a:xfrm>
          <a:prstGeom prst="rect">
            <a:avLst/>
          </a:prstGeom>
          <a:noFill/>
        </p:spPr>
        <p:txBody>
          <a:bodyPr wrap="square">
            <a:spAutoFit/>
          </a:bodyPr>
          <a:lstStyle/>
          <a:p>
            <a:r>
              <a:rPr lang="en-US" sz="1100" noProof="0" dirty="0">
                <a:solidFill>
                  <a:srgbClr val="1B2A3B"/>
                </a:solidFill>
              </a:rPr>
              <a:t>The document is enriched with:</a:t>
            </a:r>
          </a:p>
          <a:p>
            <a:endParaRPr lang="en-US" sz="1100" noProof="0" dirty="0">
              <a:solidFill>
                <a:srgbClr val="1B2A3B"/>
              </a:solidFill>
            </a:endParaRPr>
          </a:p>
          <a:p>
            <a:r>
              <a:rPr lang="en-US" sz="1100" noProof="0" dirty="0">
                <a:solidFill>
                  <a:srgbClr val="1B2A3B"/>
                </a:solidFill>
              </a:rPr>
              <a:t>component=UART, </a:t>
            </a:r>
            <a:r>
              <a:rPr lang="en-US" sz="1100" noProof="0" dirty="0" err="1">
                <a:solidFill>
                  <a:srgbClr val="1B2A3B"/>
                </a:solidFill>
              </a:rPr>
              <a:t>issue_kind</a:t>
            </a:r>
            <a:r>
              <a:rPr lang="en-US" sz="1100" noProof="0" dirty="0">
                <a:solidFill>
                  <a:srgbClr val="1B2A3B"/>
                </a:solidFill>
              </a:rPr>
              <a:t>=</a:t>
            </a:r>
            <a:r>
              <a:rPr lang="en-US" sz="1100" noProof="0" dirty="0" err="1">
                <a:solidFill>
                  <a:srgbClr val="1B2A3B"/>
                </a:solidFill>
              </a:rPr>
              <a:t>bug_report</a:t>
            </a:r>
            <a:r>
              <a:rPr lang="en-US" sz="1100" noProof="0" dirty="0">
                <a:solidFill>
                  <a:srgbClr val="1B2A3B"/>
                </a:solidFill>
              </a:rPr>
              <a:t>, layer=HAL/Driver, severity=high, repo=STM32CubeH7, </a:t>
            </a:r>
            <a:r>
              <a:rPr lang="en-US" sz="1100" noProof="0" dirty="0" err="1">
                <a:solidFill>
                  <a:srgbClr val="1B2A3B"/>
                </a:solidFill>
              </a:rPr>
              <a:t>is_valid</a:t>
            </a:r>
            <a:r>
              <a:rPr lang="en-US" sz="1100" noProof="0" dirty="0">
                <a:solidFill>
                  <a:srgbClr val="1B2A3B"/>
                </a:solidFill>
              </a:rPr>
              <a:t>=true</a:t>
            </a:r>
          </a:p>
        </p:txBody>
      </p:sp>
      <p:sp>
        <p:nvSpPr>
          <p:cNvPr id="44" name="Text 19">
            <a:extLst>
              <a:ext uri="{FF2B5EF4-FFF2-40B4-BE49-F238E27FC236}">
                <a16:creationId xmlns:a16="http://schemas.microsoft.com/office/drawing/2014/main" id="{FA66DD1E-1B97-5379-A4FC-34EF6DCAEB91}"/>
              </a:ext>
            </a:extLst>
          </p:cNvPr>
          <p:cNvSpPr/>
          <p:nvPr/>
        </p:nvSpPr>
        <p:spPr>
          <a:xfrm>
            <a:off x="7004823" y="5021034"/>
            <a:ext cx="3429000" cy="256032"/>
          </a:xfrm>
          <a:prstGeom prst="rect">
            <a:avLst/>
          </a:prstGeom>
          <a:noFill/>
          <a:ln/>
        </p:spPr>
        <p:txBody>
          <a:bodyPr wrap="square" lIns="0" tIns="0" rIns="0" bIns="0" rtlCol="0" anchor="ctr"/>
          <a:lstStyle/>
          <a:p>
            <a:pPr marL="0" indent="0">
              <a:buNone/>
            </a:pPr>
            <a:r>
              <a:rPr lang="en-US" sz="1000" b="1" noProof="0" dirty="0">
                <a:solidFill>
                  <a:srgbClr val="0D9488"/>
                </a:solidFill>
              </a:rPr>
              <a:t>Impact:</a:t>
            </a:r>
            <a:endParaRPr lang="en-US" sz="1000" noProof="0" dirty="0">
              <a:solidFill>
                <a:srgbClr val="0D9488"/>
              </a:solidFill>
            </a:endParaRPr>
          </a:p>
        </p:txBody>
      </p:sp>
      <p:sp>
        <p:nvSpPr>
          <p:cNvPr id="45" name="Text 20">
            <a:extLst>
              <a:ext uri="{FF2B5EF4-FFF2-40B4-BE49-F238E27FC236}">
                <a16:creationId xmlns:a16="http://schemas.microsoft.com/office/drawing/2014/main" id="{F9D31B33-01B0-0AD7-8B3B-6D7BF14BFDBE}"/>
              </a:ext>
            </a:extLst>
          </p:cNvPr>
          <p:cNvSpPr/>
          <p:nvPr/>
        </p:nvSpPr>
        <p:spPr>
          <a:xfrm>
            <a:off x="7004823" y="5313642"/>
            <a:ext cx="3127248" cy="237744"/>
          </a:xfrm>
          <a:prstGeom prst="rect">
            <a:avLst/>
          </a:prstGeom>
          <a:noFill/>
          <a:ln/>
        </p:spPr>
        <p:txBody>
          <a:bodyPr wrap="square" lIns="0" tIns="0" rIns="0" bIns="0" rtlCol="0" anchor="ctr"/>
          <a:lstStyle/>
          <a:p>
            <a:pPr marL="0" indent="0">
              <a:buNone/>
            </a:pPr>
            <a:r>
              <a:rPr lang="en-US" sz="1050" noProof="0" dirty="0">
                <a:solidFill>
                  <a:srgbClr val="1B2A3B"/>
                </a:solidFill>
              </a:rPr>
              <a:t>Technical, root-cause-oriented, actionable answer.</a:t>
            </a:r>
            <a:endParaRPr lang="en-US" sz="1050" noProof="0" dirty="0"/>
          </a:p>
        </p:txBody>
      </p:sp>
      <p:sp>
        <p:nvSpPr>
          <p:cNvPr id="3" name="Slide Number Placeholder 2">
            <a:extLst>
              <a:ext uri="{FF2B5EF4-FFF2-40B4-BE49-F238E27FC236}">
                <a16:creationId xmlns:a16="http://schemas.microsoft.com/office/drawing/2014/main" id="{70B459BC-754B-F932-7333-22FA1EE31702}"/>
              </a:ext>
            </a:extLst>
          </p:cNvPr>
          <p:cNvSpPr>
            <a:spLocks noGrp="1"/>
          </p:cNvSpPr>
          <p:nvPr>
            <p:ph type="sldNum" sz="quarter" idx="12"/>
          </p:nvPr>
        </p:nvSpPr>
        <p:spPr/>
        <p:txBody>
          <a:bodyPr/>
          <a:lstStyle/>
          <a:p>
            <a:fld id="{40A7B169-58CE-4E65-B1F9-ACF9E46440C2}" type="slidenum">
              <a:rPr lang="en-US" noProof="0" smtClean="0"/>
              <a:t>38</a:t>
            </a:fld>
            <a:endParaRPr lang="en-US" noProof="0" dirty="0"/>
          </a:p>
        </p:txBody>
      </p:sp>
    </p:spTree>
    <p:extLst>
      <p:ext uri="{BB962C8B-B14F-4D97-AF65-F5344CB8AC3E}">
        <p14:creationId xmlns:p14="http://schemas.microsoft.com/office/powerpoint/2010/main" val="17954279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CF1B2-D961-B460-336C-D50A649620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DEDCDD-D1BA-9045-745C-05D0491A49A4}"/>
              </a:ext>
            </a:extLst>
          </p:cNvPr>
          <p:cNvSpPr>
            <a:spLocks noGrp="1"/>
          </p:cNvSpPr>
          <p:nvPr>
            <p:ph type="title"/>
          </p:nvPr>
        </p:nvSpPr>
        <p:spPr>
          <a:xfrm>
            <a:off x="242477" y="-53443"/>
            <a:ext cx="11609159" cy="1247050"/>
          </a:xfrm>
        </p:spPr>
        <p:txBody>
          <a:bodyPr/>
          <a:lstStyle/>
          <a:p>
            <a:r>
              <a:rPr lang="en-US" sz="1800" b="1" noProof="0" dirty="0"/>
              <a:t>The Data Preprocessing Pipeline</a:t>
            </a:r>
            <a:endParaRPr lang="en-US" sz="1800" noProof="0" dirty="0"/>
          </a:p>
        </p:txBody>
      </p:sp>
      <p:sp>
        <p:nvSpPr>
          <p:cNvPr id="56" name="TextBox 55">
            <a:extLst>
              <a:ext uri="{FF2B5EF4-FFF2-40B4-BE49-F238E27FC236}">
                <a16:creationId xmlns:a16="http://schemas.microsoft.com/office/drawing/2014/main" id="{CC83B4C7-E971-98D0-E903-EDF1D2D05A6E}"/>
              </a:ext>
            </a:extLst>
          </p:cNvPr>
          <p:cNvSpPr txBox="1"/>
          <p:nvPr/>
        </p:nvSpPr>
        <p:spPr>
          <a:xfrm>
            <a:off x="242477" y="615186"/>
            <a:ext cx="6271666" cy="276999"/>
          </a:xfrm>
          <a:prstGeom prst="rect">
            <a:avLst/>
          </a:prstGeom>
          <a:noFill/>
        </p:spPr>
        <p:txBody>
          <a:bodyPr wrap="square">
            <a:spAutoFit/>
          </a:bodyPr>
          <a:lstStyle/>
          <a:p>
            <a:pPr marL="0" indent="0" algn="l">
              <a:buNone/>
            </a:pPr>
            <a:r>
              <a:rPr lang="en-US" sz="1200" b="1" noProof="0" dirty="0">
                <a:solidFill>
                  <a:srgbClr val="425A78"/>
                </a:solidFill>
              </a:rPr>
              <a:t>8 steps to transform raw data into KB-ready knowledge</a:t>
            </a:r>
          </a:p>
        </p:txBody>
      </p:sp>
      <p:sp>
        <p:nvSpPr>
          <p:cNvPr id="57" name="Text 3">
            <a:extLst>
              <a:ext uri="{FF2B5EF4-FFF2-40B4-BE49-F238E27FC236}">
                <a16:creationId xmlns:a16="http://schemas.microsoft.com/office/drawing/2014/main" id="{2AD30420-F83E-22FF-29D2-196AD62920B1}"/>
              </a:ext>
            </a:extLst>
          </p:cNvPr>
          <p:cNvSpPr/>
          <p:nvPr/>
        </p:nvSpPr>
        <p:spPr>
          <a:xfrm>
            <a:off x="340364" y="925138"/>
            <a:ext cx="8229600" cy="256032"/>
          </a:xfrm>
          <a:prstGeom prst="rect">
            <a:avLst/>
          </a:prstGeom>
          <a:noFill/>
          <a:ln/>
        </p:spPr>
        <p:txBody>
          <a:bodyPr wrap="square" lIns="0" tIns="0" rIns="0" bIns="0" rtlCol="0" anchor="ctr"/>
          <a:lstStyle/>
          <a:p>
            <a:pPr marL="0" indent="0" algn="l">
              <a:buNone/>
            </a:pPr>
            <a:r>
              <a:rPr lang="en-US" sz="1200" i="1" noProof="0" dirty="0">
                <a:solidFill>
                  <a:srgbClr val="64748B"/>
                </a:solidFill>
              </a:rPr>
              <a:t>Each step is deliberate — nothing is done at random</a:t>
            </a:r>
          </a:p>
        </p:txBody>
      </p:sp>
      <p:sp>
        <p:nvSpPr>
          <p:cNvPr id="58" name="Shape 4">
            <a:extLst>
              <a:ext uri="{FF2B5EF4-FFF2-40B4-BE49-F238E27FC236}">
                <a16:creationId xmlns:a16="http://schemas.microsoft.com/office/drawing/2014/main" id="{7B69B6EC-366B-149C-5D70-9374FB58E1E1}"/>
              </a:ext>
            </a:extLst>
          </p:cNvPr>
          <p:cNvSpPr/>
          <p:nvPr/>
        </p:nvSpPr>
        <p:spPr>
          <a:xfrm>
            <a:off x="340364" y="1302803"/>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3" name="Shape 40">
            <a:extLst>
              <a:ext uri="{FF2B5EF4-FFF2-40B4-BE49-F238E27FC236}">
                <a16:creationId xmlns:a16="http://schemas.microsoft.com/office/drawing/2014/main" id="{806BA0C8-D4A8-1A32-2BF9-D09F508B6C38}"/>
              </a:ext>
            </a:extLst>
          </p:cNvPr>
          <p:cNvSpPr/>
          <p:nvPr/>
        </p:nvSpPr>
        <p:spPr>
          <a:xfrm>
            <a:off x="6797008" y="4370711"/>
            <a:ext cx="4114800" cy="1810512"/>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4" name="Shape 41">
            <a:extLst>
              <a:ext uri="{FF2B5EF4-FFF2-40B4-BE49-F238E27FC236}">
                <a16:creationId xmlns:a16="http://schemas.microsoft.com/office/drawing/2014/main" id="{3A81787A-EB7A-B43B-22DE-9E6900BD394B}"/>
              </a:ext>
            </a:extLst>
          </p:cNvPr>
          <p:cNvSpPr/>
          <p:nvPr/>
        </p:nvSpPr>
        <p:spPr>
          <a:xfrm>
            <a:off x="6821634" y="4370711"/>
            <a:ext cx="64008" cy="1810512"/>
          </a:xfrm>
          <a:prstGeom prst="rect">
            <a:avLst/>
          </a:prstGeom>
          <a:solidFill>
            <a:srgbClr val="0D9488"/>
          </a:solidFill>
          <a:ln w="12700">
            <a:solidFill>
              <a:srgbClr val="000000"/>
            </a:solidFill>
            <a:prstDash val="solid"/>
          </a:ln>
        </p:spPr>
        <p:txBody>
          <a:bodyPr/>
          <a:lstStyle/>
          <a:p>
            <a:endParaRPr lang="en-US" noProof="0" dirty="0"/>
          </a:p>
        </p:txBody>
      </p:sp>
      <p:sp>
        <p:nvSpPr>
          <p:cNvPr id="28" name="Text 42">
            <a:extLst>
              <a:ext uri="{FF2B5EF4-FFF2-40B4-BE49-F238E27FC236}">
                <a16:creationId xmlns:a16="http://schemas.microsoft.com/office/drawing/2014/main" id="{C9D29390-1FFC-A54F-0559-4142D80DA460}"/>
              </a:ext>
            </a:extLst>
          </p:cNvPr>
          <p:cNvSpPr/>
          <p:nvPr/>
        </p:nvSpPr>
        <p:spPr>
          <a:xfrm>
            <a:off x="7022802" y="4462151"/>
            <a:ext cx="3794760" cy="274320"/>
          </a:xfrm>
          <a:prstGeom prst="rect">
            <a:avLst/>
          </a:prstGeom>
          <a:noFill/>
          <a:ln/>
        </p:spPr>
        <p:txBody>
          <a:bodyPr wrap="square" lIns="0" tIns="0" rIns="0" bIns="0" rtlCol="0" anchor="ctr"/>
          <a:lstStyle/>
          <a:p>
            <a:pPr marL="0" indent="0">
              <a:buNone/>
            </a:pPr>
            <a:r>
              <a:rPr lang="en-US" sz="1050" b="1" noProof="0" dirty="0">
                <a:solidFill>
                  <a:srgbClr val="0D9488"/>
                </a:solidFill>
              </a:rPr>
              <a:t>❓ Objective: Similarity</a:t>
            </a:r>
            <a:endParaRPr lang="en-US" sz="1050" noProof="0" dirty="0"/>
          </a:p>
        </p:txBody>
      </p:sp>
      <p:sp>
        <p:nvSpPr>
          <p:cNvPr id="52" name="Text 43">
            <a:extLst>
              <a:ext uri="{FF2B5EF4-FFF2-40B4-BE49-F238E27FC236}">
                <a16:creationId xmlns:a16="http://schemas.microsoft.com/office/drawing/2014/main" id="{133C22C1-E21C-65FE-7F51-0BD7779DBE38}"/>
              </a:ext>
            </a:extLst>
          </p:cNvPr>
          <p:cNvSpPr/>
          <p:nvPr/>
        </p:nvSpPr>
        <p:spPr>
          <a:xfrm>
            <a:off x="7022802" y="4763903"/>
            <a:ext cx="3794760" cy="1280160"/>
          </a:xfrm>
          <a:prstGeom prst="rect">
            <a:avLst/>
          </a:prstGeom>
          <a:noFill/>
          <a:ln/>
        </p:spPr>
        <p:txBody>
          <a:bodyPr wrap="square" lIns="0" tIns="0" rIns="0" bIns="0" rtlCol="0" anchor="ctr"/>
          <a:lstStyle/>
          <a:p>
            <a:pPr marL="171450" indent="-171450">
              <a:buFont typeface="Arial" panose="020B0604020202020204" pitchFamily="34" charset="0"/>
              <a:buChar char="•"/>
            </a:pPr>
            <a:r>
              <a:rPr lang="en-US" sz="1000" noProof="0" dirty="0">
                <a:solidFill>
                  <a:srgbClr val="1B2A3B"/>
                </a:solidFill>
              </a:rPr>
              <a:t>Two different GitHub issues may describe the same technical bug but using different words.</a:t>
            </a:r>
          </a:p>
          <a:p>
            <a:pPr marL="171450" indent="-171450">
              <a:buFont typeface="Arial" panose="020B0604020202020204" pitchFamily="34" charset="0"/>
              <a:buChar char="•"/>
            </a:pPr>
            <a:r>
              <a:rPr lang="en-US" sz="1000" noProof="0" dirty="0">
                <a:solidFill>
                  <a:srgbClr val="1B2A3B"/>
                </a:solidFill>
              </a:rPr>
              <a:t>By computing similarity, we enrich each issue with cross-references to other related issues.</a:t>
            </a:r>
          </a:p>
          <a:p>
            <a:endParaRPr lang="en-US" sz="1000" noProof="0" dirty="0">
              <a:solidFill>
                <a:srgbClr val="1B2A3B"/>
              </a:solidFill>
            </a:endParaRPr>
          </a:p>
          <a:p>
            <a:r>
              <a:rPr lang="en-US" sz="1000" noProof="0" dirty="0">
                <a:solidFill>
                  <a:srgbClr val="1B2A3B"/>
                </a:solidFill>
                <a:sym typeface="Wingdings" panose="05000000000000000000" pitchFamily="2" charset="2"/>
              </a:rPr>
              <a:t> </a:t>
            </a:r>
            <a:r>
              <a:rPr lang="en-US" sz="1000" noProof="0" dirty="0">
                <a:solidFill>
                  <a:srgbClr val="1B2A3B"/>
                </a:solidFill>
              </a:rPr>
              <a:t>This improves retrieval and helps the assistant give more complete and reliable support answers.</a:t>
            </a:r>
          </a:p>
        </p:txBody>
      </p:sp>
      <p:pic>
        <p:nvPicPr>
          <p:cNvPr id="54" name="Graphic 53" descr="Back outline">
            <a:extLst>
              <a:ext uri="{FF2B5EF4-FFF2-40B4-BE49-F238E27FC236}">
                <a16:creationId xmlns:a16="http://schemas.microsoft.com/office/drawing/2014/main" id="{33E06516-ADA3-B832-BE7B-E7000957A1E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V="1">
            <a:off x="5164991" y="4238629"/>
            <a:ext cx="1481109" cy="1481109"/>
          </a:xfrm>
          <a:prstGeom prst="rect">
            <a:avLst/>
          </a:prstGeom>
        </p:spPr>
      </p:pic>
      <p:sp>
        <p:nvSpPr>
          <p:cNvPr id="53" name="Shape 5">
            <a:extLst>
              <a:ext uri="{FF2B5EF4-FFF2-40B4-BE49-F238E27FC236}">
                <a16:creationId xmlns:a16="http://schemas.microsoft.com/office/drawing/2014/main" id="{9E558591-3334-8CA3-1607-363E5DE11BE1}"/>
              </a:ext>
            </a:extLst>
          </p:cNvPr>
          <p:cNvSpPr/>
          <p:nvPr/>
        </p:nvSpPr>
        <p:spPr>
          <a:xfrm>
            <a:off x="78775" y="1911930"/>
            <a:ext cx="1304782" cy="1981142"/>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55" name="Shape 6">
            <a:extLst>
              <a:ext uri="{FF2B5EF4-FFF2-40B4-BE49-F238E27FC236}">
                <a16:creationId xmlns:a16="http://schemas.microsoft.com/office/drawing/2014/main" id="{32B99CCC-7867-DAA8-1E2A-8B7A138D29AD}"/>
              </a:ext>
            </a:extLst>
          </p:cNvPr>
          <p:cNvSpPr/>
          <p:nvPr/>
        </p:nvSpPr>
        <p:spPr>
          <a:xfrm>
            <a:off x="78775" y="1911930"/>
            <a:ext cx="1294372" cy="438912"/>
          </a:xfrm>
          <a:prstGeom prst="rect">
            <a:avLst/>
          </a:prstGeom>
          <a:noFill/>
          <a:ln w="12700">
            <a:solidFill>
              <a:srgbClr val="000000"/>
            </a:solidFill>
            <a:prstDash val="solid"/>
          </a:ln>
        </p:spPr>
        <p:txBody>
          <a:bodyPr/>
          <a:lstStyle/>
          <a:p>
            <a:endParaRPr lang="en-US" noProof="0" dirty="0"/>
          </a:p>
        </p:txBody>
      </p:sp>
      <p:sp>
        <p:nvSpPr>
          <p:cNvPr id="59" name="Text 7">
            <a:extLst>
              <a:ext uri="{FF2B5EF4-FFF2-40B4-BE49-F238E27FC236}">
                <a16:creationId xmlns:a16="http://schemas.microsoft.com/office/drawing/2014/main" id="{9B14C02A-456F-7AFC-D418-35B1E46D0C9B}"/>
              </a:ext>
            </a:extLst>
          </p:cNvPr>
          <p:cNvSpPr/>
          <p:nvPr/>
        </p:nvSpPr>
        <p:spPr>
          <a:xfrm>
            <a:off x="78775" y="1911930"/>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1</a:t>
            </a:r>
            <a:endParaRPr lang="en-US" sz="1400" noProof="0" dirty="0">
              <a:solidFill>
                <a:srgbClr val="0D9488"/>
              </a:solidFill>
            </a:endParaRPr>
          </a:p>
        </p:txBody>
      </p:sp>
      <p:pic>
        <p:nvPicPr>
          <p:cNvPr id="60" name="Image 0" descr="preencoded.png">
            <a:extLst>
              <a:ext uri="{FF2B5EF4-FFF2-40B4-BE49-F238E27FC236}">
                <a16:creationId xmlns:a16="http://schemas.microsoft.com/office/drawing/2014/main" id="{83C09FDD-6701-D051-F423-493E59046DA9}"/>
              </a:ext>
            </a:extLst>
          </p:cNvPr>
          <p:cNvPicPr>
            <a:picLocks noChangeAspect="1"/>
          </p:cNvPicPr>
          <p:nvPr/>
        </p:nvPicPr>
        <p:blipFill>
          <a:blip r:embed="rId4"/>
          <a:stretch>
            <a:fillRect/>
          </a:stretch>
        </p:blipFill>
        <p:spPr>
          <a:xfrm>
            <a:off x="631987" y="1980273"/>
            <a:ext cx="329184" cy="329184"/>
          </a:xfrm>
          <a:prstGeom prst="rect">
            <a:avLst/>
          </a:prstGeom>
        </p:spPr>
      </p:pic>
      <p:sp>
        <p:nvSpPr>
          <p:cNvPr id="61" name="Text 8">
            <a:extLst>
              <a:ext uri="{FF2B5EF4-FFF2-40B4-BE49-F238E27FC236}">
                <a16:creationId xmlns:a16="http://schemas.microsoft.com/office/drawing/2014/main" id="{1445A6A5-8105-2BB3-D170-307DC2AC6C02}"/>
              </a:ext>
            </a:extLst>
          </p:cNvPr>
          <p:cNvSpPr/>
          <p:nvPr/>
        </p:nvSpPr>
        <p:spPr>
          <a:xfrm>
            <a:off x="284515" y="2428469"/>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Ingestion</a:t>
            </a:r>
            <a:endParaRPr lang="en-US" sz="1050" noProof="0" dirty="0"/>
          </a:p>
        </p:txBody>
      </p:sp>
      <p:sp>
        <p:nvSpPr>
          <p:cNvPr id="62" name="Text 9">
            <a:extLst>
              <a:ext uri="{FF2B5EF4-FFF2-40B4-BE49-F238E27FC236}">
                <a16:creationId xmlns:a16="http://schemas.microsoft.com/office/drawing/2014/main" id="{898DFFC2-5652-8D86-1016-F1F074C0F3E9}"/>
              </a:ext>
            </a:extLst>
          </p:cNvPr>
          <p:cNvSpPr/>
          <p:nvPr/>
        </p:nvSpPr>
        <p:spPr>
          <a:xfrm>
            <a:off x="242477" y="2880338"/>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Download raw data</a:t>
            </a:r>
            <a:endParaRPr lang="en-US" sz="1000" noProof="0" dirty="0"/>
          </a:p>
          <a:p>
            <a:pPr marL="0" indent="0" algn="ctr">
              <a:buNone/>
            </a:pPr>
            <a:r>
              <a:rPr lang="en-US" sz="1000" noProof="0" dirty="0">
                <a:solidFill>
                  <a:srgbClr val="64748B"/>
                </a:solidFill>
              </a:rPr>
              <a:t>from GitHub</a:t>
            </a:r>
            <a:endParaRPr lang="en-US" sz="1000" noProof="0" dirty="0"/>
          </a:p>
        </p:txBody>
      </p:sp>
      <p:pic>
        <p:nvPicPr>
          <p:cNvPr id="63" name="Image 1" descr="preencoded.png">
            <a:extLst>
              <a:ext uri="{FF2B5EF4-FFF2-40B4-BE49-F238E27FC236}">
                <a16:creationId xmlns:a16="http://schemas.microsoft.com/office/drawing/2014/main" id="{8DA1701B-68E9-91D4-3863-AB3CAFA827CC}"/>
              </a:ext>
            </a:extLst>
          </p:cNvPr>
          <p:cNvPicPr>
            <a:picLocks noChangeAspect="1"/>
          </p:cNvPicPr>
          <p:nvPr/>
        </p:nvPicPr>
        <p:blipFill>
          <a:blip r:embed="rId5"/>
          <a:stretch>
            <a:fillRect/>
          </a:stretch>
        </p:blipFill>
        <p:spPr>
          <a:xfrm>
            <a:off x="1538917" y="2952203"/>
            <a:ext cx="237744" cy="237744"/>
          </a:xfrm>
          <a:prstGeom prst="rect">
            <a:avLst/>
          </a:prstGeom>
        </p:spPr>
      </p:pic>
      <p:pic>
        <p:nvPicPr>
          <p:cNvPr id="64" name="Image 3" descr="preencoded.png">
            <a:extLst>
              <a:ext uri="{FF2B5EF4-FFF2-40B4-BE49-F238E27FC236}">
                <a16:creationId xmlns:a16="http://schemas.microsoft.com/office/drawing/2014/main" id="{CC28F414-4ECC-2442-314D-8EA943B8AFF7}"/>
              </a:ext>
            </a:extLst>
          </p:cNvPr>
          <p:cNvPicPr>
            <a:picLocks noChangeAspect="1"/>
          </p:cNvPicPr>
          <p:nvPr/>
        </p:nvPicPr>
        <p:blipFill>
          <a:blip r:embed="rId5"/>
          <a:stretch>
            <a:fillRect/>
          </a:stretch>
        </p:blipFill>
        <p:spPr>
          <a:xfrm>
            <a:off x="3027746" y="2940628"/>
            <a:ext cx="237744" cy="237744"/>
          </a:xfrm>
          <a:prstGeom prst="rect">
            <a:avLst/>
          </a:prstGeom>
        </p:spPr>
      </p:pic>
      <p:sp>
        <p:nvSpPr>
          <p:cNvPr id="65" name="Shape 15">
            <a:extLst>
              <a:ext uri="{FF2B5EF4-FFF2-40B4-BE49-F238E27FC236}">
                <a16:creationId xmlns:a16="http://schemas.microsoft.com/office/drawing/2014/main" id="{CB056FF2-51CD-BBBF-F6E9-BA690314CE48}"/>
              </a:ext>
            </a:extLst>
          </p:cNvPr>
          <p:cNvSpPr/>
          <p:nvPr/>
        </p:nvSpPr>
        <p:spPr>
          <a:xfrm>
            <a:off x="3057790" y="1907356"/>
            <a:ext cx="1406728" cy="1981141"/>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66" name="Shape 16">
            <a:extLst>
              <a:ext uri="{FF2B5EF4-FFF2-40B4-BE49-F238E27FC236}">
                <a16:creationId xmlns:a16="http://schemas.microsoft.com/office/drawing/2014/main" id="{2094C82E-1878-21FB-529C-2D7A2FE4847D}"/>
              </a:ext>
            </a:extLst>
          </p:cNvPr>
          <p:cNvSpPr/>
          <p:nvPr/>
        </p:nvSpPr>
        <p:spPr>
          <a:xfrm>
            <a:off x="3063655" y="1917937"/>
            <a:ext cx="1410616" cy="438912"/>
          </a:xfrm>
          <a:prstGeom prst="rect">
            <a:avLst/>
          </a:prstGeom>
          <a:noFill/>
          <a:ln w="12700">
            <a:solidFill>
              <a:srgbClr val="000000"/>
            </a:solidFill>
            <a:prstDash val="solid"/>
          </a:ln>
        </p:spPr>
        <p:txBody>
          <a:bodyPr/>
          <a:lstStyle/>
          <a:p>
            <a:endParaRPr lang="en-US" noProof="0" dirty="0"/>
          </a:p>
        </p:txBody>
      </p:sp>
      <p:sp>
        <p:nvSpPr>
          <p:cNvPr id="67" name="Text 17">
            <a:extLst>
              <a:ext uri="{FF2B5EF4-FFF2-40B4-BE49-F238E27FC236}">
                <a16:creationId xmlns:a16="http://schemas.microsoft.com/office/drawing/2014/main" id="{83DA0B16-3510-DED6-92ED-23C1E84EA488}"/>
              </a:ext>
            </a:extLst>
          </p:cNvPr>
          <p:cNvSpPr/>
          <p:nvPr/>
        </p:nvSpPr>
        <p:spPr>
          <a:xfrm>
            <a:off x="3128330" y="1907356"/>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3</a:t>
            </a:r>
            <a:endParaRPr lang="en-US" sz="1400" noProof="0" dirty="0">
              <a:solidFill>
                <a:srgbClr val="0D9488"/>
              </a:solidFill>
            </a:endParaRPr>
          </a:p>
        </p:txBody>
      </p:sp>
      <p:pic>
        <p:nvPicPr>
          <p:cNvPr id="68" name="Image 4" descr="preencoded.png">
            <a:extLst>
              <a:ext uri="{FF2B5EF4-FFF2-40B4-BE49-F238E27FC236}">
                <a16:creationId xmlns:a16="http://schemas.microsoft.com/office/drawing/2014/main" id="{59821F5A-BE1A-AC85-1B6E-C8A6FF570EB9}"/>
              </a:ext>
            </a:extLst>
          </p:cNvPr>
          <p:cNvPicPr>
            <a:picLocks noChangeAspect="1"/>
          </p:cNvPicPr>
          <p:nvPr/>
        </p:nvPicPr>
        <p:blipFill>
          <a:blip r:embed="rId6"/>
          <a:stretch>
            <a:fillRect/>
          </a:stretch>
        </p:blipFill>
        <p:spPr>
          <a:xfrm>
            <a:off x="3663252" y="1984590"/>
            <a:ext cx="329184" cy="329184"/>
          </a:xfrm>
          <a:prstGeom prst="rect">
            <a:avLst/>
          </a:prstGeom>
        </p:spPr>
      </p:pic>
      <p:sp>
        <p:nvSpPr>
          <p:cNvPr id="69" name="Text 18">
            <a:extLst>
              <a:ext uri="{FF2B5EF4-FFF2-40B4-BE49-F238E27FC236}">
                <a16:creationId xmlns:a16="http://schemas.microsoft.com/office/drawing/2014/main" id="{7E03AC77-A35E-0BD7-110E-17AF19D7F0F7}"/>
              </a:ext>
            </a:extLst>
          </p:cNvPr>
          <p:cNvSpPr/>
          <p:nvPr/>
        </p:nvSpPr>
        <p:spPr>
          <a:xfrm>
            <a:off x="3164893" y="2565155"/>
            <a:ext cx="1296898"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Enrichment</a:t>
            </a:r>
          </a:p>
          <a:p>
            <a:pPr marL="0" indent="0" algn="ctr">
              <a:buNone/>
            </a:pPr>
            <a:r>
              <a:rPr lang="en-US" sz="900" b="1" noProof="0" dirty="0">
                <a:solidFill>
                  <a:srgbClr val="0D9488"/>
                </a:solidFill>
              </a:rPr>
              <a:t>(Feature</a:t>
            </a:r>
          </a:p>
          <a:p>
            <a:pPr marL="0" indent="0" algn="ctr">
              <a:buNone/>
            </a:pPr>
            <a:r>
              <a:rPr lang="en-US" sz="900" b="1" noProof="0" dirty="0">
                <a:solidFill>
                  <a:srgbClr val="0D9488"/>
                </a:solidFill>
              </a:rPr>
              <a:t>Engineering)</a:t>
            </a:r>
          </a:p>
        </p:txBody>
      </p:sp>
      <p:sp>
        <p:nvSpPr>
          <p:cNvPr id="70" name="Text 19">
            <a:extLst>
              <a:ext uri="{FF2B5EF4-FFF2-40B4-BE49-F238E27FC236}">
                <a16:creationId xmlns:a16="http://schemas.microsoft.com/office/drawing/2014/main" id="{7948F7AF-AF9F-B0A5-1C72-AE2DD0374E11}"/>
              </a:ext>
            </a:extLst>
          </p:cNvPr>
          <p:cNvSpPr/>
          <p:nvPr/>
        </p:nvSpPr>
        <p:spPr>
          <a:xfrm>
            <a:off x="3230377" y="3002305"/>
            <a:ext cx="1122027"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Add board, component, layer, severity, </a:t>
            </a:r>
            <a:r>
              <a:rPr lang="en-US" sz="1000" noProof="0" dirty="0" err="1">
                <a:solidFill>
                  <a:srgbClr val="64748B"/>
                </a:solidFill>
              </a:rPr>
              <a:t>issue_kind</a:t>
            </a:r>
            <a:r>
              <a:rPr lang="en-US" sz="1000" noProof="0" dirty="0">
                <a:solidFill>
                  <a:srgbClr val="64748B"/>
                </a:solidFill>
              </a:rPr>
              <a:t>, </a:t>
            </a:r>
            <a:r>
              <a:rPr lang="en-US" sz="1000" noProof="0" dirty="0" err="1">
                <a:solidFill>
                  <a:srgbClr val="64748B"/>
                </a:solidFill>
              </a:rPr>
              <a:t>is_valid</a:t>
            </a:r>
            <a:endParaRPr lang="en-US" sz="1000" noProof="0" dirty="0">
              <a:solidFill>
                <a:srgbClr val="64748B"/>
              </a:solidFill>
            </a:endParaRPr>
          </a:p>
        </p:txBody>
      </p:sp>
      <p:pic>
        <p:nvPicPr>
          <p:cNvPr id="71" name="Image 5" descr="preencoded.png">
            <a:extLst>
              <a:ext uri="{FF2B5EF4-FFF2-40B4-BE49-F238E27FC236}">
                <a16:creationId xmlns:a16="http://schemas.microsoft.com/office/drawing/2014/main" id="{EF1AE30C-D1BF-BEDB-5109-B4EFC7FB7E94}"/>
              </a:ext>
            </a:extLst>
          </p:cNvPr>
          <p:cNvPicPr>
            <a:picLocks noChangeAspect="1"/>
          </p:cNvPicPr>
          <p:nvPr/>
        </p:nvPicPr>
        <p:blipFill>
          <a:blip r:embed="rId5"/>
          <a:stretch>
            <a:fillRect/>
          </a:stretch>
        </p:blipFill>
        <p:spPr>
          <a:xfrm>
            <a:off x="4572226" y="2935808"/>
            <a:ext cx="237744" cy="237744"/>
          </a:xfrm>
          <a:prstGeom prst="rect">
            <a:avLst/>
          </a:prstGeom>
        </p:spPr>
      </p:pic>
      <p:sp>
        <p:nvSpPr>
          <p:cNvPr id="72" name="Shape 20">
            <a:extLst>
              <a:ext uri="{FF2B5EF4-FFF2-40B4-BE49-F238E27FC236}">
                <a16:creationId xmlns:a16="http://schemas.microsoft.com/office/drawing/2014/main" id="{0DA39118-7BA1-5824-8247-3AB9B6F2DB9B}"/>
              </a:ext>
            </a:extLst>
          </p:cNvPr>
          <p:cNvSpPr/>
          <p:nvPr/>
        </p:nvSpPr>
        <p:spPr>
          <a:xfrm>
            <a:off x="4672810" y="1911929"/>
            <a:ext cx="1397438" cy="1981141"/>
          </a:xfrm>
          <a:prstGeom prst="rect">
            <a:avLst/>
          </a:prstGeom>
          <a:solidFill>
            <a:srgbClr val="FFFFFF"/>
          </a:solidFill>
          <a:ln w="9525">
            <a:solidFill>
              <a:srgbClr val="C0000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73" name="Shape 21">
            <a:extLst>
              <a:ext uri="{FF2B5EF4-FFF2-40B4-BE49-F238E27FC236}">
                <a16:creationId xmlns:a16="http://schemas.microsoft.com/office/drawing/2014/main" id="{49B0E2C4-DD99-B152-D1CB-1E39FF7F739C}"/>
              </a:ext>
            </a:extLst>
          </p:cNvPr>
          <p:cNvSpPr/>
          <p:nvPr/>
        </p:nvSpPr>
        <p:spPr>
          <a:xfrm>
            <a:off x="4672810" y="1902536"/>
            <a:ext cx="1406728" cy="438912"/>
          </a:xfrm>
          <a:prstGeom prst="rect">
            <a:avLst/>
          </a:prstGeom>
          <a:noFill/>
          <a:ln w="12700">
            <a:solidFill>
              <a:srgbClr val="C00000"/>
            </a:solidFill>
            <a:prstDash val="solid"/>
          </a:ln>
        </p:spPr>
        <p:txBody>
          <a:bodyPr/>
          <a:lstStyle/>
          <a:p>
            <a:endParaRPr lang="en-US" noProof="0" dirty="0"/>
          </a:p>
        </p:txBody>
      </p:sp>
      <p:sp>
        <p:nvSpPr>
          <p:cNvPr id="74" name="Text 22">
            <a:extLst>
              <a:ext uri="{FF2B5EF4-FFF2-40B4-BE49-F238E27FC236}">
                <a16:creationId xmlns:a16="http://schemas.microsoft.com/office/drawing/2014/main" id="{E7860144-3F6B-87A5-EB5D-A4DFACEA48C1}"/>
              </a:ext>
            </a:extLst>
          </p:cNvPr>
          <p:cNvSpPr/>
          <p:nvPr/>
        </p:nvSpPr>
        <p:spPr>
          <a:xfrm>
            <a:off x="4672810" y="1902536"/>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4</a:t>
            </a:r>
            <a:endParaRPr lang="en-US" sz="1400" noProof="0" dirty="0">
              <a:solidFill>
                <a:srgbClr val="0D9488"/>
              </a:solidFill>
            </a:endParaRPr>
          </a:p>
        </p:txBody>
      </p:sp>
      <p:sp>
        <p:nvSpPr>
          <p:cNvPr id="75" name="Text 23">
            <a:extLst>
              <a:ext uri="{FF2B5EF4-FFF2-40B4-BE49-F238E27FC236}">
                <a16:creationId xmlns:a16="http://schemas.microsoft.com/office/drawing/2014/main" id="{DB70B68C-21D4-29F3-23CF-DFFBF51BA308}"/>
              </a:ext>
            </a:extLst>
          </p:cNvPr>
          <p:cNvSpPr/>
          <p:nvPr/>
        </p:nvSpPr>
        <p:spPr>
          <a:xfrm>
            <a:off x="4859128" y="2426060"/>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Similarity</a:t>
            </a:r>
            <a:endParaRPr lang="en-US" sz="1050" noProof="0" dirty="0"/>
          </a:p>
        </p:txBody>
      </p:sp>
      <p:sp>
        <p:nvSpPr>
          <p:cNvPr id="76" name="Text 24">
            <a:extLst>
              <a:ext uri="{FF2B5EF4-FFF2-40B4-BE49-F238E27FC236}">
                <a16:creationId xmlns:a16="http://schemas.microsoft.com/office/drawing/2014/main" id="{B0089403-B22E-68CA-1A3D-F1934B792445}"/>
              </a:ext>
            </a:extLst>
          </p:cNvPr>
          <p:cNvSpPr/>
          <p:nvPr/>
        </p:nvSpPr>
        <p:spPr>
          <a:xfrm>
            <a:off x="4868609" y="2803280"/>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Link related issues</a:t>
            </a:r>
            <a:endParaRPr lang="en-US" sz="1000" noProof="0" dirty="0"/>
          </a:p>
          <a:p>
            <a:pPr marL="0" indent="0" algn="ctr">
              <a:buNone/>
            </a:pPr>
            <a:r>
              <a:rPr lang="en-US" sz="1000" noProof="0" dirty="0">
                <a:solidFill>
                  <a:srgbClr val="64748B"/>
                </a:solidFill>
              </a:rPr>
              <a:t>describing the same bug</a:t>
            </a:r>
            <a:endParaRPr lang="en-US" sz="1000" noProof="0" dirty="0"/>
          </a:p>
        </p:txBody>
      </p:sp>
      <p:pic>
        <p:nvPicPr>
          <p:cNvPr id="77" name="Image 7" descr="preencoded.png">
            <a:extLst>
              <a:ext uri="{FF2B5EF4-FFF2-40B4-BE49-F238E27FC236}">
                <a16:creationId xmlns:a16="http://schemas.microsoft.com/office/drawing/2014/main" id="{41A819DA-E02A-8B7B-5102-926AD140C97C}"/>
              </a:ext>
            </a:extLst>
          </p:cNvPr>
          <p:cNvPicPr>
            <a:picLocks noChangeAspect="1"/>
          </p:cNvPicPr>
          <p:nvPr/>
        </p:nvPicPr>
        <p:blipFill>
          <a:blip r:embed="rId5"/>
          <a:stretch>
            <a:fillRect/>
          </a:stretch>
        </p:blipFill>
        <p:spPr>
          <a:xfrm>
            <a:off x="9688869" y="2051597"/>
            <a:ext cx="237744" cy="237744"/>
          </a:xfrm>
          <a:prstGeom prst="rect">
            <a:avLst/>
          </a:prstGeom>
        </p:spPr>
      </p:pic>
      <p:sp>
        <p:nvSpPr>
          <p:cNvPr id="78" name="Shape 25">
            <a:extLst>
              <a:ext uri="{FF2B5EF4-FFF2-40B4-BE49-F238E27FC236}">
                <a16:creationId xmlns:a16="http://schemas.microsoft.com/office/drawing/2014/main" id="{BB2CFB82-C98A-8AD8-EFA8-0374E174A51F}"/>
              </a:ext>
            </a:extLst>
          </p:cNvPr>
          <p:cNvSpPr/>
          <p:nvPr/>
        </p:nvSpPr>
        <p:spPr>
          <a:xfrm>
            <a:off x="7775728" y="1917938"/>
            <a:ext cx="1397438" cy="1981140"/>
          </a:xfrm>
          <a:prstGeom prst="rect">
            <a:avLst/>
          </a:prstGeom>
          <a:solidFill>
            <a:srgbClr val="FFFFFF"/>
          </a:solidFill>
          <a:ln w="9525">
            <a:no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79" name="Shape 26">
            <a:extLst>
              <a:ext uri="{FF2B5EF4-FFF2-40B4-BE49-F238E27FC236}">
                <a16:creationId xmlns:a16="http://schemas.microsoft.com/office/drawing/2014/main" id="{F014CDAF-870C-1770-2C40-53907B11D10B}"/>
              </a:ext>
            </a:extLst>
          </p:cNvPr>
          <p:cNvSpPr/>
          <p:nvPr/>
        </p:nvSpPr>
        <p:spPr>
          <a:xfrm>
            <a:off x="7773138" y="1909324"/>
            <a:ext cx="1397438" cy="438912"/>
          </a:xfrm>
          <a:prstGeom prst="rect">
            <a:avLst/>
          </a:prstGeom>
          <a:noFill/>
          <a:ln w="12700">
            <a:solidFill>
              <a:schemeClr val="tx1"/>
            </a:solidFill>
            <a:prstDash val="solid"/>
          </a:ln>
        </p:spPr>
        <p:txBody>
          <a:bodyPr/>
          <a:lstStyle/>
          <a:p>
            <a:endParaRPr lang="en-US" noProof="0" dirty="0"/>
          </a:p>
        </p:txBody>
      </p:sp>
      <p:sp>
        <p:nvSpPr>
          <p:cNvPr id="80" name="Text 27">
            <a:extLst>
              <a:ext uri="{FF2B5EF4-FFF2-40B4-BE49-F238E27FC236}">
                <a16:creationId xmlns:a16="http://schemas.microsoft.com/office/drawing/2014/main" id="{97033CCA-D87D-CA48-FAC1-581FA2E31AAE}"/>
              </a:ext>
            </a:extLst>
          </p:cNvPr>
          <p:cNvSpPr/>
          <p:nvPr/>
        </p:nvSpPr>
        <p:spPr>
          <a:xfrm>
            <a:off x="7826817" y="1902294"/>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6</a:t>
            </a:r>
            <a:endParaRPr lang="en-US" sz="1400" noProof="0" dirty="0">
              <a:solidFill>
                <a:srgbClr val="0D9488"/>
              </a:solidFill>
            </a:endParaRPr>
          </a:p>
        </p:txBody>
      </p:sp>
      <p:pic>
        <p:nvPicPr>
          <p:cNvPr id="82" name="Image 8" descr="preencoded.png">
            <a:extLst>
              <a:ext uri="{FF2B5EF4-FFF2-40B4-BE49-F238E27FC236}">
                <a16:creationId xmlns:a16="http://schemas.microsoft.com/office/drawing/2014/main" id="{4A8F6F9C-4DFE-D60D-4F18-04B289C7C73A}"/>
              </a:ext>
            </a:extLst>
          </p:cNvPr>
          <p:cNvPicPr>
            <a:picLocks noChangeAspect="1"/>
          </p:cNvPicPr>
          <p:nvPr/>
        </p:nvPicPr>
        <p:blipFill>
          <a:blip r:embed="rId7"/>
          <a:stretch>
            <a:fillRect/>
          </a:stretch>
        </p:blipFill>
        <p:spPr>
          <a:xfrm>
            <a:off x="8399763" y="1998795"/>
            <a:ext cx="256032" cy="256032"/>
          </a:xfrm>
          <a:prstGeom prst="rect">
            <a:avLst/>
          </a:prstGeom>
        </p:spPr>
      </p:pic>
      <p:sp>
        <p:nvSpPr>
          <p:cNvPr id="83" name="Text 28">
            <a:extLst>
              <a:ext uri="{FF2B5EF4-FFF2-40B4-BE49-F238E27FC236}">
                <a16:creationId xmlns:a16="http://schemas.microsoft.com/office/drawing/2014/main" id="{F9C5FC13-5765-96AE-43FE-795A541BE726}"/>
              </a:ext>
            </a:extLst>
          </p:cNvPr>
          <p:cNvSpPr/>
          <p:nvPr/>
        </p:nvSpPr>
        <p:spPr>
          <a:xfrm>
            <a:off x="8020872" y="2433179"/>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Chunking</a:t>
            </a:r>
            <a:endParaRPr lang="en-US" sz="1050" noProof="0" dirty="0"/>
          </a:p>
        </p:txBody>
      </p:sp>
      <p:sp>
        <p:nvSpPr>
          <p:cNvPr id="84" name="Text 29">
            <a:extLst>
              <a:ext uri="{FF2B5EF4-FFF2-40B4-BE49-F238E27FC236}">
                <a16:creationId xmlns:a16="http://schemas.microsoft.com/office/drawing/2014/main" id="{B5E1A68F-EC76-C578-AF3E-8E941B246504}"/>
              </a:ext>
            </a:extLst>
          </p:cNvPr>
          <p:cNvSpPr/>
          <p:nvPr/>
        </p:nvSpPr>
        <p:spPr>
          <a:xfrm>
            <a:off x="8009697" y="2758367"/>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Split into chunks</a:t>
            </a:r>
            <a:endParaRPr lang="en-US" sz="1000" noProof="0" dirty="0"/>
          </a:p>
          <a:p>
            <a:pPr marL="0" indent="0" algn="ctr">
              <a:buNone/>
            </a:pPr>
            <a:r>
              <a:rPr lang="en-US" sz="1000" noProof="0" dirty="0">
                <a:solidFill>
                  <a:srgbClr val="64748B"/>
                </a:solidFill>
              </a:rPr>
              <a:t>for the evaluation</a:t>
            </a:r>
            <a:endParaRPr lang="en-US" sz="1000" noProof="0" dirty="0"/>
          </a:p>
        </p:txBody>
      </p:sp>
      <p:pic>
        <p:nvPicPr>
          <p:cNvPr id="86" name="Image 9" descr="preencoded.png">
            <a:extLst>
              <a:ext uri="{FF2B5EF4-FFF2-40B4-BE49-F238E27FC236}">
                <a16:creationId xmlns:a16="http://schemas.microsoft.com/office/drawing/2014/main" id="{BE7501BE-D2AC-602D-A622-404D7FCC3241}"/>
              </a:ext>
            </a:extLst>
          </p:cNvPr>
          <p:cNvPicPr>
            <a:picLocks noChangeAspect="1"/>
          </p:cNvPicPr>
          <p:nvPr/>
        </p:nvPicPr>
        <p:blipFill>
          <a:blip r:embed="rId5"/>
          <a:stretch>
            <a:fillRect/>
          </a:stretch>
        </p:blipFill>
        <p:spPr>
          <a:xfrm>
            <a:off x="9244588" y="2956387"/>
            <a:ext cx="237744" cy="237744"/>
          </a:xfrm>
          <a:prstGeom prst="rect">
            <a:avLst/>
          </a:prstGeom>
        </p:spPr>
      </p:pic>
      <p:sp>
        <p:nvSpPr>
          <p:cNvPr id="87" name="Shape 30">
            <a:extLst>
              <a:ext uri="{FF2B5EF4-FFF2-40B4-BE49-F238E27FC236}">
                <a16:creationId xmlns:a16="http://schemas.microsoft.com/office/drawing/2014/main" id="{63800CBD-E5DE-22AE-41B3-B9AB86FE4388}"/>
              </a:ext>
            </a:extLst>
          </p:cNvPr>
          <p:cNvSpPr/>
          <p:nvPr/>
        </p:nvSpPr>
        <p:spPr>
          <a:xfrm>
            <a:off x="9345172" y="1923114"/>
            <a:ext cx="1383932" cy="1981139"/>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88" name="Shape 31">
            <a:extLst>
              <a:ext uri="{FF2B5EF4-FFF2-40B4-BE49-F238E27FC236}">
                <a16:creationId xmlns:a16="http://schemas.microsoft.com/office/drawing/2014/main" id="{1224AE43-42C6-54D5-E9DC-A77AE64572D3}"/>
              </a:ext>
            </a:extLst>
          </p:cNvPr>
          <p:cNvSpPr/>
          <p:nvPr/>
        </p:nvSpPr>
        <p:spPr>
          <a:xfrm>
            <a:off x="9345172" y="1923115"/>
            <a:ext cx="1397438" cy="438912"/>
          </a:xfrm>
          <a:prstGeom prst="rect">
            <a:avLst/>
          </a:prstGeom>
          <a:noFill/>
          <a:ln w="12700">
            <a:solidFill>
              <a:srgbClr val="000000"/>
            </a:solidFill>
            <a:prstDash val="solid"/>
          </a:ln>
        </p:spPr>
        <p:txBody>
          <a:bodyPr/>
          <a:lstStyle/>
          <a:p>
            <a:endParaRPr lang="en-US" noProof="0" dirty="0"/>
          </a:p>
        </p:txBody>
      </p:sp>
      <p:sp>
        <p:nvSpPr>
          <p:cNvPr id="89" name="Text 32">
            <a:extLst>
              <a:ext uri="{FF2B5EF4-FFF2-40B4-BE49-F238E27FC236}">
                <a16:creationId xmlns:a16="http://schemas.microsoft.com/office/drawing/2014/main" id="{E77CABFD-399D-4A27-EA56-D40A61562889}"/>
              </a:ext>
            </a:extLst>
          </p:cNvPr>
          <p:cNvSpPr/>
          <p:nvPr/>
        </p:nvSpPr>
        <p:spPr>
          <a:xfrm>
            <a:off x="9345172" y="1923115"/>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7</a:t>
            </a:r>
            <a:endParaRPr lang="en-US" sz="1400" noProof="0" dirty="0">
              <a:solidFill>
                <a:srgbClr val="0D9488"/>
              </a:solidFill>
            </a:endParaRPr>
          </a:p>
        </p:txBody>
      </p:sp>
      <p:pic>
        <p:nvPicPr>
          <p:cNvPr id="90" name="Image 10" descr="preencoded.png">
            <a:extLst>
              <a:ext uri="{FF2B5EF4-FFF2-40B4-BE49-F238E27FC236}">
                <a16:creationId xmlns:a16="http://schemas.microsoft.com/office/drawing/2014/main" id="{662328C6-EA70-6877-C5AE-3641E04DBE89}"/>
              </a:ext>
            </a:extLst>
          </p:cNvPr>
          <p:cNvPicPr>
            <a:picLocks noChangeAspect="1"/>
          </p:cNvPicPr>
          <p:nvPr/>
        </p:nvPicPr>
        <p:blipFill>
          <a:blip r:embed="rId8"/>
          <a:stretch>
            <a:fillRect/>
          </a:stretch>
        </p:blipFill>
        <p:spPr>
          <a:xfrm>
            <a:off x="9918330" y="2016102"/>
            <a:ext cx="263059" cy="263059"/>
          </a:xfrm>
          <a:prstGeom prst="rect">
            <a:avLst/>
          </a:prstGeom>
        </p:spPr>
      </p:pic>
      <p:sp>
        <p:nvSpPr>
          <p:cNvPr id="91" name="Text 33">
            <a:extLst>
              <a:ext uri="{FF2B5EF4-FFF2-40B4-BE49-F238E27FC236}">
                <a16:creationId xmlns:a16="http://schemas.microsoft.com/office/drawing/2014/main" id="{898CD3B3-AF29-1723-924A-C268F8E66948}"/>
              </a:ext>
            </a:extLst>
          </p:cNvPr>
          <p:cNvSpPr/>
          <p:nvPr/>
        </p:nvSpPr>
        <p:spPr>
          <a:xfrm>
            <a:off x="9540971" y="2501265"/>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Evaluation</a:t>
            </a:r>
          </a:p>
          <a:p>
            <a:pPr algn="ctr"/>
            <a:r>
              <a:rPr lang="en-US" sz="900" b="1" noProof="0" dirty="0">
                <a:solidFill>
                  <a:srgbClr val="1B2A3B"/>
                </a:solidFill>
              </a:rPr>
              <a:t>(</a:t>
            </a:r>
            <a:r>
              <a:rPr lang="en-US" sz="900" b="1" noProof="0" dirty="0">
                <a:solidFill>
                  <a:srgbClr val="0D9488"/>
                </a:solidFill>
              </a:rPr>
              <a:t>Benchmark</a:t>
            </a:r>
            <a:r>
              <a:rPr lang="en-US" sz="900" b="1" noProof="0" dirty="0"/>
              <a:t>)</a:t>
            </a:r>
          </a:p>
        </p:txBody>
      </p:sp>
      <p:sp>
        <p:nvSpPr>
          <p:cNvPr id="92" name="Text 34">
            <a:extLst>
              <a:ext uri="{FF2B5EF4-FFF2-40B4-BE49-F238E27FC236}">
                <a16:creationId xmlns:a16="http://schemas.microsoft.com/office/drawing/2014/main" id="{F8D25047-1763-AC73-961A-A37697AA5312}"/>
              </a:ext>
            </a:extLst>
          </p:cNvPr>
          <p:cNvSpPr/>
          <p:nvPr/>
        </p:nvSpPr>
        <p:spPr>
          <a:xfrm>
            <a:off x="9559974" y="3022473"/>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Test with 50</a:t>
            </a:r>
            <a:endParaRPr lang="en-US" sz="1000" noProof="0" dirty="0"/>
          </a:p>
          <a:p>
            <a:pPr marL="0" indent="0" algn="ctr">
              <a:buNone/>
            </a:pPr>
            <a:r>
              <a:rPr lang="en-US" sz="1000" noProof="0" dirty="0">
                <a:solidFill>
                  <a:srgbClr val="64748B"/>
                </a:solidFill>
              </a:rPr>
              <a:t>questions of reference</a:t>
            </a:r>
          </a:p>
          <a:p>
            <a:pPr marL="0" indent="0" algn="ctr">
              <a:buNone/>
            </a:pPr>
            <a:endParaRPr lang="en-US" sz="1000" noProof="0" dirty="0"/>
          </a:p>
          <a:p>
            <a:pPr marL="0" indent="0" algn="ctr">
              <a:buNone/>
            </a:pPr>
            <a:endParaRPr lang="en-US" sz="1000" noProof="0" dirty="0"/>
          </a:p>
        </p:txBody>
      </p:sp>
      <p:pic>
        <p:nvPicPr>
          <p:cNvPr id="93" name="Image 11" descr="preencoded.png">
            <a:extLst>
              <a:ext uri="{FF2B5EF4-FFF2-40B4-BE49-F238E27FC236}">
                <a16:creationId xmlns:a16="http://schemas.microsoft.com/office/drawing/2014/main" id="{A91D1011-6B1E-4B3A-CC5A-D430E55176E9}"/>
              </a:ext>
            </a:extLst>
          </p:cNvPr>
          <p:cNvPicPr>
            <a:picLocks noChangeAspect="1"/>
          </p:cNvPicPr>
          <p:nvPr/>
        </p:nvPicPr>
        <p:blipFill>
          <a:blip r:embed="rId5"/>
          <a:stretch>
            <a:fillRect/>
          </a:stretch>
        </p:blipFill>
        <p:spPr>
          <a:xfrm>
            <a:off x="10488172" y="2956387"/>
            <a:ext cx="237744" cy="237744"/>
          </a:xfrm>
          <a:prstGeom prst="rect">
            <a:avLst/>
          </a:prstGeom>
        </p:spPr>
      </p:pic>
      <p:sp>
        <p:nvSpPr>
          <p:cNvPr id="94" name="Shape 35">
            <a:extLst>
              <a:ext uri="{FF2B5EF4-FFF2-40B4-BE49-F238E27FC236}">
                <a16:creationId xmlns:a16="http://schemas.microsoft.com/office/drawing/2014/main" id="{7812DA51-D5F1-7CEE-F7F3-C3F1E5ED71AE}"/>
              </a:ext>
            </a:extLst>
          </p:cNvPr>
          <p:cNvSpPr/>
          <p:nvPr/>
        </p:nvSpPr>
        <p:spPr>
          <a:xfrm>
            <a:off x="10892102" y="1918542"/>
            <a:ext cx="1218608" cy="1990773"/>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95" name="Shape 36">
            <a:extLst>
              <a:ext uri="{FF2B5EF4-FFF2-40B4-BE49-F238E27FC236}">
                <a16:creationId xmlns:a16="http://schemas.microsoft.com/office/drawing/2014/main" id="{1822A77A-8C71-7B7E-CD9E-0D3C1AADD016}"/>
              </a:ext>
            </a:extLst>
          </p:cNvPr>
          <p:cNvSpPr/>
          <p:nvPr/>
        </p:nvSpPr>
        <p:spPr>
          <a:xfrm>
            <a:off x="10892102" y="1918543"/>
            <a:ext cx="1218607" cy="438912"/>
          </a:xfrm>
          <a:prstGeom prst="rect">
            <a:avLst/>
          </a:prstGeom>
          <a:noFill/>
          <a:ln w="12700">
            <a:solidFill>
              <a:srgbClr val="000000"/>
            </a:solidFill>
            <a:prstDash val="solid"/>
          </a:ln>
        </p:spPr>
        <p:txBody>
          <a:bodyPr/>
          <a:lstStyle/>
          <a:p>
            <a:endParaRPr lang="en-US" noProof="0" dirty="0"/>
          </a:p>
        </p:txBody>
      </p:sp>
      <p:sp>
        <p:nvSpPr>
          <p:cNvPr id="96" name="Text 37">
            <a:extLst>
              <a:ext uri="{FF2B5EF4-FFF2-40B4-BE49-F238E27FC236}">
                <a16:creationId xmlns:a16="http://schemas.microsoft.com/office/drawing/2014/main" id="{72B35921-81F3-6FA6-D1F3-5B02EBDE435D}"/>
              </a:ext>
            </a:extLst>
          </p:cNvPr>
          <p:cNvSpPr/>
          <p:nvPr/>
        </p:nvSpPr>
        <p:spPr>
          <a:xfrm>
            <a:off x="10892102" y="1918543"/>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8</a:t>
            </a:r>
            <a:endParaRPr lang="en-US" sz="1400" noProof="0" dirty="0">
              <a:solidFill>
                <a:srgbClr val="0D9488"/>
              </a:solidFill>
            </a:endParaRPr>
          </a:p>
        </p:txBody>
      </p:sp>
      <p:pic>
        <p:nvPicPr>
          <p:cNvPr id="97" name="Image 12" descr="preencoded.png">
            <a:extLst>
              <a:ext uri="{FF2B5EF4-FFF2-40B4-BE49-F238E27FC236}">
                <a16:creationId xmlns:a16="http://schemas.microsoft.com/office/drawing/2014/main" id="{8F47E94E-3522-DFD1-BAA7-FC67E608A372}"/>
              </a:ext>
            </a:extLst>
          </p:cNvPr>
          <p:cNvPicPr>
            <a:picLocks noChangeAspect="1"/>
          </p:cNvPicPr>
          <p:nvPr/>
        </p:nvPicPr>
        <p:blipFill>
          <a:blip r:embed="rId9"/>
          <a:stretch>
            <a:fillRect/>
          </a:stretch>
        </p:blipFill>
        <p:spPr>
          <a:xfrm>
            <a:off x="11374469" y="2003612"/>
            <a:ext cx="288037" cy="288037"/>
          </a:xfrm>
          <a:prstGeom prst="rect">
            <a:avLst/>
          </a:prstGeom>
        </p:spPr>
      </p:pic>
      <p:sp>
        <p:nvSpPr>
          <p:cNvPr id="98" name="Text 38">
            <a:extLst>
              <a:ext uri="{FF2B5EF4-FFF2-40B4-BE49-F238E27FC236}">
                <a16:creationId xmlns:a16="http://schemas.microsoft.com/office/drawing/2014/main" id="{85B8A433-894F-FA86-3411-AFDA13030856}"/>
              </a:ext>
            </a:extLst>
          </p:cNvPr>
          <p:cNvSpPr/>
          <p:nvPr/>
        </p:nvSpPr>
        <p:spPr>
          <a:xfrm>
            <a:off x="10829688" y="2537692"/>
            <a:ext cx="1218607"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Delivery</a:t>
            </a:r>
            <a:endParaRPr lang="en-US" sz="800" b="1" noProof="0" dirty="0">
              <a:solidFill>
                <a:srgbClr val="1B2A3B"/>
              </a:solidFill>
            </a:endParaRPr>
          </a:p>
          <a:p>
            <a:pPr marL="0" indent="0" algn="ctr">
              <a:buNone/>
            </a:pPr>
            <a:endParaRPr lang="en-US" sz="1050" b="1" noProof="0" dirty="0">
              <a:solidFill>
                <a:srgbClr val="1B2A3B"/>
              </a:solidFill>
            </a:endParaRPr>
          </a:p>
        </p:txBody>
      </p:sp>
      <p:sp>
        <p:nvSpPr>
          <p:cNvPr id="99" name="Text 39">
            <a:extLst>
              <a:ext uri="{FF2B5EF4-FFF2-40B4-BE49-F238E27FC236}">
                <a16:creationId xmlns:a16="http://schemas.microsoft.com/office/drawing/2014/main" id="{7BF9AF7C-6FD8-3A25-3FF7-5B6C9C5D8828}"/>
              </a:ext>
            </a:extLst>
          </p:cNvPr>
          <p:cNvSpPr/>
          <p:nvPr/>
        </p:nvSpPr>
        <p:spPr>
          <a:xfrm>
            <a:off x="10991092" y="2880338"/>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Deliver JSON</a:t>
            </a:r>
            <a:endParaRPr lang="en-US" sz="1000" noProof="0" dirty="0"/>
          </a:p>
          <a:p>
            <a:pPr marL="0" indent="0" algn="ctr">
              <a:buNone/>
            </a:pPr>
            <a:r>
              <a:rPr lang="en-US" sz="1000" noProof="0" dirty="0">
                <a:solidFill>
                  <a:srgbClr val="64748B"/>
                </a:solidFill>
              </a:rPr>
              <a:t>format ST-ready</a:t>
            </a:r>
            <a:endParaRPr lang="en-US" sz="1000" noProof="0" dirty="0"/>
          </a:p>
        </p:txBody>
      </p:sp>
      <p:pic>
        <p:nvPicPr>
          <p:cNvPr id="100" name="Graphic 99" descr="Dice with solid fill">
            <a:extLst>
              <a:ext uri="{FF2B5EF4-FFF2-40B4-BE49-F238E27FC236}">
                <a16:creationId xmlns:a16="http://schemas.microsoft.com/office/drawing/2014/main" id="{0A74DEE9-8B65-D3CC-340B-93E834C1AE3C}"/>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164991" y="1929967"/>
            <a:ext cx="402338" cy="402338"/>
          </a:xfrm>
          <a:prstGeom prst="rect">
            <a:avLst/>
          </a:prstGeom>
        </p:spPr>
      </p:pic>
      <p:sp>
        <p:nvSpPr>
          <p:cNvPr id="101" name="Shape 20">
            <a:extLst>
              <a:ext uri="{FF2B5EF4-FFF2-40B4-BE49-F238E27FC236}">
                <a16:creationId xmlns:a16="http://schemas.microsoft.com/office/drawing/2014/main" id="{A0BD9065-9532-D37A-BE9B-A4DB02FC59F4}"/>
              </a:ext>
            </a:extLst>
          </p:cNvPr>
          <p:cNvSpPr/>
          <p:nvPr/>
        </p:nvSpPr>
        <p:spPr>
          <a:xfrm>
            <a:off x="6215313" y="1911930"/>
            <a:ext cx="1397438" cy="1981141"/>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02" name="Shape 21">
            <a:extLst>
              <a:ext uri="{FF2B5EF4-FFF2-40B4-BE49-F238E27FC236}">
                <a16:creationId xmlns:a16="http://schemas.microsoft.com/office/drawing/2014/main" id="{9BECE4DB-8B26-8B94-93B6-234A57923AE2}"/>
              </a:ext>
            </a:extLst>
          </p:cNvPr>
          <p:cNvSpPr/>
          <p:nvPr/>
        </p:nvSpPr>
        <p:spPr>
          <a:xfrm>
            <a:off x="6215312" y="1907356"/>
            <a:ext cx="1411952" cy="438912"/>
          </a:xfrm>
          <a:prstGeom prst="rect">
            <a:avLst/>
          </a:prstGeom>
          <a:noFill/>
          <a:ln w="12700">
            <a:solidFill>
              <a:srgbClr val="000000"/>
            </a:solidFill>
            <a:prstDash val="solid"/>
          </a:ln>
        </p:spPr>
        <p:txBody>
          <a:bodyPr/>
          <a:lstStyle/>
          <a:p>
            <a:endParaRPr lang="en-US" noProof="0" dirty="0"/>
          </a:p>
        </p:txBody>
      </p:sp>
      <p:sp>
        <p:nvSpPr>
          <p:cNvPr id="103" name="Text 22">
            <a:extLst>
              <a:ext uri="{FF2B5EF4-FFF2-40B4-BE49-F238E27FC236}">
                <a16:creationId xmlns:a16="http://schemas.microsoft.com/office/drawing/2014/main" id="{2C6C3EAE-5E82-4AA9-85BD-29DC10A86ECE}"/>
              </a:ext>
            </a:extLst>
          </p:cNvPr>
          <p:cNvSpPr/>
          <p:nvPr/>
        </p:nvSpPr>
        <p:spPr>
          <a:xfrm>
            <a:off x="6289954" y="1907356"/>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5</a:t>
            </a:r>
            <a:endParaRPr lang="en-US" sz="1400" noProof="0" dirty="0">
              <a:solidFill>
                <a:srgbClr val="0D9488"/>
              </a:solidFill>
            </a:endParaRPr>
          </a:p>
        </p:txBody>
      </p:sp>
      <p:sp>
        <p:nvSpPr>
          <p:cNvPr id="104" name="Text 23">
            <a:extLst>
              <a:ext uri="{FF2B5EF4-FFF2-40B4-BE49-F238E27FC236}">
                <a16:creationId xmlns:a16="http://schemas.microsoft.com/office/drawing/2014/main" id="{DED73FFF-D5A8-B6B0-D982-40A8FA346118}"/>
              </a:ext>
            </a:extLst>
          </p:cNvPr>
          <p:cNvSpPr/>
          <p:nvPr/>
        </p:nvSpPr>
        <p:spPr>
          <a:xfrm>
            <a:off x="6476272" y="2430880"/>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Data Generation</a:t>
            </a:r>
            <a:endParaRPr lang="en-US" sz="1050" noProof="0" dirty="0"/>
          </a:p>
        </p:txBody>
      </p:sp>
      <p:sp>
        <p:nvSpPr>
          <p:cNvPr id="105" name="Text 24">
            <a:extLst>
              <a:ext uri="{FF2B5EF4-FFF2-40B4-BE49-F238E27FC236}">
                <a16:creationId xmlns:a16="http://schemas.microsoft.com/office/drawing/2014/main" id="{E984FC11-24FC-42A6-0D09-C8A46E04BC52}"/>
              </a:ext>
            </a:extLst>
          </p:cNvPr>
          <p:cNvSpPr/>
          <p:nvPr/>
        </p:nvSpPr>
        <p:spPr>
          <a:xfrm>
            <a:off x="6476272" y="2940628"/>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A post-processing stage that turns prepared data into actionable support artifacts</a:t>
            </a:r>
            <a:endParaRPr lang="en-US" sz="1000" noProof="0" dirty="0"/>
          </a:p>
        </p:txBody>
      </p:sp>
      <p:pic>
        <p:nvPicPr>
          <p:cNvPr id="106" name="Graphic 105" descr="Database with solid fill">
            <a:extLst>
              <a:ext uri="{FF2B5EF4-FFF2-40B4-BE49-F238E27FC236}">
                <a16:creationId xmlns:a16="http://schemas.microsoft.com/office/drawing/2014/main" id="{610251A0-2D3E-DEA5-7B20-058674FA95FA}"/>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793537" y="1931676"/>
            <a:ext cx="390272" cy="390272"/>
          </a:xfrm>
          <a:prstGeom prst="rect">
            <a:avLst/>
          </a:prstGeom>
        </p:spPr>
      </p:pic>
      <p:cxnSp>
        <p:nvCxnSpPr>
          <p:cNvPr id="107" name="Straight Arrow Connector 106">
            <a:extLst>
              <a:ext uri="{FF2B5EF4-FFF2-40B4-BE49-F238E27FC236}">
                <a16:creationId xmlns:a16="http://schemas.microsoft.com/office/drawing/2014/main" id="{8CF08E74-596F-B812-64B3-B2CE2B488128}"/>
              </a:ext>
            </a:extLst>
          </p:cNvPr>
          <p:cNvCxnSpPr>
            <a:stCxn id="65" idx="3"/>
            <a:endCxn id="72" idx="1"/>
          </p:cNvCxnSpPr>
          <p:nvPr/>
        </p:nvCxnSpPr>
        <p:spPr>
          <a:xfrm>
            <a:off x="4464518" y="2897927"/>
            <a:ext cx="208292" cy="4573"/>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A175E488-7057-9067-9689-DA46D6795BEA}"/>
              </a:ext>
            </a:extLst>
          </p:cNvPr>
          <p:cNvCxnSpPr>
            <a:stCxn id="72" idx="3"/>
            <a:endCxn id="101" idx="1"/>
          </p:cNvCxnSpPr>
          <p:nvPr/>
        </p:nvCxnSpPr>
        <p:spPr>
          <a:xfrm>
            <a:off x="6070248" y="2902500"/>
            <a:ext cx="145065" cy="1"/>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09" name="Connector: Elbow 108">
            <a:extLst>
              <a:ext uri="{FF2B5EF4-FFF2-40B4-BE49-F238E27FC236}">
                <a16:creationId xmlns:a16="http://schemas.microsoft.com/office/drawing/2014/main" id="{05B97810-9BFB-EEE1-3FED-8B012669C970}"/>
              </a:ext>
            </a:extLst>
          </p:cNvPr>
          <p:cNvCxnSpPr>
            <a:stCxn id="101" idx="3"/>
            <a:endCxn id="78" idx="1"/>
          </p:cNvCxnSpPr>
          <p:nvPr/>
        </p:nvCxnSpPr>
        <p:spPr>
          <a:xfrm>
            <a:off x="7612751" y="2902501"/>
            <a:ext cx="162977" cy="6007"/>
          </a:xfrm>
          <a:prstGeom prst="bentConnector3">
            <a:avLst>
              <a:gd name="adj1" fmla="val 50000"/>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69F29609-DFFA-ECF0-2EE8-1FA310279F2F}"/>
              </a:ext>
            </a:extLst>
          </p:cNvPr>
          <p:cNvCxnSpPr>
            <a:stCxn id="78" idx="3"/>
            <a:endCxn id="87" idx="1"/>
          </p:cNvCxnSpPr>
          <p:nvPr/>
        </p:nvCxnSpPr>
        <p:spPr>
          <a:xfrm>
            <a:off x="9173166" y="2908508"/>
            <a:ext cx="172006" cy="5176"/>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D1004E9E-7D15-0055-2164-6332898FC3D0}"/>
              </a:ext>
            </a:extLst>
          </p:cNvPr>
          <p:cNvCxnSpPr>
            <a:cxnSpLocks/>
            <a:stCxn id="87" idx="3"/>
            <a:endCxn id="94" idx="1"/>
          </p:cNvCxnSpPr>
          <p:nvPr/>
        </p:nvCxnSpPr>
        <p:spPr>
          <a:xfrm>
            <a:off x="10729104" y="2913684"/>
            <a:ext cx="162998" cy="245"/>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pic>
        <p:nvPicPr>
          <p:cNvPr id="112" name="Image 1" descr="preencoded.png">
            <a:extLst>
              <a:ext uri="{FF2B5EF4-FFF2-40B4-BE49-F238E27FC236}">
                <a16:creationId xmlns:a16="http://schemas.microsoft.com/office/drawing/2014/main" id="{0C68D2DA-8098-A198-4838-16AE569D03DE}"/>
              </a:ext>
            </a:extLst>
          </p:cNvPr>
          <p:cNvPicPr>
            <a:picLocks noChangeAspect="1"/>
          </p:cNvPicPr>
          <p:nvPr/>
        </p:nvPicPr>
        <p:blipFill>
          <a:blip r:embed="rId5"/>
          <a:stretch>
            <a:fillRect/>
          </a:stretch>
        </p:blipFill>
        <p:spPr>
          <a:xfrm>
            <a:off x="1535658" y="2964948"/>
            <a:ext cx="237744" cy="237744"/>
          </a:xfrm>
          <a:prstGeom prst="rect">
            <a:avLst/>
          </a:prstGeom>
        </p:spPr>
      </p:pic>
      <p:sp>
        <p:nvSpPr>
          <p:cNvPr id="113" name="Shape 10">
            <a:extLst>
              <a:ext uri="{FF2B5EF4-FFF2-40B4-BE49-F238E27FC236}">
                <a16:creationId xmlns:a16="http://schemas.microsoft.com/office/drawing/2014/main" id="{9BB22658-846C-DDAF-905A-12FD129FE0E3}"/>
              </a:ext>
            </a:extLst>
          </p:cNvPr>
          <p:cNvSpPr/>
          <p:nvPr/>
        </p:nvSpPr>
        <p:spPr>
          <a:xfrm>
            <a:off x="1519175" y="1909324"/>
            <a:ext cx="1412748" cy="1974140"/>
          </a:xfrm>
          <a:prstGeom prst="rect">
            <a:avLst/>
          </a:prstGeom>
          <a:solidFill>
            <a:srgbClr val="FFFFFF"/>
          </a:solidFill>
          <a:ln w="9525">
            <a:no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14" name="Shape 11">
            <a:extLst>
              <a:ext uri="{FF2B5EF4-FFF2-40B4-BE49-F238E27FC236}">
                <a16:creationId xmlns:a16="http://schemas.microsoft.com/office/drawing/2014/main" id="{180B7690-3279-711D-D062-EABE854BA207}"/>
              </a:ext>
            </a:extLst>
          </p:cNvPr>
          <p:cNvSpPr/>
          <p:nvPr/>
        </p:nvSpPr>
        <p:spPr>
          <a:xfrm>
            <a:off x="1519175" y="1909324"/>
            <a:ext cx="1412748" cy="438912"/>
          </a:xfrm>
          <a:prstGeom prst="rect">
            <a:avLst/>
          </a:prstGeom>
          <a:noFill/>
          <a:ln w="12700">
            <a:solidFill>
              <a:schemeClr val="tx1"/>
            </a:solidFill>
            <a:prstDash val="solid"/>
          </a:ln>
        </p:spPr>
        <p:txBody>
          <a:bodyPr/>
          <a:lstStyle/>
          <a:p>
            <a:endParaRPr lang="en-US" noProof="0" dirty="0"/>
          </a:p>
        </p:txBody>
      </p:sp>
      <p:sp>
        <p:nvSpPr>
          <p:cNvPr id="115" name="Text 12">
            <a:extLst>
              <a:ext uri="{FF2B5EF4-FFF2-40B4-BE49-F238E27FC236}">
                <a16:creationId xmlns:a16="http://schemas.microsoft.com/office/drawing/2014/main" id="{52F1D499-8491-743D-FF4B-B111A79E33BA}"/>
              </a:ext>
            </a:extLst>
          </p:cNvPr>
          <p:cNvSpPr/>
          <p:nvPr/>
        </p:nvSpPr>
        <p:spPr>
          <a:xfrm>
            <a:off x="1519175" y="1909324"/>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2</a:t>
            </a:r>
            <a:endParaRPr lang="en-US" sz="1400" noProof="0" dirty="0">
              <a:solidFill>
                <a:srgbClr val="0D9488"/>
              </a:solidFill>
            </a:endParaRPr>
          </a:p>
        </p:txBody>
      </p:sp>
      <p:sp>
        <p:nvSpPr>
          <p:cNvPr id="116" name="Text 13">
            <a:extLst>
              <a:ext uri="{FF2B5EF4-FFF2-40B4-BE49-F238E27FC236}">
                <a16:creationId xmlns:a16="http://schemas.microsoft.com/office/drawing/2014/main" id="{54548166-858B-A7A8-839E-FF18A5C284BC}"/>
              </a:ext>
            </a:extLst>
          </p:cNvPr>
          <p:cNvSpPr/>
          <p:nvPr/>
        </p:nvSpPr>
        <p:spPr>
          <a:xfrm>
            <a:off x="1725252" y="2391388"/>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Cleaning</a:t>
            </a:r>
            <a:endParaRPr lang="en-US" sz="1050" noProof="0" dirty="0"/>
          </a:p>
        </p:txBody>
      </p:sp>
      <p:sp>
        <p:nvSpPr>
          <p:cNvPr id="117" name="Text 14">
            <a:extLst>
              <a:ext uri="{FF2B5EF4-FFF2-40B4-BE49-F238E27FC236}">
                <a16:creationId xmlns:a16="http://schemas.microsoft.com/office/drawing/2014/main" id="{41494D82-FC9E-0740-161B-61C274D3460A}"/>
              </a:ext>
            </a:extLst>
          </p:cNvPr>
          <p:cNvSpPr/>
          <p:nvPr/>
        </p:nvSpPr>
        <p:spPr>
          <a:xfrm>
            <a:off x="1683767" y="2770923"/>
            <a:ext cx="1176327"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Clean:</a:t>
            </a:r>
          </a:p>
          <a:p>
            <a:pPr marL="0" indent="0" algn="ctr">
              <a:buNone/>
            </a:pPr>
            <a:r>
              <a:rPr lang="en-US" sz="1000" noProof="0" dirty="0">
                <a:solidFill>
                  <a:srgbClr val="64748B"/>
                </a:solidFill>
              </a:rPr>
              <a:t>remove HTML,</a:t>
            </a:r>
            <a:endParaRPr lang="en-US" sz="1000" noProof="0" dirty="0"/>
          </a:p>
          <a:p>
            <a:pPr marL="0" indent="0" algn="ctr">
              <a:buNone/>
            </a:pPr>
            <a:r>
              <a:rPr lang="en-US" sz="1000" noProof="0" dirty="0">
                <a:solidFill>
                  <a:srgbClr val="64748B"/>
                </a:solidFill>
              </a:rPr>
              <a:t>Noisy text</a:t>
            </a:r>
            <a:endParaRPr lang="en-US" sz="1000" noProof="0" dirty="0"/>
          </a:p>
        </p:txBody>
      </p:sp>
      <p:pic>
        <p:nvPicPr>
          <p:cNvPr id="118" name="Graphic 117" descr="Eraser with solid fill">
            <a:extLst>
              <a:ext uri="{FF2B5EF4-FFF2-40B4-BE49-F238E27FC236}">
                <a16:creationId xmlns:a16="http://schemas.microsoft.com/office/drawing/2014/main" id="{3CD2C784-B549-EA7C-EDB7-4074259248B1}"/>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2063309" y="1974984"/>
            <a:ext cx="329184" cy="329184"/>
          </a:xfrm>
          <a:prstGeom prst="rect">
            <a:avLst/>
          </a:prstGeom>
        </p:spPr>
      </p:pic>
      <p:cxnSp>
        <p:nvCxnSpPr>
          <p:cNvPr id="119" name="Straight Arrow Connector 118">
            <a:extLst>
              <a:ext uri="{FF2B5EF4-FFF2-40B4-BE49-F238E27FC236}">
                <a16:creationId xmlns:a16="http://schemas.microsoft.com/office/drawing/2014/main" id="{C8EFDE54-C975-1635-7357-CCF51789CD2A}"/>
              </a:ext>
            </a:extLst>
          </p:cNvPr>
          <p:cNvCxnSpPr>
            <a:stCxn id="53" idx="3"/>
            <a:endCxn id="113" idx="1"/>
          </p:cNvCxnSpPr>
          <p:nvPr/>
        </p:nvCxnSpPr>
        <p:spPr>
          <a:xfrm flipV="1">
            <a:off x="1383557" y="2896394"/>
            <a:ext cx="135618" cy="6107"/>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20D60E20-BE70-A6D2-BBED-766717789232}"/>
              </a:ext>
            </a:extLst>
          </p:cNvPr>
          <p:cNvCxnSpPr>
            <a:stCxn id="113" idx="3"/>
            <a:endCxn id="65" idx="1"/>
          </p:cNvCxnSpPr>
          <p:nvPr/>
        </p:nvCxnSpPr>
        <p:spPr>
          <a:xfrm>
            <a:off x="2931923" y="2896394"/>
            <a:ext cx="125867" cy="1533"/>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BDD7A2C6-80E2-2B49-7F2A-C8B17EF7AC21}"/>
              </a:ext>
            </a:extLst>
          </p:cNvPr>
          <p:cNvSpPr>
            <a:spLocks noGrp="1"/>
          </p:cNvSpPr>
          <p:nvPr>
            <p:ph type="sldNum" sz="quarter" idx="12"/>
          </p:nvPr>
        </p:nvSpPr>
        <p:spPr/>
        <p:txBody>
          <a:bodyPr/>
          <a:lstStyle/>
          <a:p>
            <a:fld id="{40A7B169-58CE-4E65-B1F9-ACF9E46440C2}" type="slidenum">
              <a:rPr lang="en-US" noProof="0" smtClean="0"/>
              <a:t>39</a:t>
            </a:fld>
            <a:endParaRPr lang="en-US" noProof="0" dirty="0"/>
          </a:p>
        </p:txBody>
      </p:sp>
    </p:spTree>
    <p:extLst>
      <p:ext uri="{BB962C8B-B14F-4D97-AF65-F5344CB8AC3E}">
        <p14:creationId xmlns:p14="http://schemas.microsoft.com/office/powerpoint/2010/main" val="2904115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F3A44-09E8-4BE2-A5DD-95AF2243EE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96EF98-076C-577D-CFB7-742E3E7EF42D}"/>
              </a:ext>
            </a:extLst>
          </p:cNvPr>
          <p:cNvSpPr>
            <a:spLocks noGrp="1"/>
          </p:cNvSpPr>
          <p:nvPr>
            <p:ph type="title"/>
          </p:nvPr>
        </p:nvSpPr>
        <p:spPr>
          <a:xfrm>
            <a:off x="242477" y="-53443"/>
            <a:ext cx="11609159" cy="1247050"/>
          </a:xfrm>
        </p:spPr>
        <p:txBody>
          <a:bodyPr/>
          <a:lstStyle/>
          <a:p>
            <a:r>
              <a:rPr lang="en-US" sz="1800" b="1" noProof="0" dirty="0"/>
              <a:t>Pipeline: Similarity</a:t>
            </a:r>
            <a:endParaRPr lang="en-US" sz="1800" noProof="0" dirty="0"/>
          </a:p>
        </p:txBody>
      </p:sp>
      <p:sp>
        <p:nvSpPr>
          <p:cNvPr id="56" name="TextBox 55">
            <a:extLst>
              <a:ext uri="{FF2B5EF4-FFF2-40B4-BE49-F238E27FC236}">
                <a16:creationId xmlns:a16="http://schemas.microsoft.com/office/drawing/2014/main" id="{60068A76-DC29-134C-DF84-9529E016E0F3}"/>
              </a:ext>
            </a:extLst>
          </p:cNvPr>
          <p:cNvSpPr txBox="1"/>
          <p:nvPr/>
        </p:nvSpPr>
        <p:spPr>
          <a:xfrm>
            <a:off x="340364" y="534230"/>
            <a:ext cx="6173779" cy="276999"/>
          </a:xfrm>
          <a:prstGeom prst="rect">
            <a:avLst/>
          </a:prstGeom>
          <a:noFill/>
        </p:spPr>
        <p:txBody>
          <a:bodyPr wrap="square">
            <a:spAutoFit/>
          </a:bodyPr>
          <a:lstStyle/>
          <a:p>
            <a:pPr marL="0" indent="0" algn="l">
              <a:buNone/>
            </a:pPr>
            <a:r>
              <a:rPr lang="en-US" sz="1200" b="1" noProof="0" dirty="0">
                <a:solidFill>
                  <a:srgbClr val="425A78"/>
                </a:solidFill>
              </a:rPr>
              <a:t>Why link issues together?</a:t>
            </a:r>
          </a:p>
        </p:txBody>
      </p:sp>
      <p:sp>
        <p:nvSpPr>
          <p:cNvPr id="58" name="Shape 4">
            <a:extLst>
              <a:ext uri="{FF2B5EF4-FFF2-40B4-BE49-F238E27FC236}">
                <a16:creationId xmlns:a16="http://schemas.microsoft.com/office/drawing/2014/main" id="{31DA1FC3-79AA-3AC6-6ADE-712FBA16A92F}"/>
              </a:ext>
            </a:extLst>
          </p:cNvPr>
          <p:cNvSpPr/>
          <p:nvPr/>
        </p:nvSpPr>
        <p:spPr>
          <a:xfrm>
            <a:off x="379477" y="850403"/>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3" name="Shape 2">
            <a:extLst>
              <a:ext uri="{FF2B5EF4-FFF2-40B4-BE49-F238E27FC236}">
                <a16:creationId xmlns:a16="http://schemas.microsoft.com/office/drawing/2014/main" id="{C5AE9E53-78FF-3AA4-D22A-4BD9F7950E7F}"/>
              </a:ext>
            </a:extLst>
          </p:cNvPr>
          <p:cNvSpPr/>
          <p:nvPr/>
        </p:nvSpPr>
        <p:spPr>
          <a:xfrm>
            <a:off x="421533" y="1211273"/>
            <a:ext cx="5013046" cy="4753991"/>
          </a:xfrm>
          <a:prstGeom prst="rect">
            <a:avLst/>
          </a:prstGeom>
          <a:solidFill>
            <a:srgbClr val="F8FAFC"/>
          </a:solidFill>
          <a:ln w="12700">
            <a:solidFill>
              <a:srgbClr val="E2E8F0"/>
            </a:solidFill>
            <a:prstDash val="solid"/>
          </a:ln>
          <a:effectLst>
            <a:outerShdw blurRad="50800" dist="25400" dir="8100000" algn="bl" rotWithShape="0">
              <a:srgbClr val="000000">
                <a:alpha val="8000"/>
              </a:srgbClr>
            </a:outerShdw>
          </a:effectLst>
        </p:spPr>
        <p:txBody>
          <a:bodyPr/>
          <a:lstStyle/>
          <a:p>
            <a:endParaRPr lang="en-US" noProof="0" dirty="0"/>
          </a:p>
        </p:txBody>
      </p:sp>
      <p:sp>
        <p:nvSpPr>
          <p:cNvPr id="4" name="Shape 3">
            <a:extLst>
              <a:ext uri="{FF2B5EF4-FFF2-40B4-BE49-F238E27FC236}">
                <a16:creationId xmlns:a16="http://schemas.microsoft.com/office/drawing/2014/main" id="{A20E4B04-906B-AFC8-17D6-A636C7FD936F}"/>
              </a:ext>
            </a:extLst>
          </p:cNvPr>
          <p:cNvSpPr/>
          <p:nvPr/>
        </p:nvSpPr>
        <p:spPr>
          <a:xfrm>
            <a:off x="421533" y="1159057"/>
            <a:ext cx="5013045" cy="71221"/>
          </a:xfrm>
          <a:prstGeom prst="rect">
            <a:avLst/>
          </a:prstGeom>
          <a:solidFill>
            <a:srgbClr val="0D9488"/>
          </a:solidFill>
          <a:ln w="12700">
            <a:solidFill>
              <a:srgbClr val="0D9488"/>
            </a:solidFill>
            <a:prstDash val="solid"/>
          </a:ln>
        </p:spPr>
        <p:txBody>
          <a:bodyPr/>
          <a:lstStyle/>
          <a:p>
            <a:endParaRPr lang="en-US" noProof="0" dirty="0"/>
          </a:p>
        </p:txBody>
      </p:sp>
      <p:sp>
        <p:nvSpPr>
          <p:cNvPr id="6" name="Text 5">
            <a:extLst>
              <a:ext uri="{FF2B5EF4-FFF2-40B4-BE49-F238E27FC236}">
                <a16:creationId xmlns:a16="http://schemas.microsoft.com/office/drawing/2014/main" id="{D232D321-EDFC-9608-1FEF-93315EA6613F}"/>
              </a:ext>
            </a:extLst>
          </p:cNvPr>
          <p:cNvSpPr/>
          <p:nvPr/>
        </p:nvSpPr>
        <p:spPr>
          <a:xfrm>
            <a:off x="575204" y="1384022"/>
            <a:ext cx="3840480" cy="256032"/>
          </a:xfrm>
          <a:prstGeom prst="rect">
            <a:avLst/>
          </a:prstGeom>
          <a:noFill/>
          <a:ln/>
        </p:spPr>
        <p:txBody>
          <a:bodyPr wrap="square" lIns="50800" tIns="50800" rIns="50800" bIns="50800" rtlCol="0" anchor="t"/>
          <a:lstStyle/>
          <a:p>
            <a:pPr marL="0" indent="0" algn="l">
              <a:lnSpc>
                <a:spcPct val="115000"/>
              </a:lnSpc>
              <a:buNone/>
            </a:pPr>
            <a:endParaRPr lang="en-US" sz="1000" noProof="0" dirty="0"/>
          </a:p>
        </p:txBody>
      </p:sp>
      <p:sp>
        <p:nvSpPr>
          <p:cNvPr id="13" name="Text 6">
            <a:extLst>
              <a:ext uri="{FF2B5EF4-FFF2-40B4-BE49-F238E27FC236}">
                <a16:creationId xmlns:a16="http://schemas.microsoft.com/office/drawing/2014/main" id="{7D757114-F05E-4F02-AEDA-1092DDAC0815}"/>
              </a:ext>
            </a:extLst>
          </p:cNvPr>
          <p:cNvSpPr/>
          <p:nvPr/>
        </p:nvSpPr>
        <p:spPr>
          <a:xfrm>
            <a:off x="538488" y="1650604"/>
            <a:ext cx="4057020" cy="640080"/>
          </a:xfrm>
          <a:prstGeom prst="rect">
            <a:avLst/>
          </a:prstGeom>
          <a:noFill/>
          <a:ln/>
        </p:spPr>
        <p:txBody>
          <a:bodyPr wrap="square" lIns="50800" tIns="50800" rIns="50800" bIns="50800" rtlCol="0" anchor="t"/>
          <a:lstStyle/>
          <a:p>
            <a:pPr marL="0" indent="0" algn="l">
              <a:lnSpc>
                <a:spcPct val="120000"/>
              </a:lnSpc>
              <a:buNone/>
            </a:pPr>
            <a:endParaRPr lang="en-US" sz="950" b="1" noProof="0" dirty="0"/>
          </a:p>
        </p:txBody>
      </p:sp>
      <p:sp>
        <p:nvSpPr>
          <p:cNvPr id="14" name="Text 7">
            <a:extLst>
              <a:ext uri="{FF2B5EF4-FFF2-40B4-BE49-F238E27FC236}">
                <a16:creationId xmlns:a16="http://schemas.microsoft.com/office/drawing/2014/main" id="{BDFE8A12-EE7E-8AF3-700E-B8067937C749}"/>
              </a:ext>
            </a:extLst>
          </p:cNvPr>
          <p:cNvSpPr/>
          <p:nvPr/>
        </p:nvSpPr>
        <p:spPr>
          <a:xfrm>
            <a:off x="538488" y="1352113"/>
            <a:ext cx="3840480" cy="256032"/>
          </a:xfrm>
          <a:prstGeom prst="rect">
            <a:avLst/>
          </a:prstGeom>
          <a:noFill/>
          <a:ln/>
        </p:spPr>
        <p:txBody>
          <a:bodyPr wrap="square" lIns="50800" tIns="50800" rIns="50800" bIns="50800" rtlCol="0" anchor="t"/>
          <a:lstStyle/>
          <a:p>
            <a:pPr marL="0" indent="0" algn="l">
              <a:lnSpc>
                <a:spcPct val="115000"/>
              </a:lnSpc>
              <a:buNone/>
            </a:pPr>
            <a:r>
              <a:rPr lang="en-US" sz="1100" b="1" noProof="0" dirty="0">
                <a:solidFill>
                  <a:srgbClr val="0D9589"/>
                </a:solidFill>
                <a:ea typeface="Calibri" pitchFamily="34" charset="-122"/>
                <a:cs typeface="Calibri" pitchFamily="34" charset="-120"/>
              </a:rPr>
              <a:t>How?</a:t>
            </a:r>
            <a:endParaRPr lang="en-US" sz="1100" noProof="0" dirty="0">
              <a:solidFill>
                <a:srgbClr val="0D9589"/>
              </a:solidFill>
            </a:endParaRPr>
          </a:p>
        </p:txBody>
      </p:sp>
      <p:sp>
        <p:nvSpPr>
          <p:cNvPr id="15" name="Shape 8">
            <a:extLst>
              <a:ext uri="{FF2B5EF4-FFF2-40B4-BE49-F238E27FC236}">
                <a16:creationId xmlns:a16="http://schemas.microsoft.com/office/drawing/2014/main" id="{37A06EE6-B1EA-ABA5-186C-4F7D7FC4DCC7}"/>
              </a:ext>
            </a:extLst>
          </p:cNvPr>
          <p:cNvSpPr/>
          <p:nvPr/>
        </p:nvSpPr>
        <p:spPr>
          <a:xfrm>
            <a:off x="571614" y="2097359"/>
            <a:ext cx="164592" cy="164592"/>
          </a:xfrm>
          <a:prstGeom prst="ellipse">
            <a:avLst/>
          </a:prstGeom>
          <a:solidFill>
            <a:srgbClr val="0D9488"/>
          </a:solidFill>
          <a:ln w="12700">
            <a:solidFill>
              <a:srgbClr val="0D9488"/>
            </a:solidFill>
            <a:prstDash val="solid"/>
          </a:ln>
        </p:spPr>
        <p:txBody>
          <a:bodyPr/>
          <a:lstStyle/>
          <a:p>
            <a:endParaRPr lang="en-US" sz="1200" noProof="0" dirty="0"/>
          </a:p>
        </p:txBody>
      </p:sp>
      <p:sp>
        <p:nvSpPr>
          <p:cNvPr id="16" name="Text 9">
            <a:extLst>
              <a:ext uri="{FF2B5EF4-FFF2-40B4-BE49-F238E27FC236}">
                <a16:creationId xmlns:a16="http://schemas.microsoft.com/office/drawing/2014/main" id="{606B55C7-33D6-6591-1081-D1C71A177D8A}"/>
              </a:ext>
            </a:extLst>
          </p:cNvPr>
          <p:cNvSpPr/>
          <p:nvPr/>
        </p:nvSpPr>
        <p:spPr>
          <a:xfrm>
            <a:off x="856678" y="2031906"/>
            <a:ext cx="3657600" cy="310896"/>
          </a:xfrm>
          <a:prstGeom prst="rect">
            <a:avLst/>
          </a:prstGeom>
          <a:noFill/>
          <a:ln/>
        </p:spPr>
        <p:txBody>
          <a:bodyPr wrap="square" lIns="50800" tIns="50800" rIns="50800" bIns="50800" rtlCol="0" anchor="t"/>
          <a:lstStyle/>
          <a:p>
            <a:pPr marL="0" indent="0" algn="l">
              <a:lnSpc>
                <a:spcPct val="115000"/>
              </a:lnSpc>
              <a:buNone/>
            </a:pPr>
            <a:r>
              <a:rPr lang="en-US" sz="1200" noProof="0" dirty="0">
                <a:solidFill>
                  <a:srgbClr val="1E293B"/>
                </a:solidFill>
                <a:ea typeface="Calibri" pitchFamily="34" charset="-122"/>
                <a:cs typeface="Calibri" pitchFamily="34" charset="-120"/>
              </a:rPr>
              <a:t>Convert each issue into a TF-IDF vector</a:t>
            </a:r>
            <a:endParaRPr lang="en-US" sz="1200" noProof="0" dirty="0"/>
          </a:p>
        </p:txBody>
      </p:sp>
      <p:sp>
        <p:nvSpPr>
          <p:cNvPr id="18" name="Shape 10">
            <a:extLst>
              <a:ext uri="{FF2B5EF4-FFF2-40B4-BE49-F238E27FC236}">
                <a16:creationId xmlns:a16="http://schemas.microsoft.com/office/drawing/2014/main" id="{01A4F3AA-A001-1347-97FD-41C33A706110}"/>
              </a:ext>
            </a:extLst>
          </p:cNvPr>
          <p:cNvSpPr/>
          <p:nvPr/>
        </p:nvSpPr>
        <p:spPr>
          <a:xfrm>
            <a:off x="571614" y="2463119"/>
            <a:ext cx="164592" cy="164592"/>
          </a:xfrm>
          <a:prstGeom prst="ellipse">
            <a:avLst/>
          </a:prstGeom>
          <a:solidFill>
            <a:srgbClr val="0D9488"/>
          </a:solidFill>
          <a:ln w="12700">
            <a:solidFill>
              <a:srgbClr val="0D9488"/>
            </a:solidFill>
            <a:prstDash val="solid"/>
          </a:ln>
        </p:spPr>
        <p:txBody>
          <a:bodyPr/>
          <a:lstStyle/>
          <a:p>
            <a:endParaRPr lang="en-US" sz="1200" noProof="0" dirty="0"/>
          </a:p>
        </p:txBody>
      </p:sp>
      <p:sp>
        <p:nvSpPr>
          <p:cNvPr id="26" name="Text 11">
            <a:extLst>
              <a:ext uri="{FF2B5EF4-FFF2-40B4-BE49-F238E27FC236}">
                <a16:creationId xmlns:a16="http://schemas.microsoft.com/office/drawing/2014/main" id="{87615A7D-19CB-7B76-27CE-B992077A7249}"/>
              </a:ext>
            </a:extLst>
          </p:cNvPr>
          <p:cNvSpPr/>
          <p:nvPr/>
        </p:nvSpPr>
        <p:spPr>
          <a:xfrm>
            <a:off x="856678" y="2404295"/>
            <a:ext cx="3657600" cy="310896"/>
          </a:xfrm>
          <a:prstGeom prst="rect">
            <a:avLst/>
          </a:prstGeom>
          <a:noFill/>
          <a:ln/>
        </p:spPr>
        <p:txBody>
          <a:bodyPr wrap="square" lIns="50800" tIns="50800" rIns="50800" bIns="50800" rtlCol="0" anchor="t"/>
          <a:lstStyle/>
          <a:p>
            <a:pPr marL="0" indent="0" algn="l">
              <a:lnSpc>
                <a:spcPct val="115000"/>
              </a:lnSpc>
              <a:buNone/>
            </a:pPr>
            <a:r>
              <a:rPr lang="en-US" sz="1200" noProof="0" dirty="0">
                <a:solidFill>
                  <a:srgbClr val="1E293B"/>
                </a:solidFill>
                <a:ea typeface="Calibri" pitchFamily="34" charset="-122"/>
                <a:cs typeface="Calibri" pitchFamily="34" charset="-120"/>
              </a:rPr>
              <a:t>Compute cosine similarity between issue vectors</a:t>
            </a:r>
            <a:endParaRPr lang="en-US" sz="1200" noProof="0" dirty="0"/>
          </a:p>
        </p:txBody>
      </p:sp>
      <p:sp>
        <p:nvSpPr>
          <p:cNvPr id="28" name="Shape 12">
            <a:extLst>
              <a:ext uri="{FF2B5EF4-FFF2-40B4-BE49-F238E27FC236}">
                <a16:creationId xmlns:a16="http://schemas.microsoft.com/office/drawing/2014/main" id="{BA418148-5772-142D-78A2-16427759145E}"/>
              </a:ext>
            </a:extLst>
          </p:cNvPr>
          <p:cNvSpPr/>
          <p:nvPr/>
        </p:nvSpPr>
        <p:spPr>
          <a:xfrm>
            <a:off x="571614" y="2828879"/>
            <a:ext cx="164592" cy="164592"/>
          </a:xfrm>
          <a:prstGeom prst="ellipse">
            <a:avLst/>
          </a:prstGeom>
          <a:solidFill>
            <a:srgbClr val="0D9488"/>
          </a:solidFill>
          <a:ln w="12700">
            <a:solidFill>
              <a:srgbClr val="0D9488"/>
            </a:solidFill>
            <a:prstDash val="solid"/>
          </a:ln>
        </p:spPr>
        <p:txBody>
          <a:bodyPr/>
          <a:lstStyle/>
          <a:p>
            <a:endParaRPr lang="en-US" sz="1200" noProof="0" dirty="0"/>
          </a:p>
        </p:txBody>
      </p:sp>
      <p:sp>
        <p:nvSpPr>
          <p:cNvPr id="29" name="Text 13">
            <a:extLst>
              <a:ext uri="{FF2B5EF4-FFF2-40B4-BE49-F238E27FC236}">
                <a16:creationId xmlns:a16="http://schemas.microsoft.com/office/drawing/2014/main" id="{49CC9D0E-BB46-6F73-3F57-451EE6B0AFAD}"/>
              </a:ext>
            </a:extLst>
          </p:cNvPr>
          <p:cNvSpPr/>
          <p:nvPr/>
        </p:nvSpPr>
        <p:spPr>
          <a:xfrm>
            <a:off x="856678" y="2762131"/>
            <a:ext cx="4247791" cy="310896"/>
          </a:xfrm>
          <a:prstGeom prst="rect">
            <a:avLst/>
          </a:prstGeom>
          <a:noFill/>
          <a:ln/>
        </p:spPr>
        <p:txBody>
          <a:bodyPr wrap="square" lIns="50800" tIns="50800" rIns="50800" bIns="50800" rtlCol="0" anchor="t"/>
          <a:lstStyle/>
          <a:p>
            <a:pPr marL="0" indent="0" algn="l">
              <a:lnSpc>
                <a:spcPct val="115000"/>
              </a:lnSpc>
              <a:buNone/>
            </a:pPr>
            <a:r>
              <a:rPr lang="en-US" sz="1200" noProof="0" dirty="0">
                <a:solidFill>
                  <a:srgbClr val="1E293B"/>
                </a:solidFill>
                <a:ea typeface="Calibri" pitchFamily="34" charset="-122"/>
                <a:cs typeface="Calibri" pitchFamily="34" charset="-120"/>
              </a:rPr>
              <a:t>Store related issue IDs inside each issue (</a:t>
            </a:r>
            <a:r>
              <a:rPr lang="en-US" sz="1200" noProof="0" dirty="0" err="1">
                <a:solidFill>
                  <a:srgbClr val="1E293B"/>
                </a:solidFill>
                <a:ea typeface="Calibri" pitchFamily="34" charset="-122"/>
                <a:cs typeface="Calibri" pitchFamily="34" charset="-120"/>
              </a:rPr>
              <a:t>related_issue_ids</a:t>
            </a:r>
            <a:r>
              <a:rPr lang="en-US" sz="1200" noProof="0" dirty="0">
                <a:solidFill>
                  <a:srgbClr val="1E293B"/>
                </a:solidFill>
                <a:ea typeface="Calibri" pitchFamily="34" charset="-122"/>
                <a:cs typeface="Calibri" pitchFamily="34" charset="-120"/>
              </a:rPr>
              <a:t>)</a:t>
            </a:r>
            <a:endParaRPr lang="en-US" sz="1200" noProof="0" dirty="0"/>
          </a:p>
        </p:txBody>
      </p:sp>
      <p:sp>
        <p:nvSpPr>
          <p:cNvPr id="30" name="Shape 14">
            <a:extLst>
              <a:ext uri="{FF2B5EF4-FFF2-40B4-BE49-F238E27FC236}">
                <a16:creationId xmlns:a16="http://schemas.microsoft.com/office/drawing/2014/main" id="{0D654C76-96B3-9006-1C41-015E2C03FD6C}"/>
              </a:ext>
            </a:extLst>
          </p:cNvPr>
          <p:cNvSpPr/>
          <p:nvPr/>
        </p:nvSpPr>
        <p:spPr>
          <a:xfrm>
            <a:off x="571614" y="3194639"/>
            <a:ext cx="164592" cy="164592"/>
          </a:xfrm>
          <a:prstGeom prst="ellipse">
            <a:avLst/>
          </a:prstGeom>
          <a:solidFill>
            <a:srgbClr val="0D9488"/>
          </a:solidFill>
          <a:ln w="12700">
            <a:solidFill>
              <a:srgbClr val="0D9488"/>
            </a:solidFill>
            <a:prstDash val="solid"/>
          </a:ln>
        </p:spPr>
        <p:txBody>
          <a:bodyPr/>
          <a:lstStyle/>
          <a:p>
            <a:endParaRPr lang="en-US" sz="1200" noProof="0" dirty="0"/>
          </a:p>
        </p:txBody>
      </p:sp>
      <p:sp>
        <p:nvSpPr>
          <p:cNvPr id="31" name="Text 15">
            <a:extLst>
              <a:ext uri="{FF2B5EF4-FFF2-40B4-BE49-F238E27FC236}">
                <a16:creationId xmlns:a16="http://schemas.microsoft.com/office/drawing/2014/main" id="{AB4C07E8-0705-5A60-4DB2-DD0DC0CC48D8}"/>
              </a:ext>
            </a:extLst>
          </p:cNvPr>
          <p:cNvSpPr/>
          <p:nvPr/>
        </p:nvSpPr>
        <p:spPr>
          <a:xfrm>
            <a:off x="840769" y="3164627"/>
            <a:ext cx="4057019" cy="310896"/>
          </a:xfrm>
          <a:prstGeom prst="rect">
            <a:avLst/>
          </a:prstGeom>
          <a:noFill/>
          <a:ln/>
        </p:spPr>
        <p:txBody>
          <a:bodyPr wrap="square" lIns="50800" tIns="50800" rIns="50800" bIns="50800" rtlCol="0" anchor="t"/>
          <a:lstStyle/>
          <a:p>
            <a:pPr marL="0" indent="0" algn="l">
              <a:lnSpc>
                <a:spcPct val="115000"/>
              </a:lnSpc>
              <a:buNone/>
            </a:pPr>
            <a:r>
              <a:rPr lang="en-US" sz="1200" noProof="0" dirty="0">
                <a:solidFill>
                  <a:srgbClr val="1E293B"/>
                </a:solidFill>
                <a:ea typeface="Calibri" pitchFamily="34" charset="-122"/>
                <a:cs typeface="Calibri" pitchFamily="34" charset="-120"/>
              </a:rPr>
              <a:t>Apply a configurable similarity threshold (only keep strong matches)</a:t>
            </a:r>
            <a:endParaRPr lang="en-US" sz="1200" noProof="0" dirty="0"/>
          </a:p>
        </p:txBody>
      </p:sp>
      <p:sp>
        <p:nvSpPr>
          <p:cNvPr id="32" name="Text 16">
            <a:extLst>
              <a:ext uri="{FF2B5EF4-FFF2-40B4-BE49-F238E27FC236}">
                <a16:creationId xmlns:a16="http://schemas.microsoft.com/office/drawing/2014/main" id="{FDFCD41D-2FD9-410A-BE27-40A8A3D67BA8}"/>
              </a:ext>
            </a:extLst>
          </p:cNvPr>
          <p:cNvSpPr/>
          <p:nvPr/>
        </p:nvSpPr>
        <p:spPr>
          <a:xfrm>
            <a:off x="538488" y="4047389"/>
            <a:ext cx="3840480" cy="256032"/>
          </a:xfrm>
          <a:prstGeom prst="rect">
            <a:avLst/>
          </a:prstGeom>
          <a:noFill/>
          <a:ln/>
        </p:spPr>
        <p:txBody>
          <a:bodyPr wrap="square" lIns="50800" tIns="50800" rIns="50800" bIns="50800" rtlCol="0" anchor="t"/>
          <a:lstStyle/>
          <a:p>
            <a:pPr marL="0" indent="0" algn="l">
              <a:lnSpc>
                <a:spcPct val="150000"/>
              </a:lnSpc>
              <a:buNone/>
            </a:pPr>
            <a:r>
              <a:rPr lang="en-US" sz="1200" b="1" noProof="0" dirty="0">
                <a:solidFill>
                  <a:srgbClr val="0D1B2A"/>
                </a:solidFill>
                <a:ea typeface="Calibri" pitchFamily="34" charset="-122"/>
                <a:cs typeface="Calibri" pitchFamily="34" charset="-120"/>
              </a:rPr>
              <a:t>Each issue becomes connected to other similar issues:</a:t>
            </a:r>
          </a:p>
          <a:p>
            <a:pPr marL="171450" indent="-171450" algn="l">
              <a:lnSpc>
                <a:spcPct val="150000"/>
              </a:lnSpc>
              <a:buFont typeface="Arial" panose="020B0604020202020204" pitchFamily="34" charset="0"/>
              <a:buChar char="•"/>
            </a:pPr>
            <a:r>
              <a:rPr lang="en-US" sz="1200" noProof="0" dirty="0">
                <a:solidFill>
                  <a:srgbClr val="0D1B2A"/>
                </a:solidFill>
                <a:ea typeface="Calibri" pitchFamily="34" charset="-122"/>
                <a:cs typeface="Calibri" pitchFamily="34" charset="-120"/>
              </a:rPr>
              <a:t> Same peripheral/component (UART, USB, DMA…)</a:t>
            </a:r>
          </a:p>
          <a:p>
            <a:pPr marL="171450" indent="-171450" algn="l">
              <a:lnSpc>
                <a:spcPct val="150000"/>
              </a:lnSpc>
              <a:buFont typeface="Arial" panose="020B0604020202020204" pitchFamily="34" charset="0"/>
              <a:buChar char="•"/>
            </a:pPr>
            <a:r>
              <a:rPr lang="en-US" sz="1200" noProof="0" dirty="0">
                <a:solidFill>
                  <a:srgbClr val="0D1B2A"/>
                </a:solidFill>
                <a:ea typeface="Calibri" pitchFamily="34" charset="-122"/>
                <a:cs typeface="Calibri" pitchFamily="34" charset="-120"/>
              </a:rPr>
              <a:t> Same type of symptom (compile error, crash, timeout…)</a:t>
            </a:r>
          </a:p>
          <a:p>
            <a:pPr marL="171450" indent="-171450" algn="l">
              <a:lnSpc>
                <a:spcPct val="150000"/>
              </a:lnSpc>
              <a:buFont typeface="Arial" panose="020B0604020202020204" pitchFamily="34" charset="0"/>
              <a:buChar char="•"/>
            </a:pPr>
            <a:r>
              <a:rPr lang="en-US" sz="1200" noProof="0" dirty="0">
                <a:solidFill>
                  <a:srgbClr val="0D1B2A"/>
                </a:solidFill>
                <a:ea typeface="Calibri" pitchFamily="34" charset="-122"/>
                <a:cs typeface="Calibri" pitchFamily="34" charset="-120"/>
              </a:rPr>
              <a:t> Access to fixes already discussed in other threads</a:t>
            </a:r>
            <a:endParaRPr lang="en-US" sz="1200" noProof="0" dirty="0"/>
          </a:p>
        </p:txBody>
      </p:sp>
      <p:sp>
        <p:nvSpPr>
          <p:cNvPr id="40" name="TextBox 39">
            <a:extLst>
              <a:ext uri="{FF2B5EF4-FFF2-40B4-BE49-F238E27FC236}">
                <a16:creationId xmlns:a16="http://schemas.microsoft.com/office/drawing/2014/main" id="{2839994D-526F-02EA-45A6-64E6038B0C68}"/>
              </a:ext>
            </a:extLst>
          </p:cNvPr>
          <p:cNvSpPr txBox="1"/>
          <p:nvPr/>
        </p:nvSpPr>
        <p:spPr>
          <a:xfrm>
            <a:off x="5579356" y="3071339"/>
            <a:ext cx="917067" cy="357214"/>
          </a:xfrm>
          <a:prstGeom prst="rect">
            <a:avLst/>
          </a:prstGeom>
          <a:noFill/>
        </p:spPr>
        <p:txBody>
          <a:bodyPr wrap="square">
            <a:spAutoFit/>
          </a:bodyPr>
          <a:lstStyle/>
          <a:p>
            <a:pPr marL="0" indent="0" algn="l">
              <a:lnSpc>
                <a:spcPct val="115000"/>
              </a:lnSpc>
              <a:buNone/>
            </a:pPr>
            <a:r>
              <a:rPr lang="en-US" sz="1600" b="1" noProof="0" dirty="0">
                <a:solidFill>
                  <a:srgbClr val="0D1B2A"/>
                </a:solidFill>
                <a:latin typeface="Calibri" pitchFamily="34" charset="0"/>
                <a:ea typeface="Calibri" pitchFamily="34" charset="-122"/>
                <a:cs typeface="Calibri" pitchFamily="34" charset="-120"/>
              </a:rPr>
              <a:t>Example </a:t>
            </a:r>
            <a:endParaRPr lang="en-US" sz="1600" noProof="0" dirty="0"/>
          </a:p>
        </p:txBody>
      </p:sp>
      <p:pic>
        <p:nvPicPr>
          <p:cNvPr id="41" name="Graphic 40" descr="Arrow Right with solid fill">
            <a:extLst>
              <a:ext uri="{FF2B5EF4-FFF2-40B4-BE49-F238E27FC236}">
                <a16:creationId xmlns:a16="http://schemas.microsoft.com/office/drawing/2014/main" id="{47821902-8BAE-C52F-78F0-5794E5DB744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786573" y="3409717"/>
            <a:ext cx="431535" cy="431535"/>
          </a:xfrm>
          <a:prstGeom prst="rect">
            <a:avLst/>
          </a:prstGeom>
        </p:spPr>
      </p:pic>
      <p:sp>
        <p:nvSpPr>
          <p:cNvPr id="42" name="Shape 14">
            <a:extLst>
              <a:ext uri="{FF2B5EF4-FFF2-40B4-BE49-F238E27FC236}">
                <a16:creationId xmlns:a16="http://schemas.microsoft.com/office/drawing/2014/main" id="{610E26E2-BBF9-EE78-65BB-FFD7826ABE77}"/>
              </a:ext>
            </a:extLst>
          </p:cNvPr>
          <p:cNvSpPr/>
          <p:nvPr/>
        </p:nvSpPr>
        <p:spPr>
          <a:xfrm>
            <a:off x="6767756" y="1355875"/>
            <a:ext cx="4744153" cy="365760"/>
          </a:xfrm>
          <a:prstGeom prst="rect">
            <a:avLst/>
          </a:prstGeom>
          <a:noFill/>
          <a:ln w="12700">
            <a:solidFill>
              <a:srgbClr val="0D9488"/>
            </a:solidFill>
            <a:prstDash val="solid"/>
          </a:ln>
        </p:spPr>
        <p:txBody>
          <a:bodyPr/>
          <a:lstStyle/>
          <a:p>
            <a:endParaRPr lang="en-US" noProof="0" dirty="0"/>
          </a:p>
        </p:txBody>
      </p:sp>
      <p:sp>
        <p:nvSpPr>
          <p:cNvPr id="46" name="Text 15">
            <a:extLst>
              <a:ext uri="{FF2B5EF4-FFF2-40B4-BE49-F238E27FC236}">
                <a16:creationId xmlns:a16="http://schemas.microsoft.com/office/drawing/2014/main" id="{204FC0CC-8ABC-0C04-C595-0178428E912C}"/>
              </a:ext>
            </a:extLst>
          </p:cNvPr>
          <p:cNvSpPr/>
          <p:nvPr/>
        </p:nvSpPr>
        <p:spPr>
          <a:xfrm>
            <a:off x="6767755" y="1355875"/>
            <a:ext cx="4733551" cy="365760"/>
          </a:xfrm>
          <a:prstGeom prst="rect">
            <a:avLst/>
          </a:prstGeom>
          <a:noFill/>
          <a:ln>
            <a:solidFill>
              <a:srgbClr val="C00000"/>
            </a:solidFill>
          </a:ln>
        </p:spPr>
        <p:txBody>
          <a:bodyPr wrap="square" lIns="0" tIns="0" rIns="0" bIns="0" rtlCol="0" anchor="ctr"/>
          <a:lstStyle/>
          <a:p>
            <a:pPr marL="0" indent="0" algn="ctr">
              <a:buNone/>
            </a:pPr>
            <a:r>
              <a:rPr lang="en-US" sz="1200" b="1" noProof="0" dirty="0">
                <a:solidFill>
                  <a:srgbClr val="C00000"/>
                </a:solidFill>
              </a:rPr>
              <a:t>Without Similarity</a:t>
            </a:r>
            <a:endParaRPr lang="en-US" sz="1200" noProof="0" dirty="0">
              <a:solidFill>
                <a:srgbClr val="C00000"/>
              </a:solidFill>
            </a:endParaRPr>
          </a:p>
        </p:txBody>
      </p:sp>
      <p:sp>
        <p:nvSpPr>
          <p:cNvPr id="47" name="Shape 16">
            <a:extLst>
              <a:ext uri="{FF2B5EF4-FFF2-40B4-BE49-F238E27FC236}">
                <a16:creationId xmlns:a16="http://schemas.microsoft.com/office/drawing/2014/main" id="{5E431D46-86C8-4517-D197-81481F5C975A}"/>
              </a:ext>
            </a:extLst>
          </p:cNvPr>
          <p:cNvSpPr/>
          <p:nvPr/>
        </p:nvSpPr>
        <p:spPr>
          <a:xfrm>
            <a:off x="6762455" y="1777109"/>
            <a:ext cx="4738851" cy="1332531"/>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48" name="Text 17">
            <a:extLst>
              <a:ext uri="{FF2B5EF4-FFF2-40B4-BE49-F238E27FC236}">
                <a16:creationId xmlns:a16="http://schemas.microsoft.com/office/drawing/2014/main" id="{D56FCC8F-8D2A-4B0E-0504-014D2C73C7B4}"/>
              </a:ext>
            </a:extLst>
          </p:cNvPr>
          <p:cNvSpPr/>
          <p:nvPr/>
        </p:nvSpPr>
        <p:spPr>
          <a:xfrm>
            <a:off x="6904916" y="1701469"/>
            <a:ext cx="3429000" cy="1572768"/>
          </a:xfrm>
          <a:prstGeom prst="rect">
            <a:avLst/>
          </a:prstGeom>
          <a:noFill/>
          <a:ln/>
        </p:spPr>
        <p:txBody>
          <a:bodyPr wrap="square" lIns="0" tIns="0" rIns="0" bIns="0" rtlCol="0" anchor="ctr"/>
          <a:lstStyle/>
          <a:p>
            <a:pPr marL="0" indent="0">
              <a:buNone/>
            </a:pPr>
            <a:endParaRPr lang="en-US" sz="950" noProof="0" dirty="0"/>
          </a:p>
        </p:txBody>
      </p:sp>
      <p:sp>
        <p:nvSpPr>
          <p:cNvPr id="50" name="Text 19">
            <a:extLst>
              <a:ext uri="{FF2B5EF4-FFF2-40B4-BE49-F238E27FC236}">
                <a16:creationId xmlns:a16="http://schemas.microsoft.com/office/drawing/2014/main" id="{6506C2F6-0B07-A72D-DA2F-9D3C2FA5D8A0}"/>
              </a:ext>
            </a:extLst>
          </p:cNvPr>
          <p:cNvSpPr/>
          <p:nvPr/>
        </p:nvSpPr>
        <p:spPr>
          <a:xfrm>
            <a:off x="6920880" y="1821819"/>
            <a:ext cx="3429000" cy="256032"/>
          </a:xfrm>
          <a:prstGeom prst="rect">
            <a:avLst/>
          </a:prstGeom>
          <a:noFill/>
          <a:ln/>
        </p:spPr>
        <p:txBody>
          <a:bodyPr wrap="square" lIns="0" tIns="0" rIns="0" bIns="0" rtlCol="0" anchor="ctr"/>
          <a:lstStyle/>
          <a:p>
            <a:pPr marL="0" indent="0">
              <a:buNone/>
            </a:pPr>
            <a:r>
              <a:rPr lang="en-US" sz="1200" b="1" noProof="0" dirty="0">
                <a:solidFill>
                  <a:srgbClr val="1B2A3B"/>
                </a:solidFill>
              </a:rPr>
              <a:t>User asks: </a:t>
            </a:r>
            <a:endParaRPr lang="en-US" sz="1200" noProof="0" dirty="0">
              <a:solidFill>
                <a:srgbClr val="1B2A3B"/>
              </a:solidFill>
            </a:endParaRPr>
          </a:p>
        </p:txBody>
      </p:sp>
      <p:sp>
        <p:nvSpPr>
          <p:cNvPr id="51" name="Text 20">
            <a:extLst>
              <a:ext uri="{FF2B5EF4-FFF2-40B4-BE49-F238E27FC236}">
                <a16:creationId xmlns:a16="http://schemas.microsoft.com/office/drawing/2014/main" id="{9930BD4B-DC47-6A74-22B1-6E64B918CB50}"/>
              </a:ext>
            </a:extLst>
          </p:cNvPr>
          <p:cNvSpPr/>
          <p:nvPr/>
        </p:nvSpPr>
        <p:spPr>
          <a:xfrm>
            <a:off x="6920880" y="2129601"/>
            <a:ext cx="3127248" cy="237744"/>
          </a:xfrm>
          <a:prstGeom prst="rect">
            <a:avLst/>
          </a:prstGeom>
          <a:noFill/>
          <a:ln/>
        </p:spPr>
        <p:txBody>
          <a:bodyPr wrap="square" lIns="0" tIns="0" rIns="0" bIns="0" rtlCol="0" anchor="ctr"/>
          <a:lstStyle/>
          <a:p>
            <a:pPr marL="0" indent="0">
              <a:buNone/>
            </a:pPr>
            <a:r>
              <a:rPr lang="en-US" sz="1200" noProof="0" dirty="0">
                <a:solidFill>
                  <a:srgbClr val="1B2A3B"/>
                </a:solidFill>
              </a:rPr>
              <a:t>"USART compile error when UART disabled" </a:t>
            </a:r>
            <a:endParaRPr lang="en-US" sz="1200" noProof="0" dirty="0"/>
          </a:p>
        </p:txBody>
      </p:sp>
      <p:sp>
        <p:nvSpPr>
          <p:cNvPr id="53" name="Text 19">
            <a:extLst>
              <a:ext uri="{FF2B5EF4-FFF2-40B4-BE49-F238E27FC236}">
                <a16:creationId xmlns:a16="http://schemas.microsoft.com/office/drawing/2014/main" id="{EA715E55-4938-C01A-4E29-6189B4BAD1A0}"/>
              </a:ext>
            </a:extLst>
          </p:cNvPr>
          <p:cNvSpPr/>
          <p:nvPr/>
        </p:nvSpPr>
        <p:spPr>
          <a:xfrm>
            <a:off x="6800352" y="2479035"/>
            <a:ext cx="3429000" cy="256032"/>
          </a:xfrm>
          <a:prstGeom prst="rect">
            <a:avLst/>
          </a:prstGeom>
          <a:noFill/>
          <a:ln/>
        </p:spPr>
        <p:txBody>
          <a:bodyPr wrap="square" lIns="0" tIns="0" rIns="0" bIns="0" rtlCol="0" anchor="ctr"/>
          <a:lstStyle/>
          <a:p>
            <a:pPr marL="0" indent="0">
              <a:buNone/>
            </a:pPr>
            <a:r>
              <a:rPr lang="en-US" sz="1000" b="1" noProof="0" dirty="0">
                <a:solidFill>
                  <a:srgbClr val="0D9488"/>
                </a:solidFill>
              </a:rPr>
              <a:t>  </a:t>
            </a:r>
            <a:endParaRPr lang="en-US" sz="1000" noProof="0" dirty="0">
              <a:solidFill>
                <a:srgbClr val="0D9488"/>
              </a:solidFill>
            </a:endParaRPr>
          </a:p>
        </p:txBody>
      </p:sp>
      <p:sp>
        <p:nvSpPr>
          <p:cNvPr id="61" name="TextBox 60">
            <a:extLst>
              <a:ext uri="{FF2B5EF4-FFF2-40B4-BE49-F238E27FC236}">
                <a16:creationId xmlns:a16="http://schemas.microsoft.com/office/drawing/2014/main" id="{C3296C8C-F985-E8B2-E421-65EC15B72E64}"/>
              </a:ext>
            </a:extLst>
          </p:cNvPr>
          <p:cNvSpPr txBox="1"/>
          <p:nvPr/>
        </p:nvSpPr>
        <p:spPr>
          <a:xfrm>
            <a:off x="6989460" y="2467686"/>
            <a:ext cx="4367070" cy="461665"/>
          </a:xfrm>
          <a:prstGeom prst="rect">
            <a:avLst/>
          </a:prstGeom>
          <a:noFill/>
        </p:spPr>
        <p:txBody>
          <a:bodyPr wrap="square">
            <a:spAutoFit/>
          </a:bodyPr>
          <a:lstStyle/>
          <a:p>
            <a:r>
              <a:rPr lang="en-US" sz="1200" noProof="0" dirty="0">
                <a:solidFill>
                  <a:srgbClr val="1B2A3B"/>
                </a:solidFill>
              </a:rPr>
              <a:t> The system retrieves only one issue → partial answer, limited context.</a:t>
            </a:r>
          </a:p>
        </p:txBody>
      </p:sp>
      <p:pic>
        <p:nvPicPr>
          <p:cNvPr id="62" name="Graphic 61" descr="Arrow Right with solid fill">
            <a:extLst>
              <a:ext uri="{FF2B5EF4-FFF2-40B4-BE49-F238E27FC236}">
                <a16:creationId xmlns:a16="http://schemas.microsoft.com/office/drawing/2014/main" id="{7B04203A-91C8-C513-4278-F338FA8F123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flipV="1">
            <a:off x="6904413" y="2514055"/>
            <a:ext cx="163418" cy="163418"/>
          </a:xfrm>
          <a:prstGeom prst="rect">
            <a:avLst/>
          </a:prstGeom>
        </p:spPr>
      </p:pic>
      <p:sp>
        <p:nvSpPr>
          <p:cNvPr id="73" name="Shape 14">
            <a:extLst>
              <a:ext uri="{FF2B5EF4-FFF2-40B4-BE49-F238E27FC236}">
                <a16:creationId xmlns:a16="http://schemas.microsoft.com/office/drawing/2014/main" id="{462F4707-C041-C096-3BC3-55A1A70280BA}"/>
              </a:ext>
            </a:extLst>
          </p:cNvPr>
          <p:cNvSpPr/>
          <p:nvPr/>
        </p:nvSpPr>
        <p:spPr>
          <a:xfrm>
            <a:off x="6767756" y="3342570"/>
            <a:ext cx="4738852" cy="365760"/>
          </a:xfrm>
          <a:prstGeom prst="rect">
            <a:avLst/>
          </a:prstGeom>
          <a:noFill/>
          <a:ln w="12700">
            <a:solidFill>
              <a:srgbClr val="0D9488"/>
            </a:solidFill>
            <a:prstDash val="solid"/>
          </a:ln>
        </p:spPr>
        <p:txBody>
          <a:bodyPr/>
          <a:lstStyle/>
          <a:p>
            <a:endParaRPr lang="en-US" noProof="0" dirty="0"/>
          </a:p>
        </p:txBody>
      </p:sp>
      <p:sp>
        <p:nvSpPr>
          <p:cNvPr id="74" name="Text 15">
            <a:extLst>
              <a:ext uri="{FF2B5EF4-FFF2-40B4-BE49-F238E27FC236}">
                <a16:creationId xmlns:a16="http://schemas.microsoft.com/office/drawing/2014/main" id="{4872DB8A-6DB6-CD3D-C0CF-F5BBA0D163FE}"/>
              </a:ext>
            </a:extLst>
          </p:cNvPr>
          <p:cNvSpPr/>
          <p:nvPr/>
        </p:nvSpPr>
        <p:spPr>
          <a:xfrm>
            <a:off x="6767755" y="3342570"/>
            <a:ext cx="4738853" cy="365760"/>
          </a:xfrm>
          <a:prstGeom prst="rect">
            <a:avLst/>
          </a:prstGeom>
          <a:noFill/>
          <a:ln/>
        </p:spPr>
        <p:txBody>
          <a:bodyPr wrap="square" lIns="0" tIns="0" rIns="0" bIns="0" rtlCol="0" anchor="ctr"/>
          <a:lstStyle/>
          <a:p>
            <a:pPr marL="0" indent="0" algn="ctr">
              <a:buNone/>
            </a:pPr>
            <a:r>
              <a:rPr lang="en-US" sz="1200" b="1" noProof="0" dirty="0">
                <a:solidFill>
                  <a:srgbClr val="0D9589"/>
                </a:solidFill>
              </a:rPr>
              <a:t>With Similarity</a:t>
            </a:r>
            <a:endParaRPr lang="en-US" sz="1200" noProof="0" dirty="0">
              <a:solidFill>
                <a:srgbClr val="0D9589"/>
              </a:solidFill>
            </a:endParaRPr>
          </a:p>
        </p:txBody>
      </p:sp>
      <p:sp>
        <p:nvSpPr>
          <p:cNvPr id="75" name="Shape 16">
            <a:extLst>
              <a:ext uri="{FF2B5EF4-FFF2-40B4-BE49-F238E27FC236}">
                <a16:creationId xmlns:a16="http://schemas.microsoft.com/office/drawing/2014/main" id="{F14ABEBA-460F-937C-AD6C-491F0A66A5A5}"/>
              </a:ext>
            </a:extLst>
          </p:cNvPr>
          <p:cNvSpPr/>
          <p:nvPr/>
        </p:nvSpPr>
        <p:spPr>
          <a:xfrm>
            <a:off x="6757153" y="3794955"/>
            <a:ext cx="4744153" cy="2139241"/>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76" name="Text 17">
            <a:extLst>
              <a:ext uri="{FF2B5EF4-FFF2-40B4-BE49-F238E27FC236}">
                <a16:creationId xmlns:a16="http://schemas.microsoft.com/office/drawing/2014/main" id="{5EAFCBB1-55C6-58B3-475B-3836DDDC6113}"/>
              </a:ext>
            </a:extLst>
          </p:cNvPr>
          <p:cNvSpPr/>
          <p:nvPr/>
        </p:nvSpPr>
        <p:spPr>
          <a:xfrm>
            <a:off x="6904916" y="3688164"/>
            <a:ext cx="3429000" cy="1572768"/>
          </a:xfrm>
          <a:prstGeom prst="rect">
            <a:avLst/>
          </a:prstGeom>
          <a:noFill/>
          <a:ln/>
        </p:spPr>
        <p:txBody>
          <a:bodyPr wrap="square" lIns="0" tIns="0" rIns="0" bIns="0" rtlCol="0" anchor="ctr"/>
          <a:lstStyle/>
          <a:p>
            <a:pPr marL="0" indent="0">
              <a:buNone/>
            </a:pPr>
            <a:endParaRPr lang="en-US" sz="950" noProof="0" dirty="0"/>
          </a:p>
        </p:txBody>
      </p:sp>
      <p:sp>
        <p:nvSpPr>
          <p:cNvPr id="78" name="Text 20">
            <a:extLst>
              <a:ext uri="{FF2B5EF4-FFF2-40B4-BE49-F238E27FC236}">
                <a16:creationId xmlns:a16="http://schemas.microsoft.com/office/drawing/2014/main" id="{22A70114-5265-6BB7-6F11-49993B2A424C}"/>
              </a:ext>
            </a:extLst>
          </p:cNvPr>
          <p:cNvSpPr/>
          <p:nvPr/>
        </p:nvSpPr>
        <p:spPr>
          <a:xfrm>
            <a:off x="6894905" y="4550286"/>
            <a:ext cx="4611705" cy="387988"/>
          </a:xfrm>
          <a:prstGeom prst="rect">
            <a:avLst/>
          </a:prstGeom>
          <a:noFill/>
          <a:ln/>
        </p:spPr>
        <p:txBody>
          <a:bodyPr wrap="square" lIns="0" tIns="0" rIns="0" bIns="0" rtlCol="0" anchor="ctr"/>
          <a:lstStyle/>
          <a:p>
            <a:pPr marL="0" indent="0">
              <a:buNone/>
            </a:pPr>
            <a:r>
              <a:rPr lang="en-US" sz="1200" noProof="0" dirty="0">
                <a:solidFill>
                  <a:srgbClr val="1B2A3B"/>
                </a:solidFill>
              </a:rPr>
              <a:t>The system retrieves </a:t>
            </a:r>
            <a:r>
              <a:rPr lang="en-US" sz="1200" b="1" noProof="0" dirty="0">
                <a:solidFill>
                  <a:srgbClr val="1B2A3B"/>
                </a:solidFill>
              </a:rPr>
              <a:t>multiple related issues</a:t>
            </a:r>
            <a:r>
              <a:rPr lang="en-US" sz="1200" noProof="0" dirty="0">
                <a:solidFill>
                  <a:srgbClr val="1B2A3B"/>
                </a:solidFill>
              </a:rPr>
              <a:t>:</a:t>
            </a:r>
          </a:p>
          <a:p>
            <a:pPr marL="0" indent="0">
              <a:buNone/>
            </a:pPr>
            <a:endParaRPr lang="en-US" sz="1200" noProof="0" dirty="0">
              <a:solidFill>
                <a:srgbClr val="1B2A3B"/>
              </a:solidFill>
            </a:endParaRPr>
          </a:p>
          <a:p>
            <a:pPr marL="171450" indent="-171450">
              <a:lnSpc>
                <a:spcPct val="150000"/>
              </a:lnSpc>
              <a:buFont typeface="Arial" panose="020B0604020202020204" pitchFamily="34" charset="0"/>
              <a:buChar char="•"/>
            </a:pPr>
            <a:r>
              <a:rPr lang="en-US" sz="1200" noProof="0" dirty="0">
                <a:solidFill>
                  <a:srgbClr val="1B2A3B"/>
                </a:solidFill>
              </a:rPr>
              <a:t>Same component (UART / USART)</a:t>
            </a:r>
          </a:p>
          <a:p>
            <a:pPr marL="171450" indent="-171450">
              <a:lnSpc>
                <a:spcPct val="150000"/>
              </a:lnSpc>
              <a:buFont typeface="Arial" panose="020B0604020202020204" pitchFamily="34" charset="0"/>
              <a:buChar char="•"/>
            </a:pPr>
            <a:r>
              <a:rPr lang="en-US" sz="1200" noProof="0" dirty="0">
                <a:solidFill>
                  <a:srgbClr val="1B2A3B"/>
                </a:solidFill>
              </a:rPr>
              <a:t>Similar symptom type (compile-time guard / dependency issue)</a:t>
            </a:r>
          </a:p>
          <a:p>
            <a:pPr marL="171450" indent="-171450">
              <a:lnSpc>
                <a:spcPct val="150000"/>
              </a:lnSpc>
              <a:buFont typeface="Arial" panose="020B0604020202020204" pitchFamily="34" charset="0"/>
              <a:buChar char="•"/>
            </a:pPr>
            <a:r>
              <a:rPr lang="en-US" sz="1200" noProof="0" dirty="0">
                <a:solidFill>
                  <a:srgbClr val="1B2A3B"/>
                </a:solidFill>
              </a:rPr>
              <a:t>Previous fixes already documented in linked threads</a:t>
            </a:r>
          </a:p>
        </p:txBody>
      </p:sp>
      <p:sp>
        <p:nvSpPr>
          <p:cNvPr id="79" name="Text 19">
            <a:extLst>
              <a:ext uri="{FF2B5EF4-FFF2-40B4-BE49-F238E27FC236}">
                <a16:creationId xmlns:a16="http://schemas.microsoft.com/office/drawing/2014/main" id="{E56910C1-18A1-D7C9-3BB1-9CC5CCCEA200}"/>
              </a:ext>
            </a:extLst>
          </p:cNvPr>
          <p:cNvSpPr/>
          <p:nvPr/>
        </p:nvSpPr>
        <p:spPr>
          <a:xfrm>
            <a:off x="6904916" y="4638729"/>
            <a:ext cx="3429000" cy="256032"/>
          </a:xfrm>
          <a:prstGeom prst="rect">
            <a:avLst/>
          </a:prstGeom>
          <a:noFill/>
          <a:ln/>
        </p:spPr>
        <p:txBody>
          <a:bodyPr wrap="square" lIns="0" tIns="0" rIns="0" bIns="0" rtlCol="0" anchor="ctr"/>
          <a:lstStyle/>
          <a:p>
            <a:pPr marL="0" indent="0">
              <a:buNone/>
            </a:pPr>
            <a:r>
              <a:rPr lang="en-US" sz="1000" b="1" noProof="0" dirty="0">
                <a:solidFill>
                  <a:srgbClr val="0D9488"/>
                </a:solidFill>
              </a:rPr>
              <a:t>  </a:t>
            </a:r>
            <a:endParaRPr lang="en-US" sz="1000" noProof="0" dirty="0">
              <a:solidFill>
                <a:srgbClr val="0D9488"/>
              </a:solidFill>
            </a:endParaRPr>
          </a:p>
        </p:txBody>
      </p:sp>
      <p:sp>
        <p:nvSpPr>
          <p:cNvPr id="5" name="Slide Number Placeholder 4">
            <a:extLst>
              <a:ext uri="{FF2B5EF4-FFF2-40B4-BE49-F238E27FC236}">
                <a16:creationId xmlns:a16="http://schemas.microsoft.com/office/drawing/2014/main" id="{140D5A99-7404-2269-4EA0-412FCA5BA01E}"/>
              </a:ext>
            </a:extLst>
          </p:cNvPr>
          <p:cNvSpPr>
            <a:spLocks noGrp="1"/>
          </p:cNvSpPr>
          <p:nvPr>
            <p:ph type="sldNum" sz="quarter" idx="12"/>
          </p:nvPr>
        </p:nvSpPr>
        <p:spPr/>
        <p:txBody>
          <a:bodyPr/>
          <a:lstStyle/>
          <a:p>
            <a:fld id="{40A7B169-58CE-4E65-B1F9-ACF9E46440C2}" type="slidenum">
              <a:rPr lang="en-US" noProof="0" smtClean="0"/>
              <a:t>40</a:t>
            </a:fld>
            <a:endParaRPr lang="en-US" noProof="0" dirty="0"/>
          </a:p>
        </p:txBody>
      </p:sp>
      <p:sp>
        <p:nvSpPr>
          <p:cNvPr id="8" name="ZoneTexte 7">
            <a:extLst>
              <a:ext uri="{FF2B5EF4-FFF2-40B4-BE49-F238E27FC236}">
                <a16:creationId xmlns:a16="http://schemas.microsoft.com/office/drawing/2014/main" id="{1868D825-3AA0-DF71-4B3F-277E138BB089}"/>
              </a:ext>
            </a:extLst>
          </p:cNvPr>
          <p:cNvSpPr txBox="1"/>
          <p:nvPr/>
        </p:nvSpPr>
        <p:spPr>
          <a:xfrm>
            <a:off x="489344" y="1693414"/>
            <a:ext cx="6273112" cy="276999"/>
          </a:xfrm>
          <a:prstGeom prst="rect">
            <a:avLst/>
          </a:prstGeom>
          <a:noFill/>
        </p:spPr>
        <p:txBody>
          <a:bodyPr wrap="square">
            <a:spAutoFit/>
          </a:bodyPr>
          <a:lstStyle/>
          <a:p>
            <a:r>
              <a:rPr lang="en-US" sz="1200" noProof="0" dirty="0">
                <a:solidFill>
                  <a:schemeClr val="bg2">
                    <a:lumMod val="10000"/>
                  </a:schemeClr>
                </a:solidFill>
              </a:rPr>
              <a:t>We compute similarity using the issue text (</a:t>
            </a:r>
            <a:r>
              <a:rPr lang="en-US" sz="1200" noProof="0" dirty="0" err="1">
                <a:solidFill>
                  <a:schemeClr val="bg2">
                    <a:lumMod val="10000"/>
                  </a:schemeClr>
                </a:solidFill>
              </a:rPr>
              <a:t>clean_text</a:t>
            </a:r>
            <a:r>
              <a:rPr lang="en-US" sz="1200" noProof="0" dirty="0">
                <a:solidFill>
                  <a:schemeClr val="bg2">
                    <a:lumMod val="10000"/>
                  </a:schemeClr>
                </a:solidFill>
              </a:rPr>
              <a:t>):</a:t>
            </a:r>
          </a:p>
        </p:txBody>
      </p:sp>
      <p:sp>
        <p:nvSpPr>
          <p:cNvPr id="10" name="ZoneTexte 9">
            <a:extLst>
              <a:ext uri="{FF2B5EF4-FFF2-40B4-BE49-F238E27FC236}">
                <a16:creationId xmlns:a16="http://schemas.microsoft.com/office/drawing/2014/main" id="{39961C7D-4D97-1A4C-9145-0EE9ACA510D4}"/>
              </a:ext>
            </a:extLst>
          </p:cNvPr>
          <p:cNvSpPr txBox="1"/>
          <p:nvPr/>
        </p:nvSpPr>
        <p:spPr>
          <a:xfrm>
            <a:off x="489344" y="3707878"/>
            <a:ext cx="2579911" cy="302840"/>
          </a:xfrm>
          <a:prstGeom prst="rect">
            <a:avLst/>
          </a:prstGeom>
          <a:noFill/>
        </p:spPr>
        <p:txBody>
          <a:bodyPr wrap="square">
            <a:spAutoFit/>
          </a:bodyPr>
          <a:lstStyle/>
          <a:p>
            <a:pPr>
              <a:lnSpc>
                <a:spcPct val="115000"/>
              </a:lnSpc>
            </a:pPr>
            <a:r>
              <a:rPr lang="en-US" sz="1300" b="1" noProof="0" dirty="0">
                <a:solidFill>
                  <a:srgbClr val="0D9589"/>
                </a:solidFill>
              </a:rPr>
              <a:t>What is the result ?</a:t>
            </a:r>
          </a:p>
        </p:txBody>
      </p:sp>
      <p:sp>
        <p:nvSpPr>
          <p:cNvPr id="20" name="Text 17">
            <a:extLst>
              <a:ext uri="{FF2B5EF4-FFF2-40B4-BE49-F238E27FC236}">
                <a16:creationId xmlns:a16="http://schemas.microsoft.com/office/drawing/2014/main" id="{87A14B2D-22F9-B6E2-6FBF-EE19C431F497}"/>
              </a:ext>
            </a:extLst>
          </p:cNvPr>
          <p:cNvSpPr/>
          <p:nvPr/>
        </p:nvSpPr>
        <p:spPr>
          <a:xfrm>
            <a:off x="2890912" y="2373195"/>
            <a:ext cx="3429000" cy="1572768"/>
          </a:xfrm>
          <a:prstGeom prst="rect">
            <a:avLst/>
          </a:prstGeom>
          <a:noFill/>
          <a:ln/>
        </p:spPr>
        <p:txBody>
          <a:bodyPr wrap="square" lIns="0" tIns="0" rIns="0" bIns="0" rtlCol="0" anchor="ctr"/>
          <a:lstStyle/>
          <a:p>
            <a:pPr marL="0" indent="0">
              <a:buNone/>
            </a:pPr>
            <a:endParaRPr lang="en-US" sz="950" noProof="0" dirty="0"/>
          </a:p>
        </p:txBody>
      </p:sp>
      <p:sp>
        <p:nvSpPr>
          <p:cNvPr id="21" name="Text 19">
            <a:extLst>
              <a:ext uri="{FF2B5EF4-FFF2-40B4-BE49-F238E27FC236}">
                <a16:creationId xmlns:a16="http://schemas.microsoft.com/office/drawing/2014/main" id="{47488462-CBF2-4872-19BE-4E6EE69F32F1}"/>
              </a:ext>
            </a:extLst>
          </p:cNvPr>
          <p:cNvSpPr/>
          <p:nvPr/>
        </p:nvSpPr>
        <p:spPr>
          <a:xfrm>
            <a:off x="3048753" y="1483392"/>
            <a:ext cx="3429000" cy="256032"/>
          </a:xfrm>
          <a:prstGeom prst="rect">
            <a:avLst/>
          </a:prstGeom>
          <a:noFill/>
          <a:ln/>
        </p:spPr>
        <p:txBody>
          <a:bodyPr wrap="square" lIns="0" tIns="0" rIns="0" bIns="0" rtlCol="0" anchor="ctr"/>
          <a:lstStyle/>
          <a:p>
            <a:pPr marL="0" indent="0">
              <a:buNone/>
            </a:pPr>
            <a:r>
              <a:rPr lang="en-US" sz="1000" b="1" noProof="0" dirty="0">
                <a:solidFill>
                  <a:srgbClr val="0D9488"/>
                </a:solidFill>
              </a:rPr>
              <a:t>  </a:t>
            </a:r>
            <a:endParaRPr lang="en-US" sz="1000" noProof="0" dirty="0">
              <a:solidFill>
                <a:srgbClr val="0D9488"/>
              </a:solidFill>
            </a:endParaRPr>
          </a:p>
        </p:txBody>
      </p:sp>
      <p:sp>
        <p:nvSpPr>
          <p:cNvPr id="23" name="Text 17">
            <a:extLst>
              <a:ext uri="{FF2B5EF4-FFF2-40B4-BE49-F238E27FC236}">
                <a16:creationId xmlns:a16="http://schemas.microsoft.com/office/drawing/2014/main" id="{1F570935-41E6-67BE-C7A0-14AFF497F625}"/>
              </a:ext>
            </a:extLst>
          </p:cNvPr>
          <p:cNvSpPr/>
          <p:nvPr/>
        </p:nvSpPr>
        <p:spPr>
          <a:xfrm>
            <a:off x="1694475" y="2648986"/>
            <a:ext cx="3429000" cy="1572768"/>
          </a:xfrm>
          <a:prstGeom prst="rect">
            <a:avLst/>
          </a:prstGeom>
          <a:noFill/>
          <a:ln/>
        </p:spPr>
        <p:txBody>
          <a:bodyPr wrap="square" lIns="0" tIns="0" rIns="0" bIns="0" rtlCol="0" anchor="ctr"/>
          <a:lstStyle/>
          <a:p>
            <a:pPr marL="0" indent="0">
              <a:buNone/>
            </a:pPr>
            <a:endParaRPr lang="en-US" sz="950" noProof="0" dirty="0"/>
          </a:p>
        </p:txBody>
      </p:sp>
      <p:sp>
        <p:nvSpPr>
          <p:cNvPr id="24" name="Text 19">
            <a:extLst>
              <a:ext uri="{FF2B5EF4-FFF2-40B4-BE49-F238E27FC236}">
                <a16:creationId xmlns:a16="http://schemas.microsoft.com/office/drawing/2014/main" id="{5365265C-FAE0-5493-6A7D-41BED916BDBF}"/>
              </a:ext>
            </a:extLst>
          </p:cNvPr>
          <p:cNvSpPr/>
          <p:nvPr/>
        </p:nvSpPr>
        <p:spPr>
          <a:xfrm>
            <a:off x="1852316" y="1759183"/>
            <a:ext cx="3429000" cy="256032"/>
          </a:xfrm>
          <a:prstGeom prst="rect">
            <a:avLst/>
          </a:prstGeom>
          <a:noFill/>
          <a:ln/>
        </p:spPr>
        <p:txBody>
          <a:bodyPr wrap="square" lIns="0" tIns="0" rIns="0" bIns="0" rtlCol="0" anchor="ctr"/>
          <a:lstStyle/>
          <a:p>
            <a:pPr marL="0" indent="0">
              <a:buNone/>
            </a:pPr>
            <a:r>
              <a:rPr lang="en-US" sz="1000" b="1" noProof="0" dirty="0">
                <a:solidFill>
                  <a:srgbClr val="0D9488"/>
                </a:solidFill>
              </a:rPr>
              <a:t>  </a:t>
            </a:r>
            <a:endParaRPr lang="en-US" sz="1000" noProof="0" dirty="0">
              <a:solidFill>
                <a:srgbClr val="0D9488"/>
              </a:solidFill>
            </a:endParaRPr>
          </a:p>
        </p:txBody>
      </p:sp>
    </p:spTree>
    <p:extLst>
      <p:ext uri="{BB962C8B-B14F-4D97-AF65-F5344CB8AC3E}">
        <p14:creationId xmlns:p14="http://schemas.microsoft.com/office/powerpoint/2010/main" val="37580731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7CC5E-EA32-24EF-72E3-4A13DA0D95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8CB0A3-CE97-55C6-B2DC-A42EF4E74C42}"/>
              </a:ext>
            </a:extLst>
          </p:cNvPr>
          <p:cNvSpPr>
            <a:spLocks noGrp="1"/>
          </p:cNvSpPr>
          <p:nvPr>
            <p:ph type="title"/>
          </p:nvPr>
        </p:nvSpPr>
        <p:spPr>
          <a:xfrm>
            <a:off x="242477" y="-53443"/>
            <a:ext cx="11609159" cy="801217"/>
          </a:xfrm>
        </p:spPr>
        <p:txBody>
          <a:bodyPr/>
          <a:lstStyle/>
          <a:p>
            <a:r>
              <a:rPr lang="en-US" sz="1800" b="1" noProof="0" dirty="0"/>
              <a:t>Pipeline: Similarity</a:t>
            </a:r>
            <a:endParaRPr lang="en-US" sz="1800" noProof="0" dirty="0"/>
          </a:p>
        </p:txBody>
      </p:sp>
      <p:sp>
        <p:nvSpPr>
          <p:cNvPr id="56" name="TextBox 55">
            <a:extLst>
              <a:ext uri="{FF2B5EF4-FFF2-40B4-BE49-F238E27FC236}">
                <a16:creationId xmlns:a16="http://schemas.microsoft.com/office/drawing/2014/main" id="{D96E5FEE-22B2-8A79-E5A2-07059BEDDD04}"/>
              </a:ext>
            </a:extLst>
          </p:cNvPr>
          <p:cNvSpPr txBox="1"/>
          <p:nvPr/>
        </p:nvSpPr>
        <p:spPr>
          <a:xfrm>
            <a:off x="340364" y="534230"/>
            <a:ext cx="6173779" cy="276999"/>
          </a:xfrm>
          <a:prstGeom prst="rect">
            <a:avLst/>
          </a:prstGeom>
          <a:noFill/>
        </p:spPr>
        <p:txBody>
          <a:bodyPr wrap="square">
            <a:spAutoFit/>
          </a:bodyPr>
          <a:lstStyle/>
          <a:p>
            <a:pPr marL="0" indent="0" algn="l">
              <a:buNone/>
            </a:pPr>
            <a:r>
              <a:rPr lang="en-US" sz="1200" b="1" noProof="0" dirty="0">
                <a:solidFill>
                  <a:srgbClr val="425A78"/>
                </a:solidFill>
              </a:rPr>
              <a:t>TF-IDF ? Cosine Similarity  ?</a:t>
            </a:r>
          </a:p>
        </p:txBody>
      </p:sp>
      <p:sp>
        <p:nvSpPr>
          <p:cNvPr id="58" name="Shape 4">
            <a:extLst>
              <a:ext uri="{FF2B5EF4-FFF2-40B4-BE49-F238E27FC236}">
                <a16:creationId xmlns:a16="http://schemas.microsoft.com/office/drawing/2014/main" id="{32A77354-5DBE-45D9-C154-4F68FC12CEAB}"/>
              </a:ext>
            </a:extLst>
          </p:cNvPr>
          <p:cNvSpPr/>
          <p:nvPr/>
        </p:nvSpPr>
        <p:spPr>
          <a:xfrm>
            <a:off x="379477" y="850403"/>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76" name="Text 17">
            <a:extLst>
              <a:ext uri="{FF2B5EF4-FFF2-40B4-BE49-F238E27FC236}">
                <a16:creationId xmlns:a16="http://schemas.microsoft.com/office/drawing/2014/main" id="{87A14B2D-22F9-B6E2-6FBF-EE19C431F497}"/>
              </a:ext>
            </a:extLst>
          </p:cNvPr>
          <p:cNvSpPr/>
          <p:nvPr/>
        </p:nvSpPr>
        <p:spPr>
          <a:xfrm>
            <a:off x="6997821" y="2272023"/>
            <a:ext cx="3429000" cy="1572768"/>
          </a:xfrm>
          <a:prstGeom prst="rect">
            <a:avLst/>
          </a:prstGeom>
          <a:noFill/>
          <a:ln/>
        </p:spPr>
        <p:txBody>
          <a:bodyPr wrap="square" lIns="0" tIns="0" rIns="0" bIns="0" rtlCol="0" anchor="ctr"/>
          <a:lstStyle/>
          <a:p>
            <a:pPr marL="0" indent="0">
              <a:buNone/>
            </a:pPr>
            <a:endParaRPr lang="en-US" sz="950" noProof="0" dirty="0"/>
          </a:p>
        </p:txBody>
      </p:sp>
      <p:sp>
        <p:nvSpPr>
          <p:cNvPr id="79" name="Text 19">
            <a:extLst>
              <a:ext uri="{FF2B5EF4-FFF2-40B4-BE49-F238E27FC236}">
                <a16:creationId xmlns:a16="http://schemas.microsoft.com/office/drawing/2014/main" id="{47488462-CBF2-4872-19BE-4E6EE69F32F1}"/>
              </a:ext>
            </a:extLst>
          </p:cNvPr>
          <p:cNvSpPr/>
          <p:nvPr/>
        </p:nvSpPr>
        <p:spPr>
          <a:xfrm>
            <a:off x="7155662" y="1382220"/>
            <a:ext cx="3429000" cy="256032"/>
          </a:xfrm>
          <a:prstGeom prst="rect">
            <a:avLst/>
          </a:prstGeom>
          <a:noFill/>
          <a:ln/>
        </p:spPr>
        <p:txBody>
          <a:bodyPr wrap="square" lIns="0" tIns="0" rIns="0" bIns="0" rtlCol="0" anchor="ctr"/>
          <a:lstStyle/>
          <a:p>
            <a:pPr marL="0" indent="0">
              <a:buNone/>
            </a:pPr>
            <a:r>
              <a:rPr lang="en-US" sz="1000" b="1" noProof="0" dirty="0">
                <a:solidFill>
                  <a:srgbClr val="0D9488"/>
                </a:solidFill>
              </a:rPr>
              <a:t>  </a:t>
            </a:r>
            <a:endParaRPr lang="en-US" sz="1000" noProof="0" dirty="0">
              <a:solidFill>
                <a:srgbClr val="0D9488"/>
              </a:solidFill>
            </a:endParaRPr>
          </a:p>
        </p:txBody>
      </p:sp>
      <p:sp>
        <p:nvSpPr>
          <p:cNvPr id="5" name="Slide Number Placeholder 4">
            <a:extLst>
              <a:ext uri="{FF2B5EF4-FFF2-40B4-BE49-F238E27FC236}">
                <a16:creationId xmlns:a16="http://schemas.microsoft.com/office/drawing/2014/main" id="{349F05AB-0B6E-96BD-C164-EE2E579834CD}"/>
              </a:ext>
            </a:extLst>
          </p:cNvPr>
          <p:cNvSpPr>
            <a:spLocks noGrp="1"/>
          </p:cNvSpPr>
          <p:nvPr>
            <p:ph type="sldNum" sz="quarter" idx="12"/>
          </p:nvPr>
        </p:nvSpPr>
        <p:spPr/>
        <p:txBody>
          <a:bodyPr/>
          <a:lstStyle/>
          <a:p>
            <a:fld id="{40A7B169-58CE-4E65-B1F9-ACF9E46440C2}" type="slidenum">
              <a:rPr lang="en-US" noProof="0" smtClean="0"/>
              <a:t>41</a:t>
            </a:fld>
            <a:endParaRPr lang="en-US" noProof="0" dirty="0"/>
          </a:p>
        </p:txBody>
      </p:sp>
      <p:sp>
        <p:nvSpPr>
          <p:cNvPr id="19" name="G1">
            <a:extLst>
              <a:ext uri="{FF2B5EF4-FFF2-40B4-BE49-F238E27FC236}">
                <a16:creationId xmlns:a16="http://schemas.microsoft.com/office/drawing/2014/main" id="{AD3D9BD3-064D-05A9-89AC-2C9724876EF4}"/>
              </a:ext>
            </a:extLst>
          </p:cNvPr>
          <p:cNvSpPr/>
          <p:nvPr/>
        </p:nvSpPr>
        <p:spPr>
          <a:xfrm>
            <a:off x="140491" y="1335447"/>
            <a:ext cx="6373652" cy="4460346"/>
          </a:xfrm>
          <a:prstGeom prst="roundRect">
            <a:avLst>
              <a:gd name="adj" fmla="val 10000"/>
            </a:avLst>
          </a:prstGeom>
          <a:solidFill>
            <a:srgbClr val="E8F7FE"/>
          </a:solidFill>
          <a:ln w="12700">
            <a:solidFill>
              <a:srgbClr val="0D9589"/>
            </a:solidFill>
          </a:ln>
        </p:spPr>
        <p:txBody>
          <a:bodyPr wrap="square" lIns="152400" tIns="91440" rIns="152400" bIns="91440" anchor="t"/>
          <a:lstStyle/>
          <a:p>
            <a:pPr algn="l">
              <a:buNone/>
            </a:pPr>
            <a:r>
              <a:rPr lang="en-US" sz="1400" b="1" i="1" noProof="0" dirty="0">
                <a:solidFill>
                  <a:srgbClr val="0D9589"/>
                </a:solidFill>
              </a:rPr>
              <a:t>TF-IDF (Text → Vector)</a:t>
            </a:r>
          </a:p>
          <a:p>
            <a:pPr algn="l">
              <a:buNone/>
            </a:pPr>
            <a:endParaRPr lang="en-US" sz="1100" b="1" noProof="0" dirty="0"/>
          </a:p>
          <a:p>
            <a:pPr algn="l"/>
            <a:r>
              <a:rPr lang="en-US" sz="1300" b="0" noProof="0" dirty="0"/>
              <a:t>TF-IDF converts each issue text into a vector of important keywords.</a:t>
            </a:r>
          </a:p>
          <a:p>
            <a:pPr algn="l"/>
            <a:endParaRPr lang="en-US" sz="1300" b="0" noProof="0" dirty="0"/>
          </a:p>
          <a:p>
            <a:pPr marL="171450" indent="-171450" algn="l">
              <a:buFont typeface="Arial" panose="020B0604020202020204" pitchFamily="34" charset="0"/>
              <a:buChar char="•"/>
            </a:pPr>
            <a:r>
              <a:rPr lang="en-US" sz="1300" b="0" noProof="0" dirty="0"/>
              <a:t>Words that appear often in one issue → </a:t>
            </a:r>
            <a:r>
              <a:rPr lang="en-US" sz="1300" b="1" noProof="0" dirty="0"/>
              <a:t>higher weight</a:t>
            </a:r>
          </a:p>
          <a:p>
            <a:pPr marL="171450" indent="-171450" algn="l">
              <a:buFont typeface="Arial" panose="020B0604020202020204" pitchFamily="34" charset="0"/>
              <a:buChar char="•"/>
            </a:pPr>
            <a:r>
              <a:rPr lang="en-US" sz="1300" b="0" noProof="0" dirty="0"/>
              <a:t> Words that are common in all issues (STM32, driver, error) → </a:t>
            </a:r>
            <a:r>
              <a:rPr lang="en-US" sz="1300" b="1" noProof="0" dirty="0"/>
              <a:t>lower weight</a:t>
            </a:r>
          </a:p>
          <a:p>
            <a:pPr marL="171450" indent="-171450" algn="l">
              <a:buFont typeface="Arial" panose="020B0604020202020204" pitchFamily="34" charset="0"/>
              <a:buChar char="•"/>
            </a:pPr>
            <a:r>
              <a:rPr lang="en-US" sz="1300" b="0" noProof="0" dirty="0"/>
              <a:t>Technical terms (HAL_CRYP, DMA, </a:t>
            </a:r>
            <a:r>
              <a:rPr lang="en-US" sz="1300" b="0" noProof="0" dirty="0" err="1"/>
              <a:t>HardFault</a:t>
            </a:r>
            <a:r>
              <a:rPr lang="en-US" sz="1300" b="0" noProof="0" dirty="0"/>
              <a:t>) → </a:t>
            </a:r>
            <a:r>
              <a:rPr lang="en-US" sz="1300" b="1" noProof="0" dirty="0"/>
              <a:t>higher weight</a:t>
            </a:r>
          </a:p>
          <a:p>
            <a:pPr algn="l"/>
            <a:endParaRPr lang="en-US" sz="1300" noProof="0" dirty="0"/>
          </a:p>
          <a:p>
            <a:pPr algn="l"/>
            <a:r>
              <a:rPr lang="en-US" sz="1300" b="1" noProof="0" dirty="0">
                <a:solidFill>
                  <a:srgbClr val="0D9589"/>
                </a:solidFill>
              </a:rPr>
              <a:t>Example:</a:t>
            </a:r>
          </a:p>
          <a:p>
            <a:pPr algn="l"/>
            <a:endParaRPr lang="en-US" sz="1300" noProof="0" dirty="0"/>
          </a:p>
          <a:p>
            <a:pPr algn="l"/>
            <a:r>
              <a:rPr lang="en-US" sz="1300" noProof="0" dirty="0"/>
              <a:t>Issue text contains many times: “</a:t>
            </a:r>
            <a:r>
              <a:rPr lang="en-US" sz="1300" b="1" noProof="0" dirty="0" err="1"/>
              <a:t>HAL_CRYP_Decrypt_DMA</a:t>
            </a:r>
            <a:r>
              <a:rPr lang="en-US" sz="1300" noProof="0" dirty="0"/>
              <a:t>”, “</a:t>
            </a:r>
            <a:r>
              <a:rPr lang="en-US" sz="1300" b="1" noProof="0" dirty="0"/>
              <a:t>Size overflow</a:t>
            </a:r>
            <a:r>
              <a:rPr lang="en-US" sz="1300" noProof="0" dirty="0"/>
              <a:t>”, “</a:t>
            </a:r>
            <a:r>
              <a:rPr lang="en-US" sz="1300" b="1" noProof="0" dirty="0"/>
              <a:t>uint16_t</a:t>
            </a:r>
            <a:r>
              <a:rPr lang="en-US" sz="1300" noProof="0" dirty="0"/>
              <a:t>”</a:t>
            </a:r>
          </a:p>
          <a:p>
            <a:pPr algn="l"/>
            <a:endParaRPr lang="en-US" sz="1300" noProof="0" dirty="0"/>
          </a:p>
          <a:p>
            <a:pPr algn="l"/>
            <a:r>
              <a:rPr lang="en-US" sz="1300" noProof="0" dirty="0">
                <a:sym typeface="Wingdings" panose="05000000000000000000" pitchFamily="2" charset="2"/>
              </a:rPr>
              <a:t> </a:t>
            </a:r>
            <a:r>
              <a:rPr lang="en-US" sz="1300" noProof="0" dirty="0"/>
              <a:t>TF-IDF gives these terms high weight, because they strongly describe the bug.</a:t>
            </a:r>
          </a:p>
          <a:p>
            <a:pPr marL="171450" indent="-171450" algn="l">
              <a:buFont typeface="Arial" panose="020B0604020202020204" pitchFamily="34" charset="0"/>
              <a:buChar char="•"/>
            </a:pPr>
            <a:endParaRPr lang="en-US" sz="1300" b="0" noProof="0" dirty="0"/>
          </a:p>
          <a:p>
            <a:pPr marL="171450" indent="-171450" algn="l">
              <a:buFont typeface="Arial" panose="020B0604020202020204" pitchFamily="34" charset="0"/>
              <a:buChar char="•"/>
            </a:pPr>
            <a:endParaRPr lang="en-US" sz="1300" b="0" noProof="0" dirty="0"/>
          </a:p>
          <a:p>
            <a:pPr algn="l">
              <a:buNone/>
            </a:pPr>
            <a:r>
              <a:rPr lang="en-US" sz="1300" b="1" noProof="0" dirty="0">
                <a:solidFill>
                  <a:srgbClr val="0D9589"/>
                </a:solidFill>
              </a:rPr>
              <a:t>Result:</a:t>
            </a:r>
            <a:r>
              <a:rPr lang="en-US" sz="1300" b="0" noProof="0" dirty="0"/>
              <a:t> </a:t>
            </a:r>
          </a:p>
          <a:p>
            <a:pPr algn="l">
              <a:buNone/>
            </a:pPr>
            <a:endParaRPr lang="en-US" sz="1300" b="0" noProof="0" dirty="0"/>
          </a:p>
          <a:p>
            <a:pPr algn="l">
              <a:buNone/>
            </a:pPr>
            <a:r>
              <a:rPr lang="en-US" sz="1300" noProof="0" dirty="0"/>
              <a:t>E</a:t>
            </a:r>
            <a:r>
              <a:rPr lang="en-US" sz="1300" b="0" noProof="0" dirty="0"/>
              <a:t>ach issue becomes a numeric representation of its main technical topic.</a:t>
            </a:r>
            <a:endParaRPr lang="en-US" sz="1300" b="0" i="1" noProof="0" dirty="0"/>
          </a:p>
        </p:txBody>
      </p:sp>
      <p:sp>
        <p:nvSpPr>
          <p:cNvPr id="7" name="G1">
            <a:extLst>
              <a:ext uri="{FF2B5EF4-FFF2-40B4-BE49-F238E27FC236}">
                <a16:creationId xmlns:a16="http://schemas.microsoft.com/office/drawing/2014/main" id="{50887BA2-A9E0-1DD7-2FDA-0B0CCF5DD725}"/>
              </a:ext>
            </a:extLst>
          </p:cNvPr>
          <p:cNvSpPr/>
          <p:nvPr/>
        </p:nvSpPr>
        <p:spPr>
          <a:xfrm>
            <a:off x="6646779" y="1318765"/>
            <a:ext cx="5298286" cy="4368906"/>
          </a:xfrm>
          <a:prstGeom prst="roundRect">
            <a:avLst>
              <a:gd name="adj" fmla="val 10000"/>
            </a:avLst>
          </a:prstGeom>
          <a:solidFill>
            <a:srgbClr val="E8F7FE"/>
          </a:solidFill>
          <a:ln w="12700">
            <a:solidFill>
              <a:srgbClr val="0D9589"/>
            </a:solidFill>
          </a:ln>
        </p:spPr>
        <p:txBody>
          <a:bodyPr wrap="square" lIns="152400" tIns="91440" rIns="152400" bIns="91440" anchor="t"/>
          <a:lstStyle/>
          <a:p>
            <a:pPr algn="l">
              <a:buNone/>
            </a:pPr>
            <a:r>
              <a:rPr lang="en-US" sz="1400" b="1" i="1" noProof="0" dirty="0">
                <a:solidFill>
                  <a:srgbClr val="0D9589"/>
                </a:solidFill>
              </a:rPr>
              <a:t>Cosine Similarity (Vector → Similarity Score)</a:t>
            </a:r>
          </a:p>
          <a:p>
            <a:pPr algn="l">
              <a:buNone/>
            </a:pPr>
            <a:endParaRPr lang="en-US" sz="1200" b="1" noProof="0" dirty="0"/>
          </a:p>
          <a:p>
            <a:pPr algn="l"/>
            <a:r>
              <a:rPr lang="en-US" sz="1300" b="0" noProof="0" dirty="0"/>
              <a:t>Cosine similarity compares two issue vectors and returns a score:</a:t>
            </a:r>
          </a:p>
          <a:p>
            <a:pPr algn="l"/>
            <a:endParaRPr lang="en-US" sz="1300" noProof="0" dirty="0"/>
          </a:p>
          <a:p>
            <a:pPr marL="285750" indent="-285750" algn="l">
              <a:buFont typeface="Arial" panose="020B0604020202020204" pitchFamily="34" charset="0"/>
              <a:buChar char="•"/>
            </a:pPr>
            <a:r>
              <a:rPr lang="en-US" sz="1300" b="1" noProof="0" dirty="0"/>
              <a:t>1.0 </a:t>
            </a:r>
            <a:r>
              <a:rPr lang="en-US" sz="1300" b="0" noProof="0" dirty="0"/>
              <a:t>= very similar issues (same bug/topic)</a:t>
            </a:r>
          </a:p>
          <a:p>
            <a:pPr marL="285750" indent="-285750" algn="l">
              <a:buFont typeface="Arial" panose="020B0604020202020204" pitchFamily="34" charset="0"/>
              <a:buChar char="•"/>
            </a:pPr>
            <a:r>
              <a:rPr lang="en-US" sz="1300" b="1" noProof="0" dirty="0"/>
              <a:t>0.0</a:t>
            </a:r>
            <a:r>
              <a:rPr lang="en-US" sz="1300" b="0" noProof="0" dirty="0"/>
              <a:t> = unrelated issues</a:t>
            </a:r>
          </a:p>
          <a:p>
            <a:pPr algn="l"/>
            <a:endParaRPr lang="en-US" sz="1300" noProof="0" dirty="0"/>
          </a:p>
          <a:p>
            <a:pPr marL="285750" indent="-285750" algn="l">
              <a:buFont typeface="Wingdings" panose="05000000000000000000" pitchFamily="2" charset="2"/>
              <a:buChar char="à"/>
            </a:pPr>
            <a:r>
              <a:rPr lang="en-US" sz="1300" b="0" noProof="0" dirty="0"/>
              <a:t>We keep only links above a tuned threshold (example : </a:t>
            </a:r>
            <a:r>
              <a:rPr lang="en-US" sz="1300" b="1" noProof="0" dirty="0"/>
              <a:t>0.55</a:t>
            </a:r>
            <a:r>
              <a:rPr lang="en-US" sz="1300" b="0" noProof="0" dirty="0"/>
              <a:t>) to avoid noise.</a:t>
            </a:r>
          </a:p>
          <a:p>
            <a:pPr marL="285750" indent="-285750" algn="l">
              <a:buFont typeface="Wingdings" panose="05000000000000000000" pitchFamily="2" charset="2"/>
              <a:buChar char="à"/>
            </a:pPr>
            <a:endParaRPr lang="en-US" sz="1300" i="1" noProof="0" dirty="0"/>
          </a:p>
          <a:p>
            <a:pPr algn="l"/>
            <a:r>
              <a:rPr lang="en-US" sz="1300" b="1" noProof="0" dirty="0">
                <a:solidFill>
                  <a:srgbClr val="0D9589"/>
                </a:solidFill>
              </a:rPr>
              <a:t>Example:</a:t>
            </a:r>
          </a:p>
          <a:p>
            <a:pPr algn="l"/>
            <a:endParaRPr lang="en-US" sz="1300" b="0" noProof="0" dirty="0"/>
          </a:p>
          <a:p>
            <a:pPr marL="285750" indent="-285750" algn="l">
              <a:buFont typeface="Arial" panose="020B0604020202020204" pitchFamily="34" charset="0"/>
              <a:buChar char="•"/>
            </a:pPr>
            <a:r>
              <a:rPr lang="en-US" sz="1300" b="1" noProof="0" dirty="0"/>
              <a:t>Issue A: </a:t>
            </a:r>
            <a:r>
              <a:rPr lang="en-US" sz="1300" b="0" noProof="0" dirty="0"/>
              <a:t>“HAL_UART compile error when UART disabled”</a:t>
            </a:r>
          </a:p>
          <a:p>
            <a:pPr marL="285750" indent="-285750" algn="l">
              <a:buFont typeface="Arial" panose="020B0604020202020204" pitchFamily="34" charset="0"/>
              <a:buChar char="•"/>
            </a:pPr>
            <a:r>
              <a:rPr lang="en-US" sz="1300" b="1" noProof="0" dirty="0"/>
              <a:t>Issue B: </a:t>
            </a:r>
            <a:r>
              <a:rPr lang="en-US" sz="1300" b="0" noProof="0" dirty="0"/>
              <a:t>“USART build fails due to missing UART macro definition”</a:t>
            </a:r>
          </a:p>
          <a:p>
            <a:pPr algn="l"/>
            <a:endParaRPr lang="en-US" sz="1300" noProof="0" dirty="0"/>
          </a:p>
          <a:p>
            <a:r>
              <a:rPr lang="en-US" sz="1300" b="1" noProof="0" dirty="0">
                <a:solidFill>
                  <a:srgbClr val="0D9589"/>
                </a:solidFill>
              </a:rPr>
              <a:t>Result:</a:t>
            </a:r>
            <a:r>
              <a:rPr lang="en-US" sz="1300" noProof="0" dirty="0"/>
              <a:t> </a:t>
            </a:r>
          </a:p>
          <a:p>
            <a:pPr algn="l"/>
            <a:endParaRPr lang="en-US" sz="1300" b="0" noProof="0" dirty="0"/>
          </a:p>
          <a:p>
            <a:pPr algn="l"/>
            <a:r>
              <a:rPr lang="en-US" sz="1300" b="0" noProof="0" dirty="0"/>
              <a:t>Cosine similarity might be 0.72 → they are likely the same topic</a:t>
            </a:r>
            <a:r>
              <a:rPr lang="en-US" sz="1300" b="0" i="1" noProof="0" dirty="0"/>
              <a:t>.</a:t>
            </a:r>
          </a:p>
        </p:txBody>
      </p:sp>
    </p:spTree>
    <p:extLst>
      <p:ext uri="{BB962C8B-B14F-4D97-AF65-F5344CB8AC3E}">
        <p14:creationId xmlns:p14="http://schemas.microsoft.com/office/powerpoint/2010/main" val="11928690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52BC3-FAA1-DA98-BC70-1FA461EDC0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D8B490-164C-9A14-FC64-5A3DD922D5EA}"/>
              </a:ext>
            </a:extLst>
          </p:cNvPr>
          <p:cNvSpPr>
            <a:spLocks noGrp="1"/>
          </p:cNvSpPr>
          <p:nvPr>
            <p:ph type="title"/>
          </p:nvPr>
        </p:nvSpPr>
        <p:spPr>
          <a:xfrm>
            <a:off x="242477" y="-53443"/>
            <a:ext cx="11609159" cy="1247050"/>
          </a:xfrm>
        </p:spPr>
        <p:txBody>
          <a:bodyPr/>
          <a:lstStyle/>
          <a:p>
            <a:r>
              <a:rPr lang="en-US" sz="1800" b="1" noProof="0" dirty="0"/>
              <a:t>The Data Preprocessing Pipeline</a:t>
            </a:r>
            <a:endParaRPr lang="en-US" sz="1800" noProof="0" dirty="0"/>
          </a:p>
        </p:txBody>
      </p:sp>
      <p:sp>
        <p:nvSpPr>
          <p:cNvPr id="56" name="TextBox 55">
            <a:extLst>
              <a:ext uri="{FF2B5EF4-FFF2-40B4-BE49-F238E27FC236}">
                <a16:creationId xmlns:a16="http://schemas.microsoft.com/office/drawing/2014/main" id="{68D6D4C0-C8E2-F8A4-E7D8-467956A19276}"/>
              </a:ext>
            </a:extLst>
          </p:cNvPr>
          <p:cNvSpPr txBox="1"/>
          <p:nvPr/>
        </p:nvSpPr>
        <p:spPr>
          <a:xfrm>
            <a:off x="242477" y="615186"/>
            <a:ext cx="6271666" cy="276999"/>
          </a:xfrm>
          <a:prstGeom prst="rect">
            <a:avLst/>
          </a:prstGeom>
          <a:noFill/>
        </p:spPr>
        <p:txBody>
          <a:bodyPr wrap="square">
            <a:spAutoFit/>
          </a:bodyPr>
          <a:lstStyle/>
          <a:p>
            <a:pPr marL="0" indent="0" algn="l">
              <a:buNone/>
            </a:pPr>
            <a:r>
              <a:rPr lang="en-US" sz="1200" b="1" noProof="0" dirty="0">
                <a:solidFill>
                  <a:srgbClr val="425A78"/>
                </a:solidFill>
              </a:rPr>
              <a:t>8 steps to transform raw data into KB-ready knowledge</a:t>
            </a:r>
          </a:p>
        </p:txBody>
      </p:sp>
      <p:sp>
        <p:nvSpPr>
          <p:cNvPr id="57" name="Text 3">
            <a:extLst>
              <a:ext uri="{FF2B5EF4-FFF2-40B4-BE49-F238E27FC236}">
                <a16:creationId xmlns:a16="http://schemas.microsoft.com/office/drawing/2014/main" id="{51666D77-5C0B-5F4D-BE93-EF1DBA2019AC}"/>
              </a:ext>
            </a:extLst>
          </p:cNvPr>
          <p:cNvSpPr/>
          <p:nvPr/>
        </p:nvSpPr>
        <p:spPr>
          <a:xfrm>
            <a:off x="340364" y="925138"/>
            <a:ext cx="8229600" cy="256032"/>
          </a:xfrm>
          <a:prstGeom prst="rect">
            <a:avLst/>
          </a:prstGeom>
          <a:noFill/>
          <a:ln/>
        </p:spPr>
        <p:txBody>
          <a:bodyPr wrap="square" lIns="0" tIns="0" rIns="0" bIns="0" rtlCol="0" anchor="ctr"/>
          <a:lstStyle/>
          <a:p>
            <a:pPr marL="0" indent="0" algn="l">
              <a:buNone/>
            </a:pPr>
            <a:r>
              <a:rPr lang="en-US" sz="1200" i="1" noProof="0" dirty="0">
                <a:solidFill>
                  <a:srgbClr val="64748B"/>
                </a:solidFill>
              </a:rPr>
              <a:t>Each step is deliberate — nothing is done at random</a:t>
            </a:r>
          </a:p>
        </p:txBody>
      </p:sp>
      <p:sp>
        <p:nvSpPr>
          <p:cNvPr id="58" name="Shape 4">
            <a:extLst>
              <a:ext uri="{FF2B5EF4-FFF2-40B4-BE49-F238E27FC236}">
                <a16:creationId xmlns:a16="http://schemas.microsoft.com/office/drawing/2014/main" id="{467D6F2E-79AE-8D1B-0397-230026266353}"/>
              </a:ext>
            </a:extLst>
          </p:cNvPr>
          <p:cNvSpPr/>
          <p:nvPr/>
        </p:nvSpPr>
        <p:spPr>
          <a:xfrm>
            <a:off x="340364" y="1302803"/>
            <a:ext cx="8229600" cy="22860"/>
          </a:xfrm>
          <a:prstGeom prst="rect">
            <a:avLst/>
          </a:prstGeom>
          <a:solidFill>
            <a:srgbClr val="CBD5E1"/>
          </a:solidFill>
          <a:ln w="12700">
            <a:solidFill>
              <a:srgbClr val="000000"/>
            </a:solidFill>
            <a:prstDash val="solid"/>
          </a:ln>
        </p:spPr>
        <p:txBody>
          <a:bodyPr/>
          <a:lstStyle/>
          <a:p>
            <a:endParaRPr lang="en-US" noProof="0" dirty="0"/>
          </a:p>
        </p:txBody>
      </p:sp>
      <p:pic>
        <p:nvPicPr>
          <p:cNvPr id="53" name="Graphic 52" descr="Back outline">
            <a:extLst>
              <a:ext uri="{FF2B5EF4-FFF2-40B4-BE49-F238E27FC236}">
                <a16:creationId xmlns:a16="http://schemas.microsoft.com/office/drawing/2014/main" id="{D8B3921C-D34A-3347-1F09-74D9B50F1A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20015657" flipH="1" flipV="1">
            <a:off x="5976496" y="4441450"/>
            <a:ext cx="1481109" cy="1481109"/>
          </a:xfrm>
          <a:prstGeom prst="rect">
            <a:avLst/>
          </a:prstGeom>
        </p:spPr>
      </p:pic>
      <p:sp>
        <p:nvSpPr>
          <p:cNvPr id="61" name="Shape 44">
            <a:extLst>
              <a:ext uri="{FF2B5EF4-FFF2-40B4-BE49-F238E27FC236}">
                <a16:creationId xmlns:a16="http://schemas.microsoft.com/office/drawing/2014/main" id="{C10C9E9C-4BDA-7010-E5E8-D90B0AFBC144}"/>
              </a:ext>
            </a:extLst>
          </p:cNvPr>
          <p:cNvSpPr/>
          <p:nvPr/>
        </p:nvSpPr>
        <p:spPr>
          <a:xfrm>
            <a:off x="1605852" y="4418364"/>
            <a:ext cx="4114800" cy="2205157"/>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62" name="Shape 45">
            <a:extLst>
              <a:ext uri="{FF2B5EF4-FFF2-40B4-BE49-F238E27FC236}">
                <a16:creationId xmlns:a16="http://schemas.microsoft.com/office/drawing/2014/main" id="{E24A67C2-D93A-6440-5373-EF43AFAB208F}"/>
              </a:ext>
            </a:extLst>
          </p:cNvPr>
          <p:cNvSpPr/>
          <p:nvPr/>
        </p:nvSpPr>
        <p:spPr>
          <a:xfrm>
            <a:off x="1605852" y="4418365"/>
            <a:ext cx="64008" cy="1810512"/>
          </a:xfrm>
          <a:prstGeom prst="rect">
            <a:avLst/>
          </a:prstGeom>
          <a:solidFill>
            <a:srgbClr val="0D9488"/>
          </a:solidFill>
          <a:ln w="12700">
            <a:solidFill>
              <a:srgbClr val="000000"/>
            </a:solidFill>
            <a:prstDash val="solid"/>
          </a:ln>
        </p:spPr>
        <p:txBody>
          <a:bodyPr/>
          <a:lstStyle/>
          <a:p>
            <a:endParaRPr lang="en-US" noProof="0" dirty="0"/>
          </a:p>
        </p:txBody>
      </p:sp>
      <p:sp>
        <p:nvSpPr>
          <p:cNvPr id="63" name="Text 46">
            <a:extLst>
              <a:ext uri="{FF2B5EF4-FFF2-40B4-BE49-F238E27FC236}">
                <a16:creationId xmlns:a16="http://schemas.microsoft.com/office/drawing/2014/main" id="{C06781DF-394F-E05C-E0F5-3D47F2CC5B9D}"/>
              </a:ext>
            </a:extLst>
          </p:cNvPr>
          <p:cNvSpPr/>
          <p:nvPr/>
        </p:nvSpPr>
        <p:spPr>
          <a:xfrm>
            <a:off x="1807020" y="4509805"/>
            <a:ext cx="3794760" cy="274320"/>
          </a:xfrm>
          <a:prstGeom prst="rect">
            <a:avLst/>
          </a:prstGeom>
          <a:noFill/>
          <a:ln/>
        </p:spPr>
        <p:txBody>
          <a:bodyPr wrap="square" lIns="0" tIns="0" rIns="0" bIns="0" rtlCol="0" anchor="ctr"/>
          <a:lstStyle/>
          <a:p>
            <a:r>
              <a:rPr lang="en-US" sz="1050" b="1" noProof="0" dirty="0">
                <a:solidFill>
                  <a:srgbClr val="0D9488"/>
                </a:solidFill>
              </a:rPr>
              <a:t>❓ </a:t>
            </a:r>
            <a:r>
              <a:rPr lang="en-US" sz="1050" b="1" noProof="0" dirty="0">
                <a:solidFill>
                  <a:srgbClr val="0D9589"/>
                </a:solidFill>
              </a:rPr>
              <a:t>Data Generation Objective</a:t>
            </a:r>
          </a:p>
        </p:txBody>
      </p:sp>
      <p:sp>
        <p:nvSpPr>
          <p:cNvPr id="3" name="Shape 5">
            <a:extLst>
              <a:ext uri="{FF2B5EF4-FFF2-40B4-BE49-F238E27FC236}">
                <a16:creationId xmlns:a16="http://schemas.microsoft.com/office/drawing/2014/main" id="{0D1B30DA-6C34-B9F4-5674-34C580790E81}"/>
              </a:ext>
            </a:extLst>
          </p:cNvPr>
          <p:cNvSpPr/>
          <p:nvPr/>
        </p:nvSpPr>
        <p:spPr>
          <a:xfrm>
            <a:off x="78775" y="1911930"/>
            <a:ext cx="1304782" cy="1981142"/>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4" name="Shape 6">
            <a:extLst>
              <a:ext uri="{FF2B5EF4-FFF2-40B4-BE49-F238E27FC236}">
                <a16:creationId xmlns:a16="http://schemas.microsoft.com/office/drawing/2014/main" id="{C68235DE-203F-A240-5ECD-C26711FF6A30}"/>
              </a:ext>
            </a:extLst>
          </p:cNvPr>
          <p:cNvSpPr/>
          <p:nvPr/>
        </p:nvSpPr>
        <p:spPr>
          <a:xfrm>
            <a:off x="78775" y="1911930"/>
            <a:ext cx="1294372" cy="438912"/>
          </a:xfrm>
          <a:prstGeom prst="rect">
            <a:avLst/>
          </a:prstGeom>
          <a:noFill/>
          <a:ln w="12700">
            <a:solidFill>
              <a:srgbClr val="000000"/>
            </a:solidFill>
            <a:prstDash val="solid"/>
          </a:ln>
        </p:spPr>
        <p:txBody>
          <a:bodyPr/>
          <a:lstStyle/>
          <a:p>
            <a:endParaRPr lang="en-US" noProof="0" dirty="0"/>
          </a:p>
        </p:txBody>
      </p:sp>
      <p:sp>
        <p:nvSpPr>
          <p:cNvPr id="28" name="Text 7">
            <a:extLst>
              <a:ext uri="{FF2B5EF4-FFF2-40B4-BE49-F238E27FC236}">
                <a16:creationId xmlns:a16="http://schemas.microsoft.com/office/drawing/2014/main" id="{C239F798-E9D3-2A88-57B9-82BF2D757183}"/>
              </a:ext>
            </a:extLst>
          </p:cNvPr>
          <p:cNvSpPr/>
          <p:nvPr/>
        </p:nvSpPr>
        <p:spPr>
          <a:xfrm>
            <a:off x="78775" y="1911930"/>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1</a:t>
            </a:r>
            <a:endParaRPr lang="en-US" sz="1400" noProof="0" dirty="0">
              <a:solidFill>
                <a:srgbClr val="0D9488"/>
              </a:solidFill>
            </a:endParaRPr>
          </a:p>
        </p:txBody>
      </p:sp>
      <p:pic>
        <p:nvPicPr>
          <p:cNvPr id="46" name="Image 0" descr="preencoded.png">
            <a:extLst>
              <a:ext uri="{FF2B5EF4-FFF2-40B4-BE49-F238E27FC236}">
                <a16:creationId xmlns:a16="http://schemas.microsoft.com/office/drawing/2014/main" id="{9BB47DCE-6F18-1E73-541C-88C5D9FE37E0}"/>
              </a:ext>
            </a:extLst>
          </p:cNvPr>
          <p:cNvPicPr>
            <a:picLocks noChangeAspect="1"/>
          </p:cNvPicPr>
          <p:nvPr/>
        </p:nvPicPr>
        <p:blipFill>
          <a:blip r:embed="rId4"/>
          <a:stretch>
            <a:fillRect/>
          </a:stretch>
        </p:blipFill>
        <p:spPr>
          <a:xfrm>
            <a:off x="631987" y="1980273"/>
            <a:ext cx="329184" cy="329184"/>
          </a:xfrm>
          <a:prstGeom prst="rect">
            <a:avLst/>
          </a:prstGeom>
        </p:spPr>
      </p:pic>
      <p:sp>
        <p:nvSpPr>
          <p:cNvPr id="47" name="Text 8">
            <a:extLst>
              <a:ext uri="{FF2B5EF4-FFF2-40B4-BE49-F238E27FC236}">
                <a16:creationId xmlns:a16="http://schemas.microsoft.com/office/drawing/2014/main" id="{9FFB9303-DE0C-B97C-5763-A56AF71474CA}"/>
              </a:ext>
            </a:extLst>
          </p:cNvPr>
          <p:cNvSpPr/>
          <p:nvPr/>
        </p:nvSpPr>
        <p:spPr>
          <a:xfrm>
            <a:off x="284515" y="2428469"/>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Ingestion</a:t>
            </a:r>
            <a:endParaRPr lang="en-US" sz="1050" noProof="0" dirty="0"/>
          </a:p>
        </p:txBody>
      </p:sp>
      <p:sp>
        <p:nvSpPr>
          <p:cNvPr id="48" name="Text 9">
            <a:extLst>
              <a:ext uri="{FF2B5EF4-FFF2-40B4-BE49-F238E27FC236}">
                <a16:creationId xmlns:a16="http://schemas.microsoft.com/office/drawing/2014/main" id="{7C14AB4D-F5BD-0922-3303-78E7CC8D84CB}"/>
              </a:ext>
            </a:extLst>
          </p:cNvPr>
          <p:cNvSpPr/>
          <p:nvPr/>
        </p:nvSpPr>
        <p:spPr>
          <a:xfrm>
            <a:off x="242477" y="2880338"/>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Download raw data</a:t>
            </a:r>
            <a:endParaRPr lang="en-US" sz="1000" noProof="0" dirty="0"/>
          </a:p>
          <a:p>
            <a:pPr marL="0" indent="0" algn="ctr">
              <a:buNone/>
            </a:pPr>
            <a:r>
              <a:rPr lang="en-US" sz="1000" noProof="0" dirty="0">
                <a:solidFill>
                  <a:srgbClr val="64748B"/>
                </a:solidFill>
              </a:rPr>
              <a:t>from GitHub</a:t>
            </a:r>
            <a:endParaRPr lang="en-US" sz="1000" noProof="0" dirty="0"/>
          </a:p>
        </p:txBody>
      </p:sp>
      <p:pic>
        <p:nvPicPr>
          <p:cNvPr id="49" name="Image 1" descr="preencoded.png">
            <a:extLst>
              <a:ext uri="{FF2B5EF4-FFF2-40B4-BE49-F238E27FC236}">
                <a16:creationId xmlns:a16="http://schemas.microsoft.com/office/drawing/2014/main" id="{FCF81230-D0CA-31FA-1B72-9FA7B808185F}"/>
              </a:ext>
            </a:extLst>
          </p:cNvPr>
          <p:cNvPicPr>
            <a:picLocks noChangeAspect="1"/>
          </p:cNvPicPr>
          <p:nvPr/>
        </p:nvPicPr>
        <p:blipFill>
          <a:blip r:embed="rId5"/>
          <a:stretch>
            <a:fillRect/>
          </a:stretch>
        </p:blipFill>
        <p:spPr>
          <a:xfrm>
            <a:off x="1538917" y="2952203"/>
            <a:ext cx="237744" cy="237744"/>
          </a:xfrm>
          <a:prstGeom prst="rect">
            <a:avLst/>
          </a:prstGeom>
        </p:spPr>
      </p:pic>
      <p:pic>
        <p:nvPicPr>
          <p:cNvPr id="50" name="Image 3" descr="preencoded.png">
            <a:extLst>
              <a:ext uri="{FF2B5EF4-FFF2-40B4-BE49-F238E27FC236}">
                <a16:creationId xmlns:a16="http://schemas.microsoft.com/office/drawing/2014/main" id="{EA231194-20B3-4446-60CE-003E0B9D741F}"/>
              </a:ext>
            </a:extLst>
          </p:cNvPr>
          <p:cNvPicPr>
            <a:picLocks noChangeAspect="1"/>
          </p:cNvPicPr>
          <p:nvPr/>
        </p:nvPicPr>
        <p:blipFill>
          <a:blip r:embed="rId5"/>
          <a:stretch>
            <a:fillRect/>
          </a:stretch>
        </p:blipFill>
        <p:spPr>
          <a:xfrm>
            <a:off x="3027746" y="2940628"/>
            <a:ext cx="237744" cy="237744"/>
          </a:xfrm>
          <a:prstGeom prst="rect">
            <a:avLst/>
          </a:prstGeom>
        </p:spPr>
      </p:pic>
      <p:sp>
        <p:nvSpPr>
          <p:cNvPr id="51" name="Shape 15">
            <a:extLst>
              <a:ext uri="{FF2B5EF4-FFF2-40B4-BE49-F238E27FC236}">
                <a16:creationId xmlns:a16="http://schemas.microsoft.com/office/drawing/2014/main" id="{107699A7-84F0-FC67-5BEF-28FB52732EE4}"/>
              </a:ext>
            </a:extLst>
          </p:cNvPr>
          <p:cNvSpPr/>
          <p:nvPr/>
        </p:nvSpPr>
        <p:spPr>
          <a:xfrm>
            <a:off x="3057790" y="1907356"/>
            <a:ext cx="1406728" cy="1981141"/>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52" name="Shape 16">
            <a:extLst>
              <a:ext uri="{FF2B5EF4-FFF2-40B4-BE49-F238E27FC236}">
                <a16:creationId xmlns:a16="http://schemas.microsoft.com/office/drawing/2014/main" id="{DB4A0BC2-0B10-5642-37F3-DB2F1D09D246}"/>
              </a:ext>
            </a:extLst>
          </p:cNvPr>
          <p:cNvSpPr/>
          <p:nvPr/>
        </p:nvSpPr>
        <p:spPr>
          <a:xfrm>
            <a:off x="3063655" y="1917937"/>
            <a:ext cx="1410616" cy="438912"/>
          </a:xfrm>
          <a:prstGeom prst="rect">
            <a:avLst/>
          </a:prstGeom>
          <a:noFill/>
          <a:ln w="12700">
            <a:solidFill>
              <a:srgbClr val="000000"/>
            </a:solidFill>
            <a:prstDash val="solid"/>
          </a:ln>
        </p:spPr>
        <p:txBody>
          <a:bodyPr/>
          <a:lstStyle/>
          <a:p>
            <a:endParaRPr lang="en-US" noProof="0" dirty="0"/>
          </a:p>
        </p:txBody>
      </p:sp>
      <p:sp>
        <p:nvSpPr>
          <p:cNvPr id="54" name="Text 17">
            <a:extLst>
              <a:ext uri="{FF2B5EF4-FFF2-40B4-BE49-F238E27FC236}">
                <a16:creationId xmlns:a16="http://schemas.microsoft.com/office/drawing/2014/main" id="{86416929-3F16-8E21-549C-68F286F20B7F}"/>
              </a:ext>
            </a:extLst>
          </p:cNvPr>
          <p:cNvSpPr/>
          <p:nvPr/>
        </p:nvSpPr>
        <p:spPr>
          <a:xfrm>
            <a:off x="3128330" y="1907356"/>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3</a:t>
            </a:r>
            <a:endParaRPr lang="en-US" sz="1400" noProof="0" dirty="0">
              <a:solidFill>
                <a:srgbClr val="0D9488"/>
              </a:solidFill>
            </a:endParaRPr>
          </a:p>
        </p:txBody>
      </p:sp>
      <p:pic>
        <p:nvPicPr>
          <p:cNvPr id="55" name="Image 4" descr="preencoded.png">
            <a:extLst>
              <a:ext uri="{FF2B5EF4-FFF2-40B4-BE49-F238E27FC236}">
                <a16:creationId xmlns:a16="http://schemas.microsoft.com/office/drawing/2014/main" id="{D7A18C78-D4A5-9496-D987-7F334A50504B}"/>
              </a:ext>
            </a:extLst>
          </p:cNvPr>
          <p:cNvPicPr>
            <a:picLocks noChangeAspect="1"/>
          </p:cNvPicPr>
          <p:nvPr/>
        </p:nvPicPr>
        <p:blipFill>
          <a:blip r:embed="rId6"/>
          <a:stretch>
            <a:fillRect/>
          </a:stretch>
        </p:blipFill>
        <p:spPr>
          <a:xfrm>
            <a:off x="3663252" y="1984590"/>
            <a:ext cx="329184" cy="329184"/>
          </a:xfrm>
          <a:prstGeom prst="rect">
            <a:avLst/>
          </a:prstGeom>
        </p:spPr>
      </p:pic>
      <p:sp>
        <p:nvSpPr>
          <p:cNvPr id="59" name="Text 18">
            <a:extLst>
              <a:ext uri="{FF2B5EF4-FFF2-40B4-BE49-F238E27FC236}">
                <a16:creationId xmlns:a16="http://schemas.microsoft.com/office/drawing/2014/main" id="{57336673-9C9C-B42C-DDF6-DF6361E38855}"/>
              </a:ext>
            </a:extLst>
          </p:cNvPr>
          <p:cNvSpPr/>
          <p:nvPr/>
        </p:nvSpPr>
        <p:spPr>
          <a:xfrm>
            <a:off x="3170210" y="2555303"/>
            <a:ext cx="1296898"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Enrichment</a:t>
            </a:r>
          </a:p>
          <a:p>
            <a:pPr marL="0" indent="0" algn="ctr">
              <a:buNone/>
            </a:pPr>
            <a:r>
              <a:rPr lang="en-US" sz="900" b="1" noProof="0" dirty="0">
                <a:solidFill>
                  <a:srgbClr val="0D9488"/>
                </a:solidFill>
              </a:rPr>
              <a:t>(Feature</a:t>
            </a:r>
          </a:p>
          <a:p>
            <a:pPr marL="0" indent="0" algn="ctr">
              <a:buNone/>
            </a:pPr>
            <a:r>
              <a:rPr lang="en-US" sz="900" b="1" noProof="0" dirty="0">
                <a:solidFill>
                  <a:srgbClr val="0D9488"/>
                </a:solidFill>
              </a:rPr>
              <a:t>Engineering)</a:t>
            </a:r>
          </a:p>
        </p:txBody>
      </p:sp>
      <p:sp>
        <p:nvSpPr>
          <p:cNvPr id="60" name="Text 19">
            <a:extLst>
              <a:ext uri="{FF2B5EF4-FFF2-40B4-BE49-F238E27FC236}">
                <a16:creationId xmlns:a16="http://schemas.microsoft.com/office/drawing/2014/main" id="{F2B8DC64-0769-8914-30CC-DA27FC7D06B0}"/>
              </a:ext>
            </a:extLst>
          </p:cNvPr>
          <p:cNvSpPr/>
          <p:nvPr/>
        </p:nvSpPr>
        <p:spPr>
          <a:xfrm>
            <a:off x="3238748" y="2985928"/>
            <a:ext cx="1122027"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Add board, component, layer, severity, </a:t>
            </a:r>
            <a:r>
              <a:rPr lang="en-US" sz="1000" noProof="0" dirty="0" err="1">
                <a:solidFill>
                  <a:srgbClr val="64748B"/>
                </a:solidFill>
              </a:rPr>
              <a:t>issue_kind</a:t>
            </a:r>
            <a:r>
              <a:rPr lang="en-US" sz="1000" noProof="0" dirty="0">
                <a:solidFill>
                  <a:srgbClr val="64748B"/>
                </a:solidFill>
              </a:rPr>
              <a:t>, </a:t>
            </a:r>
            <a:r>
              <a:rPr lang="en-US" sz="1000" noProof="0" dirty="0" err="1">
                <a:solidFill>
                  <a:srgbClr val="64748B"/>
                </a:solidFill>
              </a:rPr>
              <a:t>is_valid</a:t>
            </a:r>
            <a:endParaRPr lang="en-US" sz="1000" noProof="0" dirty="0">
              <a:solidFill>
                <a:srgbClr val="64748B"/>
              </a:solidFill>
            </a:endParaRPr>
          </a:p>
        </p:txBody>
      </p:sp>
      <p:pic>
        <p:nvPicPr>
          <p:cNvPr id="71" name="Image 5" descr="preencoded.png">
            <a:extLst>
              <a:ext uri="{FF2B5EF4-FFF2-40B4-BE49-F238E27FC236}">
                <a16:creationId xmlns:a16="http://schemas.microsoft.com/office/drawing/2014/main" id="{04C8A5E6-2954-A07D-1EFE-8FC523C657E6}"/>
              </a:ext>
            </a:extLst>
          </p:cNvPr>
          <p:cNvPicPr>
            <a:picLocks noChangeAspect="1"/>
          </p:cNvPicPr>
          <p:nvPr/>
        </p:nvPicPr>
        <p:blipFill>
          <a:blip r:embed="rId5"/>
          <a:stretch>
            <a:fillRect/>
          </a:stretch>
        </p:blipFill>
        <p:spPr>
          <a:xfrm>
            <a:off x="4572226" y="2935808"/>
            <a:ext cx="237744" cy="237744"/>
          </a:xfrm>
          <a:prstGeom prst="rect">
            <a:avLst/>
          </a:prstGeom>
        </p:spPr>
      </p:pic>
      <p:sp>
        <p:nvSpPr>
          <p:cNvPr id="72" name="Shape 20">
            <a:extLst>
              <a:ext uri="{FF2B5EF4-FFF2-40B4-BE49-F238E27FC236}">
                <a16:creationId xmlns:a16="http://schemas.microsoft.com/office/drawing/2014/main" id="{BE0B2BB7-A25A-FE74-FA77-D1A206256FB6}"/>
              </a:ext>
            </a:extLst>
          </p:cNvPr>
          <p:cNvSpPr/>
          <p:nvPr/>
        </p:nvSpPr>
        <p:spPr>
          <a:xfrm>
            <a:off x="4659355" y="1917937"/>
            <a:ext cx="1397438" cy="1981141"/>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73" name="Shape 21">
            <a:extLst>
              <a:ext uri="{FF2B5EF4-FFF2-40B4-BE49-F238E27FC236}">
                <a16:creationId xmlns:a16="http://schemas.microsoft.com/office/drawing/2014/main" id="{0F176867-0616-9A6E-844F-57026408284F}"/>
              </a:ext>
            </a:extLst>
          </p:cNvPr>
          <p:cNvSpPr/>
          <p:nvPr/>
        </p:nvSpPr>
        <p:spPr>
          <a:xfrm>
            <a:off x="4672810" y="1902536"/>
            <a:ext cx="1406728" cy="438912"/>
          </a:xfrm>
          <a:prstGeom prst="rect">
            <a:avLst/>
          </a:prstGeom>
          <a:noFill/>
          <a:ln w="12700">
            <a:solidFill>
              <a:srgbClr val="000000"/>
            </a:solidFill>
            <a:prstDash val="solid"/>
          </a:ln>
        </p:spPr>
        <p:txBody>
          <a:bodyPr/>
          <a:lstStyle/>
          <a:p>
            <a:endParaRPr lang="en-US" noProof="0" dirty="0"/>
          </a:p>
        </p:txBody>
      </p:sp>
      <p:sp>
        <p:nvSpPr>
          <p:cNvPr id="74" name="Text 22">
            <a:extLst>
              <a:ext uri="{FF2B5EF4-FFF2-40B4-BE49-F238E27FC236}">
                <a16:creationId xmlns:a16="http://schemas.microsoft.com/office/drawing/2014/main" id="{F779CFF2-90A5-060C-277F-7D031E297EA1}"/>
              </a:ext>
            </a:extLst>
          </p:cNvPr>
          <p:cNvSpPr/>
          <p:nvPr/>
        </p:nvSpPr>
        <p:spPr>
          <a:xfrm>
            <a:off x="4672810" y="1902536"/>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4</a:t>
            </a:r>
            <a:endParaRPr lang="en-US" sz="1400" noProof="0" dirty="0">
              <a:solidFill>
                <a:srgbClr val="0D9488"/>
              </a:solidFill>
            </a:endParaRPr>
          </a:p>
        </p:txBody>
      </p:sp>
      <p:sp>
        <p:nvSpPr>
          <p:cNvPr id="75" name="Text 23">
            <a:extLst>
              <a:ext uri="{FF2B5EF4-FFF2-40B4-BE49-F238E27FC236}">
                <a16:creationId xmlns:a16="http://schemas.microsoft.com/office/drawing/2014/main" id="{B5CD433E-2857-C77B-45F2-9FC59D95D795}"/>
              </a:ext>
            </a:extLst>
          </p:cNvPr>
          <p:cNvSpPr/>
          <p:nvPr/>
        </p:nvSpPr>
        <p:spPr>
          <a:xfrm>
            <a:off x="4859128" y="2426060"/>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Similarity</a:t>
            </a:r>
            <a:endParaRPr lang="en-US" sz="1050" noProof="0" dirty="0"/>
          </a:p>
        </p:txBody>
      </p:sp>
      <p:sp>
        <p:nvSpPr>
          <p:cNvPr id="76" name="Text 24">
            <a:extLst>
              <a:ext uri="{FF2B5EF4-FFF2-40B4-BE49-F238E27FC236}">
                <a16:creationId xmlns:a16="http://schemas.microsoft.com/office/drawing/2014/main" id="{A5B47C19-41D1-5476-CF46-55EFA3F967E5}"/>
              </a:ext>
            </a:extLst>
          </p:cNvPr>
          <p:cNvSpPr/>
          <p:nvPr/>
        </p:nvSpPr>
        <p:spPr>
          <a:xfrm>
            <a:off x="4868609" y="2803280"/>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Link related issues</a:t>
            </a:r>
            <a:endParaRPr lang="en-US" sz="1000" noProof="0" dirty="0"/>
          </a:p>
          <a:p>
            <a:pPr marL="0" indent="0" algn="ctr">
              <a:buNone/>
            </a:pPr>
            <a:r>
              <a:rPr lang="en-US" sz="1000" noProof="0" dirty="0">
                <a:solidFill>
                  <a:srgbClr val="64748B"/>
                </a:solidFill>
              </a:rPr>
              <a:t>describing the same bug</a:t>
            </a:r>
            <a:endParaRPr lang="en-US" sz="1000" noProof="0" dirty="0"/>
          </a:p>
        </p:txBody>
      </p:sp>
      <p:pic>
        <p:nvPicPr>
          <p:cNvPr id="77" name="Image 7" descr="preencoded.png">
            <a:extLst>
              <a:ext uri="{FF2B5EF4-FFF2-40B4-BE49-F238E27FC236}">
                <a16:creationId xmlns:a16="http://schemas.microsoft.com/office/drawing/2014/main" id="{B0D08E0E-CE98-14D3-A0D4-E3C9298E0396}"/>
              </a:ext>
            </a:extLst>
          </p:cNvPr>
          <p:cNvPicPr>
            <a:picLocks noChangeAspect="1"/>
          </p:cNvPicPr>
          <p:nvPr/>
        </p:nvPicPr>
        <p:blipFill>
          <a:blip r:embed="rId5"/>
          <a:stretch>
            <a:fillRect/>
          </a:stretch>
        </p:blipFill>
        <p:spPr>
          <a:xfrm>
            <a:off x="9688869" y="2051597"/>
            <a:ext cx="237744" cy="237744"/>
          </a:xfrm>
          <a:prstGeom prst="rect">
            <a:avLst/>
          </a:prstGeom>
        </p:spPr>
      </p:pic>
      <p:sp>
        <p:nvSpPr>
          <p:cNvPr id="78" name="Shape 25">
            <a:extLst>
              <a:ext uri="{FF2B5EF4-FFF2-40B4-BE49-F238E27FC236}">
                <a16:creationId xmlns:a16="http://schemas.microsoft.com/office/drawing/2014/main" id="{A6825521-F1C8-9531-346C-B4762E75DF92}"/>
              </a:ext>
            </a:extLst>
          </p:cNvPr>
          <p:cNvSpPr/>
          <p:nvPr/>
        </p:nvSpPr>
        <p:spPr>
          <a:xfrm>
            <a:off x="7775728" y="1917938"/>
            <a:ext cx="1397438" cy="1981140"/>
          </a:xfrm>
          <a:prstGeom prst="rect">
            <a:avLst/>
          </a:prstGeom>
          <a:solidFill>
            <a:srgbClr val="FFFFFF"/>
          </a:solidFill>
          <a:ln w="9525">
            <a:no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79" name="Shape 26">
            <a:extLst>
              <a:ext uri="{FF2B5EF4-FFF2-40B4-BE49-F238E27FC236}">
                <a16:creationId xmlns:a16="http://schemas.microsoft.com/office/drawing/2014/main" id="{93C8BBAF-66E2-5B2F-EF40-D3FDC1A5985C}"/>
              </a:ext>
            </a:extLst>
          </p:cNvPr>
          <p:cNvSpPr/>
          <p:nvPr/>
        </p:nvSpPr>
        <p:spPr>
          <a:xfrm>
            <a:off x="7773138" y="1909324"/>
            <a:ext cx="1397438" cy="438912"/>
          </a:xfrm>
          <a:prstGeom prst="rect">
            <a:avLst/>
          </a:prstGeom>
          <a:noFill/>
          <a:ln w="12700">
            <a:solidFill>
              <a:schemeClr val="tx1"/>
            </a:solidFill>
            <a:prstDash val="solid"/>
          </a:ln>
        </p:spPr>
        <p:txBody>
          <a:bodyPr/>
          <a:lstStyle/>
          <a:p>
            <a:endParaRPr lang="en-US" noProof="0" dirty="0"/>
          </a:p>
        </p:txBody>
      </p:sp>
      <p:sp>
        <p:nvSpPr>
          <p:cNvPr id="80" name="Text 27">
            <a:extLst>
              <a:ext uri="{FF2B5EF4-FFF2-40B4-BE49-F238E27FC236}">
                <a16:creationId xmlns:a16="http://schemas.microsoft.com/office/drawing/2014/main" id="{CA084CA1-3E1D-94ED-69C5-DA1B5A3C4FB5}"/>
              </a:ext>
            </a:extLst>
          </p:cNvPr>
          <p:cNvSpPr/>
          <p:nvPr/>
        </p:nvSpPr>
        <p:spPr>
          <a:xfrm>
            <a:off x="7826817" y="1902294"/>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6</a:t>
            </a:r>
            <a:endParaRPr lang="en-US" sz="1400" noProof="0" dirty="0">
              <a:solidFill>
                <a:srgbClr val="0D9488"/>
              </a:solidFill>
            </a:endParaRPr>
          </a:p>
        </p:txBody>
      </p:sp>
      <p:pic>
        <p:nvPicPr>
          <p:cNvPr id="82" name="Image 8" descr="preencoded.png">
            <a:extLst>
              <a:ext uri="{FF2B5EF4-FFF2-40B4-BE49-F238E27FC236}">
                <a16:creationId xmlns:a16="http://schemas.microsoft.com/office/drawing/2014/main" id="{5F45D948-894A-2BD1-2BF9-D6C60BDA15E7}"/>
              </a:ext>
            </a:extLst>
          </p:cNvPr>
          <p:cNvPicPr>
            <a:picLocks noChangeAspect="1"/>
          </p:cNvPicPr>
          <p:nvPr/>
        </p:nvPicPr>
        <p:blipFill>
          <a:blip r:embed="rId7"/>
          <a:stretch>
            <a:fillRect/>
          </a:stretch>
        </p:blipFill>
        <p:spPr>
          <a:xfrm>
            <a:off x="8399763" y="1998795"/>
            <a:ext cx="256032" cy="256032"/>
          </a:xfrm>
          <a:prstGeom prst="rect">
            <a:avLst/>
          </a:prstGeom>
        </p:spPr>
      </p:pic>
      <p:sp>
        <p:nvSpPr>
          <p:cNvPr id="83" name="Text 28">
            <a:extLst>
              <a:ext uri="{FF2B5EF4-FFF2-40B4-BE49-F238E27FC236}">
                <a16:creationId xmlns:a16="http://schemas.microsoft.com/office/drawing/2014/main" id="{9F64EEE8-12E5-1B9B-1C41-6F0EED6F3D57}"/>
              </a:ext>
            </a:extLst>
          </p:cNvPr>
          <p:cNvSpPr/>
          <p:nvPr/>
        </p:nvSpPr>
        <p:spPr>
          <a:xfrm>
            <a:off x="8020872" y="2433179"/>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Chunking</a:t>
            </a:r>
            <a:endParaRPr lang="en-US" sz="1050" noProof="0" dirty="0"/>
          </a:p>
        </p:txBody>
      </p:sp>
      <p:sp>
        <p:nvSpPr>
          <p:cNvPr id="84" name="Text 29">
            <a:extLst>
              <a:ext uri="{FF2B5EF4-FFF2-40B4-BE49-F238E27FC236}">
                <a16:creationId xmlns:a16="http://schemas.microsoft.com/office/drawing/2014/main" id="{D9A26C5F-566B-01B3-83DB-617B7452D32A}"/>
              </a:ext>
            </a:extLst>
          </p:cNvPr>
          <p:cNvSpPr/>
          <p:nvPr/>
        </p:nvSpPr>
        <p:spPr>
          <a:xfrm>
            <a:off x="8009697" y="2758367"/>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Split into chunks</a:t>
            </a:r>
            <a:endParaRPr lang="en-US" sz="1000" noProof="0" dirty="0"/>
          </a:p>
          <a:p>
            <a:pPr marL="0" indent="0" algn="ctr">
              <a:buNone/>
            </a:pPr>
            <a:r>
              <a:rPr lang="en-US" sz="1000" noProof="0" dirty="0">
                <a:solidFill>
                  <a:srgbClr val="64748B"/>
                </a:solidFill>
              </a:rPr>
              <a:t>for the evaluation</a:t>
            </a:r>
            <a:endParaRPr lang="en-US" sz="1000" noProof="0" dirty="0"/>
          </a:p>
        </p:txBody>
      </p:sp>
      <p:pic>
        <p:nvPicPr>
          <p:cNvPr id="86" name="Image 9" descr="preencoded.png">
            <a:extLst>
              <a:ext uri="{FF2B5EF4-FFF2-40B4-BE49-F238E27FC236}">
                <a16:creationId xmlns:a16="http://schemas.microsoft.com/office/drawing/2014/main" id="{1F2E6923-B48F-D7B8-168F-A2261444696A}"/>
              </a:ext>
            </a:extLst>
          </p:cNvPr>
          <p:cNvPicPr>
            <a:picLocks noChangeAspect="1"/>
          </p:cNvPicPr>
          <p:nvPr/>
        </p:nvPicPr>
        <p:blipFill>
          <a:blip r:embed="rId5"/>
          <a:stretch>
            <a:fillRect/>
          </a:stretch>
        </p:blipFill>
        <p:spPr>
          <a:xfrm>
            <a:off x="9244588" y="2956387"/>
            <a:ext cx="237744" cy="237744"/>
          </a:xfrm>
          <a:prstGeom prst="rect">
            <a:avLst/>
          </a:prstGeom>
        </p:spPr>
      </p:pic>
      <p:sp>
        <p:nvSpPr>
          <p:cNvPr id="87" name="Shape 30">
            <a:extLst>
              <a:ext uri="{FF2B5EF4-FFF2-40B4-BE49-F238E27FC236}">
                <a16:creationId xmlns:a16="http://schemas.microsoft.com/office/drawing/2014/main" id="{A480F852-0DC1-3089-20EF-19DE94A9A630}"/>
              </a:ext>
            </a:extLst>
          </p:cNvPr>
          <p:cNvSpPr/>
          <p:nvPr/>
        </p:nvSpPr>
        <p:spPr>
          <a:xfrm>
            <a:off x="9345172" y="1923114"/>
            <a:ext cx="1383932" cy="1981139"/>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88" name="Shape 31">
            <a:extLst>
              <a:ext uri="{FF2B5EF4-FFF2-40B4-BE49-F238E27FC236}">
                <a16:creationId xmlns:a16="http://schemas.microsoft.com/office/drawing/2014/main" id="{C732D915-C9B7-7F50-9931-0F0B436BF462}"/>
              </a:ext>
            </a:extLst>
          </p:cNvPr>
          <p:cNvSpPr/>
          <p:nvPr/>
        </p:nvSpPr>
        <p:spPr>
          <a:xfrm>
            <a:off x="9345172" y="1923115"/>
            <a:ext cx="1397438" cy="438912"/>
          </a:xfrm>
          <a:prstGeom prst="rect">
            <a:avLst/>
          </a:prstGeom>
          <a:noFill/>
          <a:ln w="12700">
            <a:solidFill>
              <a:srgbClr val="000000"/>
            </a:solidFill>
            <a:prstDash val="solid"/>
          </a:ln>
        </p:spPr>
        <p:txBody>
          <a:bodyPr/>
          <a:lstStyle/>
          <a:p>
            <a:endParaRPr lang="en-US" noProof="0" dirty="0"/>
          </a:p>
        </p:txBody>
      </p:sp>
      <p:sp>
        <p:nvSpPr>
          <p:cNvPr id="89" name="Text 32">
            <a:extLst>
              <a:ext uri="{FF2B5EF4-FFF2-40B4-BE49-F238E27FC236}">
                <a16:creationId xmlns:a16="http://schemas.microsoft.com/office/drawing/2014/main" id="{BD7660DA-4A52-521E-9308-72ACB87F2CEF}"/>
              </a:ext>
            </a:extLst>
          </p:cNvPr>
          <p:cNvSpPr/>
          <p:nvPr/>
        </p:nvSpPr>
        <p:spPr>
          <a:xfrm>
            <a:off x="9345172" y="1923115"/>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7</a:t>
            </a:r>
            <a:endParaRPr lang="en-US" sz="1400" noProof="0" dirty="0">
              <a:solidFill>
                <a:srgbClr val="0D9488"/>
              </a:solidFill>
            </a:endParaRPr>
          </a:p>
        </p:txBody>
      </p:sp>
      <p:pic>
        <p:nvPicPr>
          <p:cNvPr id="90" name="Image 10" descr="preencoded.png">
            <a:extLst>
              <a:ext uri="{FF2B5EF4-FFF2-40B4-BE49-F238E27FC236}">
                <a16:creationId xmlns:a16="http://schemas.microsoft.com/office/drawing/2014/main" id="{B422B270-B51B-9B14-4DC3-F71779C37024}"/>
              </a:ext>
            </a:extLst>
          </p:cNvPr>
          <p:cNvPicPr>
            <a:picLocks noChangeAspect="1"/>
          </p:cNvPicPr>
          <p:nvPr/>
        </p:nvPicPr>
        <p:blipFill>
          <a:blip r:embed="rId8"/>
          <a:stretch>
            <a:fillRect/>
          </a:stretch>
        </p:blipFill>
        <p:spPr>
          <a:xfrm>
            <a:off x="9918330" y="2016102"/>
            <a:ext cx="263059" cy="263059"/>
          </a:xfrm>
          <a:prstGeom prst="rect">
            <a:avLst/>
          </a:prstGeom>
        </p:spPr>
      </p:pic>
      <p:sp>
        <p:nvSpPr>
          <p:cNvPr id="91" name="Text 33">
            <a:extLst>
              <a:ext uri="{FF2B5EF4-FFF2-40B4-BE49-F238E27FC236}">
                <a16:creationId xmlns:a16="http://schemas.microsoft.com/office/drawing/2014/main" id="{D2DAA6CC-2D9D-4DAA-1777-B66F2984C810}"/>
              </a:ext>
            </a:extLst>
          </p:cNvPr>
          <p:cNvSpPr/>
          <p:nvPr/>
        </p:nvSpPr>
        <p:spPr>
          <a:xfrm>
            <a:off x="9540971" y="2501265"/>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Evaluation</a:t>
            </a:r>
          </a:p>
          <a:p>
            <a:pPr algn="ctr"/>
            <a:r>
              <a:rPr lang="en-US" sz="900" b="1" noProof="0" dirty="0">
                <a:solidFill>
                  <a:srgbClr val="1B2A3B"/>
                </a:solidFill>
              </a:rPr>
              <a:t>(</a:t>
            </a:r>
            <a:r>
              <a:rPr lang="en-US" sz="900" b="1" noProof="0" dirty="0">
                <a:solidFill>
                  <a:srgbClr val="0D9488"/>
                </a:solidFill>
              </a:rPr>
              <a:t>Benchmark</a:t>
            </a:r>
            <a:r>
              <a:rPr lang="en-US" sz="900" b="1" noProof="0" dirty="0"/>
              <a:t>)</a:t>
            </a:r>
          </a:p>
        </p:txBody>
      </p:sp>
      <p:sp>
        <p:nvSpPr>
          <p:cNvPr id="92" name="Text 34">
            <a:extLst>
              <a:ext uri="{FF2B5EF4-FFF2-40B4-BE49-F238E27FC236}">
                <a16:creationId xmlns:a16="http://schemas.microsoft.com/office/drawing/2014/main" id="{E119277C-3314-B888-A272-4E38D98D39EA}"/>
              </a:ext>
            </a:extLst>
          </p:cNvPr>
          <p:cNvSpPr/>
          <p:nvPr/>
        </p:nvSpPr>
        <p:spPr>
          <a:xfrm>
            <a:off x="9559974" y="3022473"/>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Test with 50</a:t>
            </a:r>
            <a:endParaRPr lang="en-US" sz="1000" noProof="0" dirty="0"/>
          </a:p>
          <a:p>
            <a:pPr marL="0" indent="0" algn="ctr">
              <a:buNone/>
            </a:pPr>
            <a:r>
              <a:rPr lang="en-US" sz="1000" noProof="0" dirty="0">
                <a:solidFill>
                  <a:srgbClr val="64748B"/>
                </a:solidFill>
              </a:rPr>
              <a:t>questions of reference</a:t>
            </a:r>
          </a:p>
          <a:p>
            <a:pPr marL="0" indent="0" algn="ctr">
              <a:buNone/>
            </a:pPr>
            <a:endParaRPr lang="en-US" sz="1000" noProof="0" dirty="0"/>
          </a:p>
          <a:p>
            <a:pPr marL="0" indent="0" algn="ctr">
              <a:buNone/>
            </a:pPr>
            <a:endParaRPr lang="en-US" sz="1000" noProof="0" dirty="0"/>
          </a:p>
        </p:txBody>
      </p:sp>
      <p:pic>
        <p:nvPicPr>
          <p:cNvPr id="93" name="Image 11" descr="preencoded.png">
            <a:extLst>
              <a:ext uri="{FF2B5EF4-FFF2-40B4-BE49-F238E27FC236}">
                <a16:creationId xmlns:a16="http://schemas.microsoft.com/office/drawing/2014/main" id="{C33EDFA9-2ED2-8CF3-C16F-24E32C94A600}"/>
              </a:ext>
            </a:extLst>
          </p:cNvPr>
          <p:cNvPicPr>
            <a:picLocks noChangeAspect="1"/>
          </p:cNvPicPr>
          <p:nvPr/>
        </p:nvPicPr>
        <p:blipFill>
          <a:blip r:embed="rId5"/>
          <a:stretch>
            <a:fillRect/>
          </a:stretch>
        </p:blipFill>
        <p:spPr>
          <a:xfrm>
            <a:off x="10488172" y="2956387"/>
            <a:ext cx="237744" cy="237744"/>
          </a:xfrm>
          <a:prstGeom prst="rect">
            <a:avLst/>
          </a:prstGeom>
        </p:spPr>
      </p:pic>
      <p:sp>
        <p:nvSpPr>
          <p:cNvPr id="94" name="Shape 35">
            <a:extLst>
              <a:ext uri="{FF2B5EF4-FFF2-40B4-BE49-F238E27FC236}">
                <a16:creationId xmlns:a16="http://schemas.microsoft.com/office/drawing/2014/main" id="{B43F24DA-F0C1-18CC-2F03-F93B14EE40E5}"/>
              </a:ext>
            </a:extLst>
          </p:cNvPr>
          <p:cNvSpPr/>
          <p:nvPr/>
        </p:nvSpPr>
        <p:spPr>
          <a:xfrm>
            <a:off x="10892102" y="1918542"/>
            <a:ext cx="1218608" cy="1990773"/>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95" name="Shape 36">
            <a:extLst>
              <a:ext uri="{FF2B5EF4-FFF2-40B4-BE49-F238E27FC236}">
                <a16:creationId xmlns:a16="http://schemas.microsoft.com/office/drawing/2014/main" id="{0A20B649-4E0E-1DE9-4134-037C8F4F765C}"/>
              </a:ext>
            </a:extLst>
          </p:cNvPr>
          <p:cNvSpPr/>
          <p:nvPr/>
        </p:nvSpPr>
        <p:spPr>
          <a:xfrm>
            <a:off x="10892102" y="1918543"/>
            <a:ext cx="1218607" cy="438912"/>
          </a:xfrm>
          <a:prstGeom prst="rect">
            <a:avLst/>
          </a:prstGeom>
          <a:noFill/>
          <a:ln w="12700">
            <a:solidFill>
              <a:srgbClr val="000000"/>
            </a:solidFill>
            <a:prstDash val="solid"/>
          </a:ln>
        </p:spPr>
        <p:txBody>
          <a:bodyPr/>
          <a:lstStyle/>
          <a:p>
            <a:endParaRPr lang="en-US" noProof="0" dirty="0"/>
          </a:p>
        </p:txBody>
      </p:sp>
      <p:sp>
        <p:nvSpPr>
          <p:cNvPr id="96" name="Text 37">
            <a:extLst>
              <a:ext uri="{FF2B5EF4-FFF2-40B4-BE49-F238E27FC236}">
                <a16:creationId xmlns:a16="http://schemas.microsoft.com/office/drawing/2014/main" id="{C5F23D3F-5794-A84C-DEC4-193B5597B2A9}"/>
              </a:ext>
            </a:extLst>
          </p:cNvPr>
          <p:cNvSpPr/>
          <p:nvPr/>
        </p:nvSpPr>
        <p:spPr>
          <a:xfrm>
            <a:off x="10892102" y="1918543"/>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8</a:t>
            </a:r>
            <a:endParaRPr lang="en-US" sz="1400" noProof="0" dirty="0">
              <a:solidFill>
                <a:srgbClr val="0D9488"/>
              </a:solidFill>
            </a:endParaRPr>
          </a:p>
        </p:txBody>
      </p:sp>
      <p:pic>
        <p:nvPicPr>
          <p:cNvPr id="97" name="Image 12" descr="preencoded.png">
            <a:extLst>
              <a:ext uri="{FF2B5EF4-FFF2-40B4-BE49-F238E27FC236}">
                <a16:creationId xmlns:a16="http://schemas.microsoft.com/office/drawing/2014/main" id="{B2ABBAFF-3C2D-8770-C91B-7545BB2D779E}"/>
              </a:ext>
            </a:extLst>
          </p:cNvPr>
          <p:cNvPicPr>
            <a:picLocks noChangeAspect="1"/>
          </p:cNvPicPr>
          <p:nvPr/>
        </p:nvPicPr>
        <p:blipFill>
          <a:blip r:embed="rId9"/>
          <a:stretch>
            <a:fillRect/>
          </a:stretch>
        </p:blipFill>
        <p:spPr>
          <a:xfrm>
            <a:off x="11374469" y="2003612"/>
            <a:ext cx="288037" cy="288037"/>
          </a:xfrm>
          <a:prstGeom prst="rect">
            <a:avLst/>
          </a:prstGeom>
        </p:spPr>
      </p:pic>
      <p:sp>
        <p:nvSpPr>
          <p:cNvPr id="98" name="Text 38">
            <a:extLst>
              <a:ext uri="{FF2B5EF4-FFF2-40B4-BE49-F238E27FC236}">
                <a16:creationId xmlns:a16="http://schemas.microsoft.com/office/drawing/2014/main" id="{9C5182C5-9988-2FCA-7F4C-3DA6562199E4}"/>
              </a:ext>
            </a:extLst>
          </p:cNvPr>
          <p:cNvSpPr/>
          <p:nvPr/>
        </p:nvSpPr>
        <p:spPr>
          <a:xfrm>
            <a:off x="10829688" y="2537692"/>
            <a:ext cx="1218607"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Delivery</a:t>
            </a:r>
            <a:endParaRPr lang="en-US" sz="800" b="1" noProof="0" dirty="0">
              <a:solidFill>
                <a:srgbClr val="1B2A3B"/>
              </a:solidFill>
            </a:endParaRPr>
          </a:p>
          <a:p>
            <a:pPr marL="0" indent="0" algn="ctr">
              <a:buNone/>
            </a:pPr>
            <a:endParaRPr lang="en-US" sz="1050" b="1" noProof="0" dirty="0">
              <a:solidFill>
                <a:srgbClr val="1B2A3B"/>
              </a:solidFill>
            </a:endParaRPr>
          </a:p>
        </p:txBody>
      </p:sp>
      <p:sp>
        <p:nvSpPr>
          <p:cNvPr id="99" name="Text 39">
            <a:extLst>
              <a:ext uri="{FF2B5EF4-FFF2-40B4-BE49-F238E27FC236}">
                <a16:creationId xmlns:a16="http://schemas.microsoft.com/office/drawing/2014/main" id="{57A91BD0-B89E-0A44-8E08-97076200D687}"/>
              </a:ext>
            </a:extLst>
          </p:cNvPr>
          <p:cNvSpPr/>
          <p:nvPr/>
        </p:nvSpPr>
        <p:spPr>
          <a:xfrm>
            <a:off x="10991092" y="2880338"/>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Deliver JSON</a:t>
            </a:r>
            <a:endParaRPr lang="en-US" sz="1000" noProof="0" dirty="0"/>
          </a:p>
          <a:p>
            <a:pPr marL="0" indent="0" algn="ctr">
              <a:buNone/>
            </a:pPr>
            <a:r>
              <a:rPr lang="en-US" sz="1000" noProof="0" dirty="0">
                <a:solidFill>
                  <a:srgbClr val="64748B"/>
                </a:solidFill>
              </a:rPr>
              <a:t>format ST-ready</a:t>
            </a:r>
            <a:endParaRPr lang="en-US" sz="1000" noProof="0" dirty="0"/>
          </a:p>
        </p:txBody>
      </p:sp>
      <p:pic>
        <p:nvPicPr>
          <p:cNvPr id="100" name="Graphic 99" descr="Dice with solid fill">
            <a:extLst>
              <a:ext uri="{FF2B5EF4-FFF2-40B4-BE49-F238E27FC236}">
                <a16:creationId xmlns:a16="http://schemas.microsoft.com/office/drawing/2014/main" id="{3C32B025-785C-CDD9-654F-0923785A651D}"/>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164991" y="1929967"/>
            <a:ext cx="402338" cy="402338"/>
          </a:xfrm>
          <a:prstGeom prst="rect">
            <a:avLst/>
          </a:prstGeom>
        </p:spPr>
      </p:pic>
      <p:sp>
        <p:nvSpPr>
          <p:cNvPr id="101" name="Shape 20">
            <a:extLst>
              <a:ext uri="{FF2B5EF4-FFF2-40B4-BE49-F238E27FC236}">
                <a16:creationId xmlns:a16="http://schemas.microsoft.com/office/drawing/2014/main" id="{6CA95043-1E97-2B20-FBDE-2442E29DE824}"/>
              </a:ext>
            </a:extLst>
          </p:cNvPr>
          <p:cNvSpPr/>
          <p:nvPr/>
        </p:nvSpPr>
        <p:spPr>
          <a:xfrm>
            <a:off x="6215312" y="1911930"/>
            <a:ext cx="1410673" cy="1981141"/>
          </a:xfrm>
          <a:prstGeom prst="rect">
            <a:avLst/>
          </a:prstGeom>
          <a:solidFill>
            <a:srgbClr val="FFFFFF"/>
          </a:solidFill>
          <a:ln w="9525">
            <a:solidFill>
              <a:srgbClr val="C0000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02" name="Shape 21">
            <a:extLst>
              <a:ext uri="{FF2B5EF4-FFF2-40B4-BE49-F238E27FC236}">
                <a16:creationId xmlns:a16="http://schemas.microsoft.com/office/drawing/2014/main" id="{D7F25817-94E4-B28A-01EF-850B22E16A8B}"/>
              </a:ext>
            </a:extLst>
          </p:cNvPr>
          <p:cNvSpPr/>
          <p:nvPr/>
        </p:nvSpPr>
        <p:spPr>
          <a:xfrm>
            <a:off x="6215312" y="1907356"/>
            <a:ext cx="1411952" cy="438912"/>
          </a:xfrm>
          <a:prstGeom prst="rect">
            <a:avLst/>
          </a:prstGeom>
          <a:noFill/>
          <a:ln w="12700">
            <a:solidFill>
              <a:srgbClr val="C00000"/>
            </a:solidFill>
            <a:prstDash val="solid"/>
          </a:ln>
        </p:spPr>
        <p:txBody>
          <a:bodyPr/>
          <a:lstStyle/>
          <a:p>
            <a:endParaRPr lang="en-US" noProof="0" dirty="0"/>
          </a:p>
        </p:txBody>
      </p:sp>
      <p:sp>
        <p:nvSpPr>
          <p:cNvPr id="103" name="Text 22">
            <a:extLst>
              <a:ext uri="{FF2B5EF4-FFF2-40B4-BE49-F238E27FC236}">
                <a16:creationId xmlns:a16="http://schemas.microsoft.com/office/drawing/2014/main" id="{1CE23C72-7B0B-21F0-2884-2426C4A353BA}"/>
              </a:ext>
            </a:extLst>
          </p:cNvPr>
          <p:cNvSpPr/>
          <p:nvPr/>
        </p:nvSpPr>
        <p:spPr>
          <a:xfrm>
            <a:off x="6289954" y="1907356"/>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5</a:t>
            </a:r>
            <a:endParaRPr lang="en-US" sz="1400" noProof="0" dirty="0">
              <a:solidFill>
                <a:srgbClr val="0D9488"/>
              </a:solidFill>
            </a:endParaRPr>
          </a:p>
        </p:txBody>
      </p:sp>
      <p:sp>
        <p:nvSpPr>
          <p:cNvPr id="104" name="Text 23">
            <a:extLst>
              <a:ext uri="{FF2B5EF4-FFF2-40B4-BE49-F238E27FC236}">
                <a16:creationId xmlns:a16="http://schemas.microsoft.com/office/drawing/2014/main" id="{36230F75-784D-1EE1-B33B-EFECE1E93203}"/>
              </a:ext>
            </a:extLst>
          </p:cNvPr>
          <p:cNvSpPr/>
          <p:nvPr/>
        </p:nvSpPr>
        <p:spPr>
          <a:xfrm>
            <a:off x="6413215" y="2433179"/>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Data Generation</a:t>
            </a:r>
            <a:endParaRPr lang="en-US" sz="1050" noProof="0" dirty="0"/>
          </a:p>
        </p:txBody>
      </p:sp>
      <p:sp>
        <p:nvSpPr>
          <p:cNvPr id="105" name="Text 24">
            <a:extLst>
              <a:ext uri="{FF2B5EF4-FFF2-40B4-BE49-F238E27FC236}">
                <a16:creationId xmlns:a16="http://schemas.microsoft.com/office/drawing/2014/main" id="{8EFE7FC3-A1AC-7CAA-7A10-4DC5F59880FF}"/>
              </a:ext>
            </a:extLst>
          </p:cNvPr>
          <p:cNvSpPr/>
          <p:nvPr/>
        </p:nvSpPr>
        <p:spPr>
          <a:xfrm>
            <a:off x="6414934" y="2895611"/>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A post-processing stage that turns prepared data into actionable support artifacts</a:t>
            </a:r>
            <a:endParaRPr lang="en-US" sz="1000" noProof="0" dirty="0"/>
          </a:p>
        </p:txBody>
      </p:sp>
      <p:pic>
        <p:nvPicPr>
          <p:cNvPr id="106" name="Graphic 105" descr="Database with solid fill">
            <a:extLst>
              <a:ext uri="{FF2B5EF4-FFF2-40B4-BE49-F238E27FC236}">
                <a16:creationId xmlns:a16="http://schemas.microsoft.com/office/drawing/2014/main" id="{E16CC43A-C6DE-96F1-1CD4-99334A8421A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793537" y="1931676"/>
            <a:ext cx="390272" cy="390272"/>
          </a:xfrm>
          <a:prstGeom prst="rect">
            <a:avLst/>
          </a:prstGeom>
        </p:spPr>
      </p:pic>
      <p:cxnSp>
        <p:nvCxnSpPr>
          <p:cNvPr id="107" name="Straight Arrow Connector 106">
            <a:extLst>
              <a:ext uri="{FF2B5EF4-FFF2-40B4-BE49-F238E27FC236}">
                <a16:creationId xmlns:a16="http://schemas.microsoft.com/office/drawing/2014/main" id="{4D7D847E-EE57-4412-8966-5308B8731D35}"/>
              </a:ext>
            </a:extLst>
          </p:cNvPr>
          <p:cNvCxnSpPr>
            <a:stCxn id="51" idx="3"/>
            <a:endCxn id="72" idx="1"/>
          </p:cNvCxnSpPr>
          <p:nvPr/>
        </p:nvCxnSpPr>
        <p:spPr>
          <a:xfrm>
            <a:off x="4464518" y="2897927"/>
            <a:ext cx="194837" cy="10581"/>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651E1A1E-CDDC-0294-5D79-EF76CA2C224B}"/>
              </a:ext>
            </a:extLst>
          </p:cNvPr>
          <p:cNvCxnSpPr>
            <a:cxnSpLocks/>
            <a:stCxn id="72" idx="3"/>
            <a:endCxn id="101" idx="1"/>
          </p:cNvCxnSpPr>
          <p:nvPr/>
        </p:nvCxnSpPr>
        <p:spPr>
          <a:xfrm flipV="1">
            <a:off x="6056793" y="2902501"/>
            <a:ext cx="158519" cy="6007"/>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09" name="Connector: Elbow 108">
            <a:extLst>
              <a:ext uri="{FF2B5EF4-FFF2-40B4-BE49-F238E27FC236}">
                <a16:creationId xmlns:a16="http://schemas.microsoft.com/office/drawing/2014/main" id="{FD965102-CB09-368B-C720-FD7EACE0CA2B}"/>
              </a:ext>
            </a:extLst>
          </p:cNvPr>
          <p:cNvCxnSpPr>
            <a:cxnSpLocks/>
            <a:stCxn id="101" idx="3"/>
            <a:endCxn id="78" idx="1"/>
          </p:cNvCxnSpPr>
          <p:nvPr/>
        </p:nvCxnSpPr>
        <p:spPr>
          <a:xfrm>
            <a:off x="7625985" y="2902501"/>
            <a:ext cx="149743" cy="6007"/>
          </a:xfrm>
          <a:prstGeom prst="bentConnector3">
            <a:avLst>
              <a:gd name="adj1" fmla="val 50000"/>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34A91013-6792-11AE-57CB-1536C5CBCB9A}"/>
              </a:ext>
            </a:extLst>
          </p:cNvPr>
          <p:cNvCxnSpPr>
            <a:stCxn id="78" idx="3"/>
            <a:endCxn id="87" idx="1"/>
          </p:cNvCxnSpPr>
          <p:nvPr/>
        </p:nvCxnSpPr>
        <p:spPr>
          <a:xfrm>
            <a:off x="9173166" y="2908508"/>
            <a:ext cx="172006" cy="5176"/>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5095D242-3A84-C3BF-326B-46B9EA751134}"/>
              </a:ext>
            </a:extLst>
          </p:cNvPr>
          <p:cNvCxnSpPr>
            <a:cxnSpLocks/>
            <a:stCxn id="87" idx="3"/>
            <a:endCxn id="94" idx="1"/>
          </p:cNvCxnSpPr>
          <p:nvPr/>
        </p:nvCxnSpPr>
        <p:spPr>
          <a:xfrm>
            <a:off x="10729104" y="2913684"/>
            <a:ext cx="162998" cy="245"/>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pic>
        <p:nvPicPr>
          <p:cNvPr id="112" name="Image 1" descr="preencoded.png">
            <a:extLst>
              <a:ext uri="{FF2B5EF4-FFF2-40B4-BE49-F238E27FC236}">
                <a16:creationId xmlns:a16="http://schemas.microsoft.com/office/drawing/2014/main" id="{C551FE3D-CA0D-F605-668D-3D47725E318C}"/>
              </a:ext>
            </a:extLst>
          </p:cNvPr>
          <p:cNvPicPr>
            <a:picLocks noChangeAspect="1"/>
          </p:cNvPicPr>
          <p:nvPr/>
        </p:nvPicPr>
        <p:blipFill>
          <a:blip r:embed="rId5"/>
          <a:stretch>
            <a:fillRect/>
          </a:stretch>
        </p:blipFill>
        <p:spPr>
          <a:xfrm>
            <a:off x="1535658" y="2964948"/>
            <a:ext cx="237744" cy="237744"/>
          </a:xfrm>
          <a:prstGeom prst="rect">
            <a:avLst/>
          </a:prstGeom>
        </p:spPr>
      </p:pic>
      <p:sp>
        <p:nvSpPr>
          <p:cNvPr id="113" name="Shape 10">
            <a:extLst>
              <a:ext uri="{FF2B5EF4-FFF2-40B4-BE49-F238E27FC236}">
                <a16:creationId xmlns:a16="http://schemas.microsoft.com/office/drawing/2014/main" id="{B6A7885A-E224-15B9-C99D-F92DAEB88F78}"/>
              </a:ext>
            </a:extLst>
          </p:cNvPr>
          <p:cNvSpPr/>
          <p:nvPr/>
        </p:nvSpPr>
        <p:spPr>
          <a:xfrm>
            <a:off x="1519175" y="1909324"/>
            <a:ext cx="1412748" cy="1974140"/>
          </a:xfrm>
          <a:prstGeom prst="rect">
            <a:avLst/>
          </a:prstGeom>
          <a:solidFill>
            <a:srgbClr val="FFFFFF"/>
          </a:solidFill>
          <a:ln w="9525">
            <a:no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14" name="Shape 11">
            <a:extLst>
              <a:ext uri="{FF2B5EF4-FFF2-40B4-BE49-F238E27FC236}">
                <a16:creationId xmlns:a16="http://schemas.microsoft.com/office/drawing/2014/main" id="{7A60AE56-0F01-B466-3E5C-37316716CA5B}"/>
              </a:ext>
            </a:extLst>
          </p:cNvPr>
          <p:cNvSpPr/>
          <p:nvPr/>
        </p:nvSpPr>
        <p:spPr>
          <a:xfrm>
            <a:off x="1519175" y="1909324"/>
            <a:ext cx="1412748" cy="438912"/>
          </a:xfrm>
          <a:prstGeom prst="rect">
            <a:avLst/>
          </a:prstGeom>
          <a:noFill/>
          <a:ln w="12700">
            <a:solidFill>
              <a:schemeClr val="tx1"/>
            </a:solidFill>
            <a:prstDash val="solid"/>
          </a:ln>
        </p:spPr>
        <p:txBody>
          <a:bodyPr/>
          <a:lstStyle/>
          <a:p>
            <a:endParaRPr lang="en-US" noProof="0" dirty="0"/>
          </a:p>
        </p:txBody>
      </p:sp>
      <p:sp>
        <p:nvSpPr>
          <p:cNvPr id="115" name="Text 12">
            <a:extLst>
              <a:ext uri="{FF2B5EF4-FFF2-40B4-BE49-F238E27FC236}">
                <a16:creationId xmlns:a16="http://schemas.microsoft.com/office/drawing/2014/main" id="{3B1A67FA-71D9-740F-BAFF-F0DC4136B16E}"/>
              </a:ext>
            </a:extLst>
          </p:cNvPr>
          <p:cNvSpPr/>
          <p:nvPr/>
        </p:nvSpPr>
        <p:spPr>
          <a:xfrm>
            <a:off x="1519175" y="1909324"/>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2</a:t>
            </a:r>
            <a:endParaRPr lang="en-US" sz="1400" noProof="0" dirty="0">
              <a:solidFill>
                <a:srgbClr val="0D9488"/>
              </a:solidFill>
            </a:endParaRPr>
          </a:p>
        </p:txBody>
      </p:sp>
      <p:sp>
        <p:nvSpPr>
          <p:cNvPr id="116" name="Text 13">
            <a:extLst>
              <a:ext uri="{FF2B5EF4-FFF2-40B4-BE49-F238E27FC236}">
                <a16:creationId xmlns:a16="http://schemas.microsoft.com/office/drawing/2014/main" id="{81571D12-DE37-1C4E-60D9-1C148BB95BBD}"/>
              </a:ext>
            </a:extLst>
          </p:cNvPr>
          <p:cNvSpPr/>
          <p:nvPr/>
        </p:nvSpPr>
        <p:spPr>
          <a:xfrm>
            <a:off x="1725252" y="2391388"/>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Cleaning</a:t>
            </a:r>
            <a:endParaRPr lang="en-US" sz="1050" noProof="0" dirty="0"/>
          </a:p>
        </p:txBody>
      </p:sp>
      <p:sp>
        <p:nvSpPr>
          <p:cNvPr id="117" name="Text 14">
            <a:extLst>
              <a:ext uri="{FF2B5EF4-FFF2-40B4-BE49-F238E27FC236}">
                <a16:creationId xmlns:a16="http://schemas.microsoft.com/office/drawing/2014/main" id="{489D95D6-D670-ACDE-AB33-A477AFF9EC59}"/>
              </a:ext>
            </a:extLst>
          </p:cNvPr>
          <p:cNvSpPr/>
          <p:nvPr/>
        </p:nvSpPr>
        <p:spPr>
          <a:xfrm>
            <a:off x="1683767" y="2770923"/>
            <a:ext cx="1176327"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Clean:</a:t>
            </a:r>
          </a:p>
          <a:p>
            <a:pPr marL="0" indent="0" algn="ctr">
              <a:buNone/>
            </a:pPr>
            <a:r>
              <a:rPr lang="en-US" sz="1000" noProof="0" dirty="0">
                <a:solidFill>
                  <a:srgbClr val="64748B"/>
                </a:solidFill>
              </a:rPr>
              <a:t>remove HTML,</a:t>
            </a:r>
            <a:endParaRPr lang="en-US" sz="1000" noProof="0" dirty="0"/>
          </a:p>
          <a:p>
            <a:pPr marL="0" indent="0" algn="ctr">
              <a:buNone/>
            </a:pPr>
            <a:r>
              <a:rPr lang="en-US" sz="1000" noProof="0" dirty="0">
                <a:solidFill>
                  <a:srgbClr val="64748B"/>
                </a:solidFill>
              </a:rPr>
              <a:t>Noisy text</a:t>
            </a:r>
            <a:endParaRPr lang="en-US" sz="1000" noProof="0" dirty="0"/>
          </a:p>
        </p:txBody>
      </p:sp>
      <p:pic>
        <p:nvPicPr>
          <p:cNvPr id="118" name="Graphic 117" descr="Eraser with solid fill">
            <a:extLst>
              <a:ext uri="{FF2B5EF4-FFF2-40B4-BE49-F238E27FC236}">
                <a16:creationId xmlns:a16="http://schemas.microsoft.com/office/drawing/2014/main" id="{3F320AC1-6EF0-759B-C962-52E10E4CE82C}"/>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2063309" y="1974984"/>
            <a:ext cx="329184" cy="329184"/>
          </a:xfrm>
          <a:prstGeom prst="rect">
            <a:avLst/>
          </a:prstGeom>
        </p:spPr>
      </p:pic>
      <p:cxnSp>
        <p:nvCxnSpPr>
          <p:cNvPr id="119" name="Straight Arrow Connector 118">
            <a:extLst>
              <a:ext uri="{FF2B5EF4-FFF2-40B4-BE49-F238E27FC236}">
                <a16:creationId xmlns:a16="http://schemas.microsoft.com/office/drawing/2014/main" id="{0E443017-877F-96BE-39C5-8F97A89CC158}"/>
              </a:ext>
            </a:extLst>
          </p:cNvPr>
          <p:cNvCxnSpPr>
            <a:stCxn id="3" idx="3"/>
            <a:endCxn id="113" idx="1"/>
          </p:cNvCxnSpPr>
          <p:nvPr/>
        </p:nvCxnSpPr>
        <p:spPr>
          <a:xfrm flipV="1">
            <a:off x="1383557" y="2896394"/>
            <a:ext cx="135618" cy="6107"/>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14BA1EB2-B48A-2299-B0FB-EBD2A4875659}"/>
              </a:ext>
            </a:extLst>
          </p:cNvPr>
          <p:cNvCxnSpPr>
            <a:stCxn id="113" idx="3"/>
            <a:endCxn id="51" idx="1"/>
          </p:cNvCxnSpPr>
          <p:nvPr/>
        </p:nvCxnSpPr>
        <p:spPr>
          <a:xfrm>
            <a:off x="2931923" y="2896394"/>
            <a:ext cx="125867" cy="1533"/>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777E0D6E-79C9-FED4-AC2E-0F9187BE4592}"/>
              </a:ext>
            </a:extLst>
          </p:cNvPr>
          <p:cNvSpPr>
            <a:spLocks noGrp="1"/>
          </p:cNvSpPr>
          <p:nvPr>
            <p:ph type="sldNum" sz="quarter" idx="12"/>
          </p:nvPr>
        </p:nvSpPr>
        <p:spPr/>
        <p:txBody>
          <a:bodyPr/>
          <a:lstStyle/>
          <a:p>
            <a:fld id="{40A7B169-58CE-4E65-B1F9-ACF9E46440C2}" type="slidenum">
              <a:rPr lang="en-US" noProof="0" smtClean="0"/>
              <a:t>42</a:t>
            </a:fld>
            <a:endParaRPr lang="en-US" noProof="0" dirty="0"/>
          </a:p>
        </p:txBody>
      </p:sp>
      <p:sp>
        <p:nvSpPr>
          <p:cNvPr id="6" name="TextBox 5">
            <a:extLst>
              <a:ext uri="{FF2B5EF4-FFF2-40B4-BE49-F238E27FC236}">
                <a16:creationId xmlns:a16="http://schemas.microsoft.com/office/drawing/2014/main" id="{320362A1-1F90-5563-D7CE-3A810FB96323}"/>
              </a:ext>
            </a:extLst>
          </p:cNvPr>
          <p:cNvSpPr txBox="1"/>
          <p:nvPr/>
        </p:nvSpPr>
        <p:spPr>
          <a:xfrm>
            <a:off x="1711865" y="4825115"/>
            <a:ext cx="3794760" cy="1679627"/>
          </a:xfrm>
          <a:prstGeom prst="rect">
            <a:avLst/>
          </a:prstGeom>
          <a:noFill/>
        </p:spPr>
        <p:txBody>
          <a:bodyPr wrap="square">
            <a:spAutoFit/>
          </a:bodyPr>
          <a:lstStyle/>
          <a:p>
            <a:r>
              <a:rPr lang="en-US" sz="1000" b="1" i="0" noProof="0" dirty="0">
                <a:effectLst/>
              </a:rPr>
              <a:t>Data Generation </a:t>
            </a:r>
            <a:r>
              <a:rPr lang="en-US" sz="1000" b="0" i="0" noProof="0" dirty="0">
                <a:effectLst/>
              </a:rPr>
              <a:t>is the key step that turns processed data into useful knowledge, so the assistant can find the right answer.</a:t>
            </a:r>
          </a:p>
          <a:p>
            <a:endParaRPr lang="en-US" sz="1000" b="0" i="0" noProof="0" dirty="0">
              <a:effectLst/>
            </a:endParaRPr>
          </a:p>
          <a:p>
            <a:pPr marL="171450" indent="-171450">
              <a:lnSpc>
                <a:spcPct val="150000"/>
              </a:lnSpc>
              <a:buFont typeface="Arial" panose="020B0604020202020204" pitchFamily="34" charset="0"/>
              <a:buChar char="•"/>
            </a:pPr>
            <a:r>
              <a:rPr lang="en-US" sz="1000" b="1" i="0" noProof="0" dirty="0">
                <a:solidFill>
                  <a:srgbClr val="0D9589"/>
                </a:solidFill>
                <a:effectLst/>
              </a:rPr>
              <a:t>Resolver Cases : </a:t>
            </a:r>
            <a:r>
              <a:rPr lang="en-US" sz="1000" b="0" i="0" noProof="0" dirty="0">
                <a:effectLst/>
              </a:rPr>
              <a:t>they connect issues to likely fixes (PRs/commits), so the assistant can suggest concrete solutions.</a:t>
            </a:r>
          </a:p>
          <a:p>
            <a:pPr marL="171450" indent="-171450">
              <a:lnSpc>
                <a:spcPct val="150000"/>
              </a:lnSpc>
              <a:buFont typeface="Arial" panose="020B0604020202020204" pitchFamily="34" charset="0"/>
              <a:buChar char="•"/>
            </a:pPr>
            <a:r>
              <a:rPr lang="en-US" sz="1000" b="1" i="0" noProof="0" dirty="0">
                <a:solidFill>
                  <a:srgbClr val="0D9589"/>
                </a:solidFill>
                <a:effectLst/>
              </a:rPr>
              <a:t>Diagnostic Cards </a:t>
            </a:r>
            <a:r>
              <a:rPr lang="en-US" sz="1000" b="0" i="0" noProof="0" dirty="0">
                <a:effectLst/>
              </a:rPr>
              <a:t>:they provide clear checks and questions, so the assistant can guide troubleshooting quickly.</a:t>
            </a:r>
            <a:endParaRPr lang="en-US" sz="1000" noProof="0" dirty="0"/>
          </a:p>
        </p:txBody>
      </p:sp>
    </p:spTree>
    <p:extLst>
      <p:ext uri="{BB962C8B-B14F-4D97-AF65-F5344CB8AC3E}">
        <p14:creationId xmlns:p14="http://schemas.microsoft.com/office/powerpoint/2010/main" val="22397821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686CA-7F64-DBC0-4A76-4FB4DB948421}"/>
            </a:ext>
          </a:extLst>
        </p:cNvPr>
        <p:cNvGrpSpPr/>
        <p:nvPr/>
      </p:nvGrpSpPr>
      <p:grpSpPr>
        <a:xfrm>
          <a:off x="0" y="0"/>
          <a:ext cx="0" cy="0"/>
          <a:chOff x="0" y="0"/>
          <a:chExt cx="0" cy="0"/>
        </a:xfrm>
      </p:grpSpPr>
      <p:sp>
        <p:nvSpPr>
          <p:cNvPr id="30" name="Rectangle: Rounded Corners 29">
            <a:extLst>
              <a:ext uri="{FF2B5EF4-FFF2-40B4-BE49-F238E27FC236}">
                <a16:creationId xmlns:a16="http://schemas.microsoft.com/office/drawing/2014/main" id="{8F9817C7-D47B-09E2-931C-6CF39BB3B516}"/>
              </a:ext>
            </a:extLst>
          </p:cNvPr>
          <p:cNvSpPr/>
          <p:nvPr/>
        </p:nvSpPr>
        <p:spPr>
          <a:xfrm>
            <a:off x="3342555" y="3843074"/>
            <a:ext cx="2795944" cy="756937"/>
          </a:xfrm>
          <a:prstGeom prst="roundRect">
            <a:avLst/>
          </a:prstGeom>
          <a:solidFill>
            <a:srgbClr val="BAE6FD"/>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sp>
        <p:nvSpPr>
          <p:cNvPr id="2" name="Title 1">
            <a:extLst>
              <a:ext uri="{FF2B5EF4-FFF2-40B4-BE49-F238E27FC236}">
                <a16:creationId xmlns:a16="http://schemas.microsoft.com/office/drawing/2014/main" id="{36D732B6-40CF-1084-AABC-9DDA3C0BC1EC}"/>
              </a:ext>
            </a:extLst>
          </p:cNvPr>
          <p:cNvSpPr>
            <a:spLocks noGrp="1"/>
          </p:cNvSpPr>
          <p:nvPr>
            <p:ph type="title"/>
          </p:nvPr>
        </p:nvSpPr>
        <p:spPr>
          <a:xfrm>
            <a:off x="291420" y="-186378"/>
            <a:ext cx="11609159" cy="1247050"/>
          </a:xfrm>
        </p:spPr>
        <p:txBody>
          <a:bodyPr/>
          <a:lstStyle/>
          <a:p>
            <a:r>
              <a:rPr lang="en-US" sz="1800" b="1" noProof="0" dirty="0">
                <a:latin typeface="+mn-lt"/>
              </a:rPr>
              <a:t>Pipeline: Data Generation</a:t>
            </a:r>
            <a:endParaRPr lang="en-US" sz="1800" noProof="0" dirty="0">
              <a:latin typeface="+mn-lt"/>
            </a:endParaRPr>
          </a:p>
        </p:txBody>
      </p:sp>
      <p:sp>
        <p:nvSpPr>
          <p:cNvPr id="58" name="Shape 4">
            <a:extLst>
              <a:ext uri="{FF2B5EF4-FFF2-40B4-BE49-F238E27FC236}">
                <a16:creationId xmlns:a16="http://schemas.microsoft.com/office/drawing/2014/main" id="{93847B43-1423-C959-9A9B-3C9D27C79145}"/>
              </a:ext>
            </a:extLst>
          </p:cNvPr>
          <p:cNvSpPr/>
          <p:nvPr/>
        </p:nvSpPr>
        <p:spPr>
          <a:xfrm>
            <a:off x="507888" y="870034"/>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5" name="TextBox 4">
            <a:extLst>
              <a:ext uri="{FF2B5EF4-FFF2-40B4-BE49-F238E27FC236}">
                <a16:creationId xmlns:a16="http://schemas.microsoft.com/office/drawing/2014/main" id="{5B372DB9-C1C5-6596-E246-E5C5C37830F2}"/>
              </a:ext>
            </a:extLst>
          </p:cNvPr>
          <p:cNvSpPr txBox="1"/>
          <p:nvPr/>
        </p:nvSpPr>
        <p:spPr>
          <a:xfrm>
            <a:off x="4724143" y="2310965"/>
            <a:ext cx="2828711" cy="369332"/>
          </a:xfrm>
          <a:prstGeom prst="rect">
            <a:avLst/>
          </a:prstGeom>
          <a:noFill/>
        </p:spPr>
        <p:txBody>
          <a:bodyPr wrap="square">
            <a:spAutoFit/>
          </a:bodyPr>
          <a:lstStyle/>
          <a:p>
            <a:pPr algn="ctr"/>
            <a:r>
              <a:rPr lang="en-US" b="1" noProof="0" dirty="0">
                <a:solidFill>
                  <a:srgbClr val="0D9589"/>
                </a:solidFill>
              </a:rPr>
              <a:t>Data Generation</a:t>
            </a:r>
            <a:endParaRPr lang="en-US" noProof="0" dirty="0">
              <a:solidFill>
                <a:srgbClr val="0D9589"/>
              </a:solidFill>
            </a:endParaRPr>
          </a:p>
        </p:txBody>
      </p:sp>
      <p:sp>
        <p:nvSpPr>
          <p:cNvPr id="106" name="TextBox 105">
            <a:extLst>
              <a:ext uri="{FF2B5EF4-FFF2-40B4-BE49-F238E27FC236}">
                <a16:creationId xmlns:a16="http://schemas.microsoft.com/office/drawing/2014/main" id="{C97F4583-60A6-27BC-8AAF-44ED6DC7ECCC}"/>
              </a:ext>
            </a:extLst>
          </p:cNvPr>
          <p:cNvSpPr txBox="1"/>
          <p:nvPr/>
        </p:nvSpPr>
        <p:spPr>
          <a:xfrm>
            <a:off x="507888" y="1160983"/>
            <a:ext cx="8484780" cy="273665"/>
          </a:xfrm>
          <a:prstGeom prst="rect">
            <a:avLst/>
          </a:prstGeom>
          <a:noFill/>
        </p:spPr>
        <p:txBody>
          <a:bodyPr wrap="square">
            <a:spAutoFit/>
          </a:bodyPr>
          <a:lstStyle/>
          <a:p>
            <a:pPr>
              <a:lnSpc>
                <a:spcPts val="1425"/>
              </a:lnSpc>
              <a:buNone/>
            </a:pPr>
            <a:r>
              <a:rPr lang="en-US" sz="1600" b="0" noProof="0" dirty="0">
                <a:solidFill>
                  <a:schemeClr val="accent1"/>
                </a:solidFill>
                <a:effectLst/>
              </a:rPr>
              <a:t> </a:t>
            </a:r>
            <a:r>
              <a:rPr lang="en-US" sz="1600" b="1" noProof="0" dirty="0">
                <a:solidFill>
                  <a:srgbClr val="0D9589"/>
                </a:solidFill>
                <a:effectLst/>
              </a:rPr>
              <a:t>Goal: </a:t>
            </a:r>
            <a:r>
              <a:rPr lang="en-US" sz="1600" b="0" noProof="0" dirty="0">
                <a:solidFill>
                  <a:schemeClr val="accent1"/>
                </a:solidFill>
                <a:effectLst/>
              </a:rPr>
              <a:t>generate support reasoning content from prepared evidence.</a:t>
            </a:r>
          </a:p>
        </p:txBody>
      </p:sp>
      <p:sp>
        <p:nvSpPr>
          <p:cNvPr id="4" name="Slide Number Placeholder 3">
            <a:extLst>
              <a:ext uri="{FF2B5EF4-FFF2-40B4-BE49-F238E27FC236}">
                <a16:creationId xmlns:a16="http://schemas.microsoft.com/office/drawing/2014/main" id="{105E453C-D67F-50B4-7169-5B44ACD88036}"/>
              </a:ext>
            </a:extLst>
          </p:cNvPr>
          <p:cNvSpPr>
            <a:spLocks noGrp="1"/>
          </p:cNvSpPr>
          <p:nvPr>
            <p:ph type="sldNum" sz="quarter" idx="12"/>
          </p:nvPr>
        </p:nvSpPr>
        <p:spPr/>
        <p:txBody>
          <a:bodyPr/>
          <a:lstStyle/>
          <a:p>
            <a:fld id="{40A7B169-58CE-4E65-B1F9-ACF9E46440C2}" type="slidenum">
              <a:rPr lang="en-US" noProof="0" smtClean="0"/>
              <a:t>43</a:t>
            </a:fld>
            <a:endParaRPr lang="en-US" noProof="0" dirty="0"/>
          </a:p>
        </p:txBody>
      </p:sp>
      <p:sp>
        <p:nvSpPr>
          <p:cNvPr id="20" name="Rectangle 19">
            <a:extLst>
              <a:ext uri="{FF2B5EF4-FFF2-40B4-BE49-F238E27FC236}">
                <a16:creationId xmlns:a16="http://schemas.microsoft.com/office/drawing/2014/main" id="{31349D1D-E36C-4007-CC0D-92AE8D1C2CD4}"/>
              </a:ext>
            </a:extLst>
          </p:cNvPr>
          <p:cNvSpPr/>
          <p:nvPr/>
        </p:nvSpPr>
        <p:spPr>
          <a:xfrm>
            <a:off x="3112675" y="2294933"/>
            <a:ext cx="6041959" cy="2574767"/>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sp>
        <p:nvSpPr>
          <p:cNvPr id="24" name="TextBox 23">
            <a:extLst>
              <a:ext uri="{FF2B5EF4-FFF2-40B4-BE49-F238E27FC236}">
                <a16:creationId xmlns:a16="http://schemas.microsoft.com/office/drawing/2014/main" id="{7C5B4782-59D6-3236-A586-3F25FD00E498}"/>
              </a:ext>
            </a:extLst>
          </p:cNvPr>
          <p:cNvSpPr txBox="1"/>
          <p:nvPr/>
        </p:nvSpPr>
        <p:spPr>
          <a:xfrm>
            <a:off x="4016632" y="3944246"/>
            <a:ext cx="1569005" cy="430887"/>
          </a:xfrm>
          <a:prstGeom prst="rect">
            <a:avLst/>
          </a:prstGeom>
          <a:noFill/>
        </p:spPr>
        <p:txBody>
          <a:bodyPr wrap="square">
            <a:spAutoFit/>
          </a:bodyPr>
          <a:lstStyle/>
          <a:p>
            <a:r>
              <a:rPr lang="en-US" sz="1100" noProof="0" dirty="0"/>
              <a:t>Build Resolver Cases</a:t>
            </a:r>
            <a:br>
              <a:rPr lang="en-US" sz="1100" noProof="0" dirty="0"/>
            </a:br>
            <a:endParaRPr lang="en-US" sz="1100" noProof="0" dirty="0"/>
          </a:p>
        </p:txBody>
      </p:sp>
      <p:sp>
        <p:nvSpPr>
          <p:cNvPr id="26" name="TextBox 25">
            <a:extLst>
              <a:ext uri="{FF2B5EF4-FFF2-40B4-BE49-F238E27FC236}">
                <a16:creationId xmlns:a16="http://schemas.microsoft.com/office/drawing/2014/main" id="{97BFEDE9-6A7B-6670-6A3A-D45D7F59C6AA}"/>
              </a:ext>
            </a:extLst>
          </p:cNvPr>
          <p:cNvSpPr txBox="1"/>
          <p:nvPr/>
        </p:nvSpPr>
        <p:spPr>
          <a:xfrm>
            <a:off x="4071124" y="4189124"/>
            <a:ext cx="8261496" cy="276999"/>
          </a:xfrm>
          <a:prstGeom prst="rect">
            <a:avLst/>
          </a:prstGeom>
          <a:noFill/>
        </p:spPr>
        <p:txBody>
          <a:bodyPr wrap="square">
            <a:spAutoFit/>
          </a:bodyPr>
          <a:lstStyle/>
          <a:p>
            <a:r>
              <a:rPr lang="en-US" sz="1200" baseline="-25000" noProof="0" dirty="0"/>
              <a:t>Link issues to fix evidence</a:t>
            </a:r>
            <a:endParaRPr lang="en-US" sz="1200" noProof="0" dirty="0"/>
          </a:p>
        </p:txBody>
      </p:sp>
      <p:sp>
        <p:nvSpPr>
          <p:cNvPr id="27" name="Rectangle: Rounded Corners 26">
            <a:extLst>
              <a:ext uri="{FF2B5EF4-FFF2-40B4-BE49-F238E27FC236}">
                <a16:creationId xmlns:a16="http://schemas.microsoft.com/office/drawing/2014/main" id="{4BC43A7F-4828-5982-99AC-CF12B4643539}"/>
              </a:ext>
            </a:extLst>
          </p:cNvPr>
          <p:cNvSpPr/>
          <p:nvPr/>
        </p:nvSpPr>
        <p:spPr>
          <a:xfrm>
            <a:off x="6138500" y="2992178"/>
            <a:ext cx="2795944" cy="756937"/>
          </a:xfrm>
          <a:prstGeom prst="roundRect">
            <a:avLst/>
          </a:prstGeom>
          <a:solidFill>
            <a:srgbClr val="BAE6FD"/>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sp>
        <p:nvSpPr>
          <p:cNvPr id="28" name="TextBox 27">
            <a:extLst>
              <a:ext uri="{FF2B5EF4-FFF2-40B4-BE49-F238E27FC236}">
                <a16:creationId xmlns:a16="http://schemas.microsoft.com/office/drawing/2014/main" id="{B1F3FA80-B3C4-7BFD-30BB-4AD8613F7BAB}"/>
              </a:ext>
            </a:extLst>
          </p:cNvPr>
          <p:cNvSpPr txBox="1"/>
          <p:nvPr/>
        </p:nvSpPr>
        <p:spPr>
          <a:xfrm>
            <a:off x="6742140" y="3071350"/>
            <a:ext cx="1835888" cy="261610"/>
          </a:xfrm>
          <a:prstGeom prst="rect">
            <a:avLst/>
          </a:prstGeom>
          <a:noFill/>
        </p:spPr>
        <p:txBody>
          <a:bodyPr wrap="square">
            <a:spAutoFit/>
          </a:bodyPr>
          <a:lstStyle/>
          <a:p>
            <a:r>
              <a:rPr lang="en-US" sz="1100" noProof="0" dirty="0"/>
              <a:t>Build Diagnostic Cards</a:t>
            </a:r>
          </a:p>
        </p:txBody>
      </p:sp>
      <p:sp>
        <p:nvSpPr>
          <p:cNvPr id="29" name="TextBox 28">
            <a:extLst>
              <a:ext uri="{FF2B5EF4-FFF2-40B4-BE49-F238E27FC236}">
                <a16:creationId xmlns:a16="http://schemas.microsoft.com/office/drawing/2014/main" id="{B0E6F674-F621-6560-0F12-57930E68C03E}"/>
              </a:ext>
            </a:extLst>
          </p:cNvPr>
          <p:cNvSpPr txBox="1"/>
          <p:nvPr/>
        </p:nvSpPr>
        <p:spPr>
          <a:xfrm>
            <a:off x="6138499" y="3319782"/>
            <a:ext cx="3041660" cy="276999"/>
          </a:xfrm>
          <a:prstGeom prst="rect">
            <a:avLst/>
          </a:prstGeom>
          <a:noFill/>
        </p:spPr>
        <p:txBody>
          <a:bodyPr wrap="square">
            <a:spAutoFit/>
          </a:bodyPr>
          <a:lstStyle/>
          <a:p>
            <a:r>
              <a:rPr lang="en-US" sz="1200" baseline="-25000" noProof="0" dirty="0"/>
              <a:t>Turn issue context and resolver knowledge into guidance</a:t>
            </a:r>
            <a:endParaRPr lang="en-US" sz="1200" noProof="0" dirty="0"/>
          </a:p>
        </p:txBody>
      </p:sp>
      <p:sp>
        <p:nvSpPr>
          <p:cNvPr id="31" name="Rectangle 30">
            <a:extLst>
              <a:ext uri="{FF2B5EF4-FFF2-40B4-BE49-F238E27FC236}">
                <a16:creationId xmlns:a16="http://schemas.microsoft.com/office/drawing/2014/main" id="{D1BD575B-D0BB-016B-3D2C-EDE49C65137A}"/>
              </a:ext>
            </a:extLst>
          </p:cNvPr>
          <p:cNvSpPr/>
          <p:nvPr/>
        </p:nvSpPr>
        <p:spPr>
          <a:xfrm>
            <a:off x="507888" y="3385720"/>
            <a:ext cx="1556574" cy="632328"/>
          </a:xfrm>
          <a:prstGeom prst="rect">
            <a:avLst/>
          </a:prstGeom>
          <a:solidFill>
            <a:srgbClr val="F4FE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sp>
        <p:nvSpPr>
          <p:cNvPr id="11" name="Text 14">
            <a:extLst>
              <a:ext uri="{FF2B5EF4-FFF2-40B4-BE49-F238E27FC236}">
                <a16:creationId xmlns:a16="http://schemas.microsoft.com/office/drawing/2014/main" id="{015D9655-2132-8AD3-BE30-B868EF9C81C1}"/>
              </a:ext>
            </a:extLst>
          </p:cNvPr>
          <p:cNvSpPr/>
          <p:nvPr/>
        </p:nvSpPr>
        <p:spPr>
          <a:xfrm>
            <a:off x="688593" y="3455766"/>
            <a:ext cx="2560320" cy="237744"/>
          </a:xfrm>
          <a:prstGeom prst="rect">
            <a:avLst/>
          </a:prstGeom>
          <a:noFill/>
          <a:ln/>
        </p:spPr>
        <p:txBody>
          <a:bodyPr wrap="square" lIns="0" tIns="0" rIns="0" bIns="0" rtlCol="0" anchor="ctr"/>
          <a:lstStyle/>
          <a:p>
            <a:pPr marL="0" indent="0">
              <a:buNone/>
            </a:pPr>
            <a:r>
              <a:rPr lang="en-US" sz="1200" b="1" noProof="0" dirty="0">
                <a:solidFill>
                  <a:srgbClr val="0D9488"/>
                </a:solidFill>
              </a:rPr>
              <a:t>Technical Files</a:t>
            </a:r>
            <a:endParaRPr lang="en-US" sz="1200" noProof="0" dirty="0">
              <a:solidFill>
                <a:srgbClr val="0D9488"/>
              </a:solidFill>
            </a:endParaRPr>
          </a:p>
        </p:txBody>
      </p:sp>
      <p:sp>
        <p:nvSpPr>
          <p:cNvPr id="32" name="Rectangle 31">
            <a:extLst>
              <a:ext uri="{FF2B5EF4-FFF2-40B4-BE49-F238E27FC236}">
                <a16:creationId xmlns:a16="http://schemas.microsoft.com/office/drawing/2014/main" id="{BF58ED68-1046-B85C-C59A-810CE1FBCA80}"/>
              </a:ext>
            </a:extLst>
          </p:cNvPr>
          <p:cNvSpPr/>
          <p:nvPr/>
        </p:nvSpPr>
        <p:spPr>
          <a:xfrm>
            <a:off x="507888" y="4324076"/>
            <a:ext cx="1556574" cy="632328"/>
          </a:xfrm>
          <a:prstGeom prst="rect">
            <a:avLst/>
          </a:prstGeom>
          <a:solidFill>
            <a:srgbClr val="F4FE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sp>
        <p:nvSpPr>
          <p:cNvPr id="53" name="TextBox 52">
            <a:extLst>
              <a:ext uri="{FF2B5EF4-FFF2-40B4-BE49-F238E27FC236}">
                <a16:creationId xmlns:a16="http://schemas.microsoft.com/office/drawing/2014/main" id="{31268E7E-EA2B-B7F8-0238-01E6A64E18DB}"/>
              </a:ext>
            </a:extLst>
          </p:cNvPr>
          <p:cNvSpPr txBox="1"/>
          <p:nvPr/>
        </p:nvSpPr>
        <p:spPr>
          <a:xfrm>
            <a:off x="517986" y="4438204"/>
            <a:ext cx="2303242" cy="261610"/>
          </a:xfrm>
          <a:prstGeom prst="rect">
            <a:avLst/>
          </a:prstGeom>
          <a:noFill/>
        </p:spPr>
        <p:txBody>
          <a:bodyPr wrap="square">
            <a:spAutoFit/>
          </a:bodyPr>
          <a:lstStyle/>
          <a:p>
            <a:pPr marL="0" indent="0">
              <a:buNone/>
            </a:pPr>
            <a:r>
              <a:rPr lang="en-US" sz="1100" b="1" noProof="0" dirty="0">
                <a:solidFill>
                  <a:srgbClr val="0D9488"/>
                </a:solidFill>
              </a:rPr>
              <a:t>PRs &amp; Commit Links</a:t>
            </a:r>
            <a:endParaRPr lang="en-US" sz="1100" noProof="0" dirty="0">
              <a:solidFill>
                <a:srgbClr val="0D9488"/>
              </a:solidFill>
            </a:endParaRPr>
          </a:p>
        </p:txBody>
      </p:sp>
      <p:sp>
        <p:nvSpPr>
          <p:cNvPr id="34" name="Rectangle 33">
            <a:extLst>
              <a:ext uri="{FF2B5EF4-FFF2-40B4-BE49-F238E27FC236}">
                <a16:creationId xmlns:a16="http://schemas.microsoft.com/office/drawing/2014/main" id="{D60037BC-3795-F0DC-B9B4-52596500C700}"/>
              </a:ext>
            </a:extLst>
          </p:cNvPr>
          <p:cNvSpPr/>
          <p:nvPr/>
        </p:nvSpPr>
        <p:spPr>
          <a:xfrm>
            <a:off x="4106107" y="5198759"/>
            <a:ext cx="1556574" cy="632328"/>
          </a:xfrm>
          <a:prstGeom prst="rect">
            <a:avLst/>
          </a:prstGeom>
          <a:solidFill>
            <a:srgbClr val="F4FE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sp>
        <p:nvSpPr>
          <p:cNvPr id="7" name="Text 7">
            <a:extLst>
              <a:ext uri="{FF2B5EF4-FFF2-40B4-BE49-F238E27FC236}">
                <a16:creationId xmlns:a16="http://schemas.microsoft.com/office/drawing/2014/main" id="{F72B0806-7A3F-0D61-6115-DCC62DD8891B}"/>
              </a:ext>
            </a:extLst>
          </p:cNvPr>
          <p:cNvSpPr/>
          <p:nvPr/>
        </p:nvSpPr>
        <p:spPr>
          <a:xfrm>
            <a:off x="4638922" y="5272440"/>
            <a:ext cx="490944" cy="237744"/>
          </a:xfrm>
          <a:prstGeom prst="rect">
            <a:avLst/>
          </a:prstGeom>
          <a:noFill/>
          <a:ln/>
        </p:spPr>
        <p:txBody>
          <a:bodyPr wrap="square" lIns="0" tIns="0" rIns="0" bIns="0" rtlCol="0" anchor="ctr"/>
          <a:lstStyle/>
          <a:p>
            <a:pPr marL="0" indent="0">
              <a:buNone/>
            </a:pPr>
            <a:r>
              <a:rPr lang="en-US" sz="1200" b="1" noProof="0" dirty="0">
                <a:solidFill>
                  <a:srgbClr val="0D9589"/>
                </a:solidFill>
              </a:rPr>
              <a:t>Issues</a:t>
            </a:r>
            <a:endParaRPr lang="en-US" sz="1200" noProof="0" dirty="0">
              <a:solidFill>
                <a:srgbClr val="0D9589"/>
              </a:solidFill>
            </a:endParaRPr>
          </a:p>
        </p:txBody>
      </p:sp>
      <p:sp>
        <p:nvSpPr>
          <p:cNvPr id="37" name="TextBox 36">
            <a:extLst>
              <a:ext uri="{FF2B5EF4-FFF2-40B4-BE49-F238E27FC236}">
                <a16:creationId xmlns:a16="http://schemas.microsoft.com/office/drawing/2014/main" id="{BD8072A5-1467-411A-5F74-DA763AA4B6F2}"/>
              </a:ext>
            </a:extLst>
          </p:cNvPr>
          <p:cNvSpPr txBox="1"/>
          <p:nvPr/>
        </p:nvSpPr>
        <p:spPr>
          <a:xfrm>
            <a:off x="715089" y="3625056"/>
            <a:ext cx="6341468" cy="276999"/>
          </a:xfrm>
          <a:prstGeom prst="rect">
            <a:avLst/>
          </a:prstGeom>
          <a:noFill/>
        </p:spPr>
        <p:txBody>
          <a:bodyPr wrap="square">
            <a:spAutoFit/>
          </a:bodyPr>
          <a:lstStyle/>
          <a:p>
            <a:r>
              <a:rPr lang="en-US" sz="1200" baseline="-25000" noProof="0" dirty="0"/>
              <a:t>Technical reference</a:t>
            </a:r>
            <a:endParaRPr lang="en-US" sz="1200" noProof="0" dirty="0"/>
          </a:p>
        </p:txBody>
      </p:sp>
      <p:sp>
        <p:nvSpPr>
          <p:cNvPr id="41" name="TextBox 40">
            <a:extLst>
              <a:ext uri="{FF2B5EF4-FFF2-40B4-BE49-F238E27FC236}">
                <a16:creationId xmlns:a16="http://schemas.microsoft.com/office/drawing/2014/main" id="{555A0792-4809-0B39-5F15-8783257D62DA}"/>
              </a:ext>
            </a:extLst>
          </p:cNvPr>
          <p:cNvSpPr txBox="1"/>
          <p:nvPr/>
        </p:nvSpPr>
        <p:spPr>
          <a:xfrm>
            <a:off x="888633" y="4640273"/>
            <a:ext cx="815280" cy="215444"/>
          </a:xfrm>
          <a:prstGeom prst="rect">
            <a:avLst/>
          </a:prstGeom>
          <a:noFill/>
        </p:spPr>
        <p:txBody>
          <a:bodyPr wrap="square">
            <a:spAutoFit/>
          </a:bodyPr>
          <a:lstStyle/>
          <a:p>
            <a:r>
              <a:rPr lang="en-US" sz="1200" baseline="-25000" noProof="0" dirty="0"/>
              <a:t>Fix evidence</a:t>
            </a:r>
          </a:p>
        </p:txBody>
      </p:sp>
      <p:sp>
        <p:nvSpPr>
          <p:cNvPr id="43" name="TextBox 42">
            <a:extLst>
              <a:ext uri="{FF2B5EF4-FFF2-40B4-BE49-F238E27FC236}">
                <a16:creationId xmlns:a16="http://schemas.microsoft.com/office/drawing/2014/main" id="{3F6B8555-0ACA-F35E-931D-E8D6FBA68C67}"/>
              </a:ext>
            </a:extLst>
          </p:cNvPr>
          <p:cNvSpPr txBox="1"/>
          <p:nvPr/>
        </p:nvSpPr>
        <p:spPr>
          <a:xfrm>
            <a:off x="4444681" y="5445644"/>
            <a:ext cx="1092756" cy="276999"/>
          </a:xfrm>
          <a:prstGeom prst="rect">
            <a:avLst/>
          </a:prstGeom>
          <a:noFill/>
        </p:spPr>
        <p:txBody>
          <a:bodyPr wrap="square">
            <a:spAutoFit/>
          </a:bodyPr>
          <a:lstStyle/>
          <a:p>
            <a:pPr>
              <a:buNone/>
            </a:pPr>
            <a:r>
              <a:rPr lang="en-US" sz="1200" b="0" i="0" baseline="-25000" noProof="0" dirty="0">
                <a:solidFill>
                  <a:srgbClr val="1A365D"/>
                </a:solidFill>
                <a:effectLst/>
              </a:rPr>
              <a:t>Problem context</a:t>
            </a:r>
            <a:endParaRPr lang="en-US" sz="1200" b="0" i="0" noProof="0" dirty="0">
              <a:solidFill>
                <a:srgbClr val="000000"/>
              </a:solidFill>
              <a:effectLst/>
            </a:endParaRPr>
          </a:p>
        </p:txBody>
      </p:sp>
      <p:cxnSp>
        <p:nvCxnSpPr>
          <p:cNvPr id="45" name="Straight Arrow Connector 44">
            <a:extLst>
              <a:ext uri="{FF2B5EF4-FFF2-40B4-BE49-F238E27FC236}">
                <a16:creationId xmlns:a16="http://schemas.microsoft.com/office/drawing/2014/main" id="{C6751807-32C6-68A0-5E80-DE07A19CF3C2}"/>
              </a:ext>
            </a:extLst>
          </p:cNvPr>
          <p:cNvCxnSpPr>
            <a:cxnSpLocks/>
          </p:cNvCxnSpPr>
          <p:nvPr/>
        </p:nvCxnSpPr>
        <p:spPr>
          <a:xfrm>
            <a:off x="2064462" y="3636125"/>
            <a:ext cx="1273456" cy="426163"/>
          </a:xfrm>
          <a:prstGeom prst="straightConnector1">
            <a:avLst/>
          </a:prstGeom>
          <a:ln w="22225">
            <a:solidFill>
              <a:srgbClr val="0D9589"/>
            </a:solidFill>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22FAFFB-C19D-A926-935C-487591725DF0}"/>
              </a:ext>
            </a:extLst>
          </p:cNvPr>
          <p:cNvCxnSpPr>
            <a:cxnSpLocks/>
            <a:endCxn id="30" idx="1"/>
          </p:cNvCxnSpPr>
          <p:nvPr/>
        </p:nvCxnSpPr>
        <p:spPr>
          <a:xfrm flipV="1">
            <a:off x="2064462" y="4221543"/>
            <a:ext cx="1278093" cy="390426"/>
          </a:xfrm>
          <a:prstGeom prst="straightConnector1">
            <a:avLst/>
          </a:prstGeom>
          <a:ln w="22225">
            <a:solidFill>
              <a:srgbClr val="0D9589"/>
            </a:solidFill>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0878B671-5033-840A-AF4E-B47221373E72}"/>
              </a:ext>
            </a:extLst>
          </p:cNvPr>
          <p:cNvCxnSpPr>
            <a:cxnSpLocks/>
            <a:stCxn id="34" idx="0"/>
          </p:cNvCxnSpPr>
          <p:nvPr/>
        </p:nvCxnSpPr>
        <p:spPr>
          <a:xfrm flipV="1">
            <a:off x="4884394" y="4615261"/>
            <a:ext cx="0" cy="583498"/>
          </a:xfrm>
          <a:prstGeom prst="straightConnector1">
            <a:avLst/>
          </a:prstGeom>
          <a:ln w="22225">
            <a:solidFill>
              <a:srgbClr val="0D9589"/>
            </a:solidFill>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61" name="Connector: Elbow 60">
            <a:extLst>
              <a:ext uri="{FF2B5EF4-FFF2-40B4-BE49-F238E27FC236}">
                <a16:creationId xmlns:a16="http://schemas.microsoft.com/office/drawing/2014/main" id="{46AC8BA2-3FAC-6265-7AE1-18F21D055BC1}"/>
              </a:ext>
            </a:extLst>
          </p:cNvPr>
          <p:cNvCxnSpPr>
            <a:cxnSpLocks/>
            <a:stCxn id="34" idx="3"/>
          </p:cNvCxnSpPr>
          <p:nvPr/>
        </p:nvCxnSpPr>
        <p:spPr>
          <a:xfrm flipV="1">
            <a:off x="5662681" y="3749115"/>
            <a:ext cx="1221355" cy="1765808"/>
          </a:xfrm>
          <a:prstGeom prst="bentConnector2">
            <a:avLst/>
          </a:prstGeom>
          <a:ln w="22225">
            <a:solidFill>
              <a:srgbClr val="0D9589"/>
            </a:solidFill>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8D74C3D7-E9E8-E8A7-C7D9-00457FA6AE53}"/>
              </a:ext>
            </a:extLst>
          </p:cNvPr>
          <p:cNvCxnSpPr>
            <a:cxnSpLocks/>
          </p:cNvCxnSpPr>
          <p:nvPr/>
        </p:nvCxnSpPr>
        <p:spPr>
          <a:xfrm>
            <a:off x="6138499" y="4404721"/>
            <a:ext cx="3729755" cy="8750"/>
          </a:xfrm>
          <a:prstGeom prst="straightConnector1">
            <a:avLst/>
          </a:prstGeom>
          <a:ln w="22225">
            <a:solidFill>
              <a:srgbClr val="0070C0"/>
            </a:solidFill>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71" name="Rectangle 70">
            <a:extLst>
              <a:ext uri="{FF2B5EF4-FFF2-40B4-BE49-F238E27FC236}">
                <a16:creationId xmlns:a16="http://schemas.microsoft.com/office/drawing/2014/main" id="{72991871-78C3-D084-4A9B-539F035C632E}"/>
              </a:ext>
            </a:extLst>
          </p:cNvPr>
          <p:cNvSpPr/>
          <p:nvPr/>
        </p:nvSpPr>
        <p:spPr>
          <a:xfrm>
            <a:off x="9867116" y="4088557"/>
            <a:ext cx="1556574" cy="632328"/>
          </a:xfrm>
          <a:prstGeom prst="rect">
            <a:avLst/>
          </a:prstGeom>
          <a:solidFill>
            <a:srgbClr val="E8F7F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sp>
        <p:nvSpPr>
          <p:cNvPr id="72" name="Rectangle 71">
            <a:extLst>
              <a:ext uri="{FF2B5EF4-FFF2-40B4-BE49-F238E27FC236}">
                <a16:creationId xmlns:a16="http://schemas.microsoft.com/office/drawing/2014/main" id="{CA08DC6C-0DB8-0721-ABDE-55BCB439503E}"/>
              </a:ext>
            </a:extLst>
          </p:cNvPr>
          <p:cNvSpPr/>
          <p:nvPr/>
        </p:nvSpPr>
        <p:spPr>
          <a:xfrm>
            <a:off x="10524341" y="3044248"/>
            <a:ext cx="1556574" cy="632328"/>
          </a:xfrm>
          <a:prstGeom prst="rect">
            <a:avLst/>
          </a:prstGeom>
          <a:solidFill>
            <a:srgbClr val="E8F7F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cxnSp>
        <p:nvCxnSpPr>
          <p:cNvPr id="74" name="Straight Arrow Connector 73">
            <a:extLst>
              <a:ext uri="{FF2B5EF4-FFF2-40B4-BE49-F238E27FC236}">
                <a16:creationId xmlns:a16="http://schemas.microsoft.com/office/drawing/2014/main" id="{A451E140-3B67-61AC-1507-F6E35F31D934}"/>
              </a:ext>
            </a:extLst>
          </p:cNvPr>
          <p:cNvCxnSpPr>
            <a:cxnSpLocks/>
            <a:stCxn id="27" idx="3"/>
            <a:endCxn id="72" idx="1"/>
          </p:cNvCxnSpPr>
          <p:nvPr/>
        </p:nvCxnSpPr>
        <p:spPr>
          <a:xfrm flipV="1">
            <a:off x="8934444" y="3360412"/>
            <a:ext cx="1589897" cy="10235"/>
          </a:xfrm>
          <a:prstGeom prst="straightConnector1">
            <a:avLst/>
          </a:prstGeom>
          <a:ln w="22225">
            <a:solidFill>
              <a:srgbClr val="0070C0"/>
            </a:solidFill>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1469108B-A176-348D-2E1A-76670F594562}"/>
              </a:ext>
            </a:extLst>
          </p:cNvPr>
          <p:cNvSpPr txBox="1"/>
          <p:nvPr/>
        </p:nvSpPr>
        <p:spPr>
          <a:xfrm>
            <a:off x="10605726" y="3096063"/>
            <a:ext cx="6341468" cy="276999"/>
          </a:xfrm>
          <a:prstGeom prst="rect">
            <a:avLst/>
          </a:prstGeom>
          <a:noFill/>
        </p:spPr>
        <p:txBody>
          <a:bodyPr wrap="square">
            <a:spAutoFit/>
          </a:bodyPr>
          <a:lstStyle/>
          <a:p>
            <a:pPr marL="0" indent="0">
              <a:buNone/>
            </a:pPr>
            <a:r>
              <a:rPr lang="en-US" sz="1200" b="1" noProof="0" dirty="0">
                <a:solidFill>
                  <a:srgbClr val="0070C0"/>
                </a:solidFill>
              </a:rPr>
              <a:t>Diagnostic Cards</a:t>
            </a:r>
            <a:endParaRPr lang="en-US" sz="1200" noProof="0" dirty="0">
              <a:solidFill>
                <a:srgbClr val="0070C0"/>
              </a:solidFill>
            </a:endParaRPr>
          </a:p>
        </p:txBody>
      </p:sp>
      <p:cxnSp>
        <p:nvCxnSpPr>
          <p:cNvPr id="90" name="Connector: Elbow 89">
            <a:extLst>
              <a:ext uri="{FF2B5EF4-FFF2-40B4-BE49-F238E27FC236}">
                <a16:creationId xmlns:a16="http://schemas.microsoft.com/office/drawing/2014/main" id="{E1B4BB72-FDAB-696F-25ED-B4A235C55656}"/>
              </a:ext>
            </a:extLst>
          </p:cNvPr>
          <p:cNvCxnSpPr>
            <a:cxnSpLocks/>
            <a:endCxn id="27" idx="1"/>
          </p:cNvCxnSpPr>
          <p:nvPr/>
        </p:nvCxnSpPr>
        <p:spPr>
          <a:xfrm flipV="1">
            <a:off x="5273749" y="3370647"/>
            <a:ext cx="864751" cy="460469"/>
          </a:xfrm>
          <a:prstGeom prst="bentConnector3">
            <a:avLst>
              <a:gd name="adj1" fmla="val 1638"/>
            </a:avLst>
          </a:prstGeom>
          <a:ln w="22225">
            <a:solidFill>
              <a:schemeClr val="tx1"/>
            </a:solidFill>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104" name="TextBox 103">
            <a:extLst>
              <a:ext uri="{FF2B5EF4-FFF2-40B4-BE49-F238E27FC236}">
                <a16:creationId xmlns:a16="http://schemas.microsoft.com/office/drawing/2014/main" id="{970D2660-13E9-D06E-5F98-7ECEC4FE4B15}"/>
              </a:ext>
            </a:extLst>
          </p:cNvPr>
          <p:cNvSpPr txBox="1"/>
          <p:nvPr/>
        </p:nvSpPr>
        <p:spPr>
          <a:xfrm>
            <a:off x="10025068" y="4124989"/>
            <a:ext cx="8318204" cy="276999"/>
          </a:xfrm>
          <a:prstGeom prst="rect">
            <a:avLst/>
          </a:prstGeom>
          <a:noFill/>
        </p:spPr>
        <p:txBody>
          <a:bodyPr wrap="square">
            <a:spAutoFit/>
          </a:bodyPr>
          <a:lstStyle/>
          <a:p>
            <a:pPr marL="0" indent="0">
              <a:buNone/>
            </a:pPr>
            <a:r>
              <a:rPr lang="en-US" sz="1200" b="1" noProof="0" dirty="0">
                <a:solidFill>
                  <a:srgbClr val="0070C0"/>
                </a:solidFill>
              </a:rPr>
              <a:t>Resolver Cases</a:t>
            </a:r>
          </a:p>
        </p:txBody>
      </p:sp>
      <p:sp>
        <p:nvSpPr>
          <p:cNvPr id="107" name="TextBox 106">
            <a:extLst>
              <a:ext uri="{FF2B5EF4-FFF2-40B4-BE49-F238E27FC236}">
                <a16:creationId xmlns:a16="http://schemas.microsoft.com/office/drawing/2014/main" id="{D435924C-4CCE-225F-5B16-8F3975410136}"/>
              </a:ext>
            </a:extLst>
          </p:cNvPr>
          <p:cNvSpPr txBox="1"/>
          <p:nvPr/>
        </p:nvSpPr>
        <p:spPr>
          <a:xfrm>
            <a:off x="10501827" y="3308862"/>
            <a:ext cx="2347398" cy="276999"/>
          </a:xfrm>
          <a:prstGeom prst="rect">
            <a:avLst/>
          </a:prstGeom>
          <a:noFill/>
        </p:spPr>
        <p:txBody>
          <a:bodyPr wrap="square">
            <a:spAutoFit/>
          </a:bodyPr>
          <a:lstStyle/>
          <a:p>
            <a:r>
              <a:rPr lang="en-US" sz="1200" baseline="-25000" noProof="0" dirty="0"/>
              <a:t>Problem → checks → guidance</a:t>
            </a:r>
            <a:endParaRPr lang="en-US" sz="1200" noProof="0" dirty="0"/>
          </a:p>
        </p:txBody>
      </p:sp>
      <p:sp>
        <p:nvSpPr>
          <p:cNvPr id="113" name="TextBox 112">
            <a:extLst>
              <a:ext uri="{FF2B5EF4-FFF2-40B4-BE49-F238E27FC236}">
                <a16:creationId xmlns:a16="http://schemas.microsoft.com/office/drawing/2014/main" id="{84E8F0A6-642B-E722-4B27-FA9675E982A9}"/>
              </a:ext>
            </a:extLst>
          </p:cNvPr>
          <p:cNvSpPr txBox="1"/>
          <p:nvPr/>
        </p:nvSpPr>
        <p:spPr>
          <a:xfrm>
            <a:off x="9948501" y="4412742"/>
            <a:ext cx="3617433" cy="230832"/>
          </a:xfrm>
          <a:prstGeom prst="rect">
            <a:avLst/>
          </a:prstGeom>
          <a:noFill/>
        </p:spPr>
        <p:txBody>
          <a:bodyPr wrap="square">
            <a:spAutoFit/>
          </a:bodyPr>
          <a:lstStyle/>
          <a:p>
            <a:r>
              <a:rPr lang="en-US" sz="900" i="0" noProof="0" dirty="0">
                <a:effectLst/>
              </a:rPr>
              <a:t>Problem → fix evidence</a:t>
            </a:r>
            <a:endParaRPr lang="en-US" sz="900" noProof="0" dirty="0"/>
          </a:p>
        </p:txBody>
      </p:sp>
      <p:sp>
        <p:nvSpPr>
          <p:cNvPr id="114" name="TextBox 113">
            <a:extLst>
              <a:ext uri="{FF2B5EF4-FFF2-40B4-BE49-F238E27FC236}">
                <a16:creationId xmlns:a16="http://schemas.microsoft.com/office/drawing/2014/main" id="{3400B7AC-D64D-9036-7E47-97AFE7F76688}"/>
              </a:ext>
            </a:extLst>
          </p:cNvPr>
          <p:cNvSpPr txBox="1"/>
          <p:nvPr/>
        </p:nvSpPr>
        <p:spPr>
          <a:xfrm>
            <a:off x="7328130" y="4261321"/>
            <a:ext cx="1144865" cy="246221"/>
          </a:xfrm>
          <a:prstGeom prst="rect">
            <a:avLst/>
          </a:prstGeom>
          <a:solidFill>
            <a:srgbClr val="E8F7FE"/>
          </a:solidFill>
        </p:spPr>
        <p:txBody>
          <a:bodyPr wrap="none" rtlCol="0">
            <a:spAutoFit/>
          </a:bodyPr>
          <a:lstStyle/>
          <a:p>
            <a:pPr algn="l"/>
            <a:r>
              <a:rPr lang="en-US" sz="1000" noProof="0" dirty="0"/>
              <a:t>generated output</a:t>
            </a:r>
          </a:p>
        </p:txBody>
      </p:sp>
      <p:sp>
        <p:nvSpPr>
          <p:cNvPr id="118" name="TextBox 117">
            <a:extLst>
              <a:ext uri="{FF2B5EF4-FFF2-40B4-BE49-F238E27FC236}">
                <a16:creationId xmlns:a16="http://schemas.microsoft.com/office/drawing/2014/main" id="{26C0DE76-F784-05AB-352C-E8D9AF8D842D}"/>
              </a:ext>
            </a:extLst>
          </p:cNvPr>
          <p:cNvSpPr txBox="1"/>
          <p:nvPr/>
        </p:nvSpPr>
        <p:spPr>
          <a:xfrm>
            <a:off x="9133761" y="3225205"/>
            <a:ext cx="1144865" cy="246221"/>
          </a:xfrm>
          <a:prstGeom prst="rect">
            <a:avLst/>
          </a:prstGeom>
          <a:solidFill>
            <a:srgbClr val="E8F7FE"/>
          </a:solidFill>
        </p:spPr>
        <p:txBody>
          <a:bodyPr wrap="none" rtlCol="0">
            <a:spAutoFit/>
          </a:bodyPr>
          <a:lstStyle/>
          <a:p>
            <a:pPr algn="l"/>
            <a:r>
              <a:rPr lang="en-US" sz="1000" noProof="0" dirty="0"/>
              <a:t>generated output</a:t>
            </a:r>
          </a:p>
        </p:txBody>
      </p:sp>
      <p:sp>
        <p:nvSpPr>
          <p:cNvPr id="120" name="TextBox 119">
            <a:extLst>
              <a:ext uri="{FF2B5EF4-FFF2-40B4-BE49-F238E27FC236}">
                <a16:creationId xmlns:a16="http://schemas.microsoft.com/office/drawing/2014/main" id="{4A98060C-3786-739D-4B92-29C794AC2CC6}"/>
              </a:ext>
            </a:extLst>
          </p:cNvPr>
          <p:cNvSpPr txBox="1"/>
          <p:nvPr/>
        </p:nvSpPr>
        <p:spPr>
          <a:xfrm>
            <a:off x="4510238" y="3440864"/>
            <a:ext cx="1334020" cy="246221"/>
          </a:xfrm>
          <a:prstGeom prst="rect">
            <a:avLst/>
          </a:prstGeom>
          <a:solidFill>
            <a:srgbClr val="E8F7FE"/>
          </a:solidFill>
        </p:spPr>
        <p:txBody>
          <a:bodyPr wrap="none" rtlCol="0">
            <a:spAutoFit/>
          </a:bodyPr>
          <a:lstStyle/>
          <a:p>
            <a:pPr algn="l"/>
            <a:r>
              <a:rPr lang="en-US" sz="1000" noProof="0" dirty="0"/>
              <a:t>Resolver knowledge</a:t>
            </a:r>
          </a:p>
        </p:txBody>
      </p:sp>
    </p:spTree>
    <p:extLst>
      <p:ext uri="{BB962C8B-B14F-4D97-AF65-F5344CB8AC3E}">
        <p14:creationId xmlns:p14="http://schemas.microsoft.com/office/powerpoint/2010/main" val="15514737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7C3002-B399-9E10-ED48-CD5D330D9E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65FB56-30FC-8F15-8AD6-940E7C27B33B}"/>
              </a:ext>
            </a:extLst>
          </p:cNvPr>
          <p:cNvSpPr>
            <a:spLocks noGrp="1"/>
          </p:cNvSpPr>
          <p:nvPr>
            <p:ph type="title"/>
          </p:nvPr>
        </p:nvSpPr>
        <p:spPr>
          <a:xfrm>
            <a:off x="340364" y="-209366"/>
            <a:ext cx="11609159" cy="1247050"/>
          </a:xfrm>
        </p:spPr>
        <p:txBody>
          <a:bodyPr/>
          <a:lstStyle/>
          <a:p>
            <a:r>
              <a:rPr lang="en-US" sz="1800" b="1" noProof="0" dirty="0"/>
              <a:t>Pipeline: Data Generation</a:t>
            </a:r>
            <a:r>
              <a:rPr lang="en-US" sz="1800" b="1" noProof="0" dirty="0">
                <a:solidFill>
                  <a:srgbClr val="1B2A3B"/>
                </a:solidFill>
                <a:latin typeface="+mn-lt"/>
              </a:rPr>
              <a:t>(</a:t>
            </a:r>
            <a:r>
              <a:rPr lang="en-US" sz="1800" b="1" noProof="0" dirty="0">
                <a:solidFill>
                  <a:srgbClr val="0D9488"/>
                </a:solidFill>
                <a:latin typeface="+mn-lt"/>
              </a:rPr>
              <a:t>Resolver cases</a:t>
            </a:r>
            <a:r>
              <a:rPr lang="en-US" sz="1800" b="1" noProof="0" dirty="0">
                <a:solidFill>
                  <a:srgbClr val="1B2A3B"/>
                </a:solidFill>
                <a:latin typeface="+mn-lt"/>
              </a:rPr>
              <a:t>)</a:t>
            </a:r>
            <a:endParaRPr lang="en-US" sz="1800" noProof="0" dirty="0">
              <a:latin typeface="+mn-lt"/>
            </a:endParaRPr>
          </a:p>
        </p:txBody>
      </p:sp>
      <p:sp>
        <p:nvSpPr>
          <p:cNvPr id="56" name="TextBox 55">
            <a:extLst>
              <a:ext uri="{FF2B5EF4-FFF2-40B4-BE49-F238E27FC236}">
                <a16:creationId xmlns:a16="http://schemas.microsoft.com/office/drawing/2014/main" id="{5508897E-A805-11DA-216A-08FE2B68C2B6}"/>
              </a:ext>
            </a:extLst>
          </p:cNvPr>
          <p:cNvSpPr txBox="1"/>
          <p:nvPr/>
        </p:nvSpPr>
        <p:spPr>
          <a:xfrm>
            <a:off x="291502" y="635702"/>
            <a:ext cx="6173779" cy="276999"/>
          </a:xfrm>
          <a:prstGeom prst="rect">
            <a:avLst/>
          </a:prstGeom>
          <a:noFill/>
        </p:spPr>
        <p:txBody>
          <a:bodyPr wrap="square">
            <a:spAutoFit/>
          </a:bodyPr>
          <a:lstStyle/>
          <a:p>
            <a:pPr marL="0" indent="0" algn="l">
              <a:buNone/>
            </a:pPr>
            <a:r>
              <a:rPr lang="en-US" sz="1200" b="1" noProof="0" dirty="0">
                <a:solidFill>
                  <a:srgbClr val="425A78"/>
                </a:solidFill>
              </a:rPr>
              <a:t>Delivery — Why structure the final output?</a:t>
            </a:r>
          </a:p>
        </p:txBody>
      </p:sp>
      <p:sp>
        <p:nvSpPr>
          <p:cNvPr id="57" name="Text 3">
            <a:extLst>
              <a:ext uri="{FF2B5EF4-FFF2-40B4-BE49-F238E27FC236}">
                <a16:creationId xmlns:a16="http://schemas.microsoft.com/office/drawing/2014/main" id="{1ECEE609-1BC8-9D3B-7C00-4D0051E9A859}"/>
              </a:ext>
            </a:extLst>
          </p:cNvPr>
          <p:cNvSpPr/>
          <p:nvPr/>
        </p:nvSpPr>
        <p:spPr>
          <a:xfrm>
            <a:off x="390663" y="921845"/>
            <a:ext cx="8229600" cy="256032"/>
          </a:xfrm>
          <a:prstGeom prst="rect">
            <a:avLst/>
          </a:prstGeom>
          <a:noFill/>
          <a:ln/>
        </p:spPr>
        <p:txBody>
          <a:bodyPr wrap="square" lIns="0" tIns="0" rIns="0" bIns="0" rtlCol="0" anchor="ctr"/>
          <a:lstStyle/>
          <a:p>
            <a:pPr marL="0" indent="0" algn="l">
              <a:buNone/>
            </a:pPr>
            <a:r>
              <a:rPr lang="en-US" sz="1200" i="1" noProof="0" dirty="0">
                <a:solidFill>
                  <a:srgbClr val="64748B"/>
                </a:solidFill>
              </a:rPr>
              <a:t>Des exports ST-ready = actionable cases, ready to integrate</a:t>
            </a:r>
          </a:p>
        </p:txBody>
      </p:sp>
      <p:sp>
        <p:nvSpPr>
          <p:cNvPr id="58" name="Shape 4">
            <a:extLst>
              <a:ext uri="{FF2B5EF4-FFF2-40B4-BE49-F238E27FC236}">
                <a16:creationId xmlns:a16="http://schemas.microsoft.com/office/drawing/2014/main" id="{EB844D2B-1C48-11B5-505E-498E4FCC4E99}"/>
              </a:ext>
            </a:extLst>
          </p:cNvPr>
          <p:cNvSpPr/>
          <p:nvPr/>
        </p:nvSpPr>
        <p:spPr>
          <a:xfrm>
            <a:off x="340364" y="1302803"/>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27" name="Text 40">
            <a:extLst>
              <a:ext uri="{FF2B5EF4-FFF2-40B4-BE49-F238E27FC236}">
                <a16:creationId xmlns:a16="http://schemas.microsoft.com/office/drawing/2014/main" id="{1E2E4E41-43F5-5127-E7B6-6B44F684D495}"/>
              </a:ext>
            </a:extLst>
          </p:cNvPr>
          <p:cNvSpPr/>
          <p:nvPr/>
        </p:nvSpPr>
        <p:spPr>
          <a:xfrm>
            <a:off x="481402" y="3032819"/>
            <a:ext cx="837847" cy="292609"/>
          </a:xfrm>
          <a:prstGeom prst="rect">
            <a:avLst/>
          </a:prstGeom>
          <a:noFill/>
          <a:ln/>
        </p:spPr>
        <p:txBody>
          <a:bodyPr wrap="square" lIns="50800" tIns="50800" rIns="50800" bIns="50800" rtlCol="0" anchor="t"/>
          <a:lstStyle/>
          <a:p>
            <a:pPr marL="0" indent="0" algn="l">
              <a:lnSpc>
                <a:spcPct val="115000"/>
              </a:lnSpc>
              <a:buNone/>
            </a:pPr>
            <a:endParaRPr lang="en-US" sz="1000" noProof="0" dirty="0">
              <a:solidFill>
                <a:srgbClr val="0D9589"/>
              </a:solidFill>
            </a:endParaRPr>
          </a:p>
        </p:txBody>
      </p:sp>
      <p:sp>
        <p:nvSpPr>
          <p:cNvPr id="20" name="Shape 4">
            <a:extLst>
              <a:ext uri="{FF2B5EF4-FFF2-40B4-BE49-F238E27FC236}">
                <a16:creationId xmlns:a16="http://schemas.microsoft.com/office/drawing/2014/main" id="{7F4990AE-E457-B1D2-C3CB-E2C14D213C85}"/>
              </a:ext>
            </a:extLst>
          </p:cNvPr>
          <p:cNvSpPr/>
          <p:nvPr/>
        </p:nvSpPr>
        <p:spPr>
          <a:xfrm>
            <a:off x="1752600" y="1861340"/>
            <a:ext cx="8686800" cy="1247050"/>
          </a:xfrm>
          <a:prstGeom prst="rect">
            <a:avLst/>
          </a:prstGeom>
          <a:solidFill>
            <a:srgbClr val="F8FAFC"/>
          </a:solidFill>
          <a:ln/>
          <a:effectLst>
            <a:outerShdw blurRad="63500" dist="25400" dir="8100000" algn="bl" rotWithShape="0">
              <a:srgbClr val="000000">
                <a:alpha val="12000"/>
              </a:srgbClr>
            </a:outerShdw>
          </a:effectLst>
        </p:spPr>
        <p:txBody>
          <a:bodyPr/>
          <a:lstStyle/>
          <a:p>
            <a:endParaRPr lang="en-US" noProof="0" dirty="0"/>
          </a:p>
        </p:txBody>
      </p:sp>
      <p:sp>
        <p:nvSpPr>
          <p:cNvPr id="21" name="Text 5">
            <a:extLst>
              <a:ext uri="{FF2B5EF4-FFF2-40B4-BE49-F238E27FC236}">
                <a16:creationId xmlns:a16="http://schemas.microsoft.com/office/drawing/2014/main" id="{182684DD-E71E-24A5-EF7B-7B4896385E96}"/>
              </a:ext>
            </a:extLst>
          </p:cNvPr>
          <p:cNvSpPr/>
          <p:nvPr/>
        </p:nvSpPr>
        <p:spPr>
          <a:xfrm>
            <a:off x="1846892" y="1965648"/>
            <a:ext cx="8321040" cy="868680"/>
          </a:xfrm>
          <a:prstGeom prst="rect">
            <a:avLst/>
          </a:prstGeom>
          <a:noFill/>
          <a:ln/>
        </p:spPr>
        <p:txBody>
          <a:bodyPr wrap="square" rtlCol="0" anchor="ctr"/>
          <a:lstStyle/>
          <a:p>
            <a:pPr marL="0" indent="0">
              <a:lnSpc>
                <a:spcPct val="150000"/>
              </a:lnSpc>
              <a:buNone/>
            </a:pPr>
            <a:r>
              <a:rPr lang="en-US" sz="1050" b="1" noProof="0" dirty="0">
                <a:solidFill>
                  <a:srgbClr val="3CB4E6"/>
                </a:solidFill>
                <a:latin typeface="Calibri" pitchFamily="34" charset="0"/>
                <a:ea typeface="Calibri" pitchFamily="34" charset="-122"/>
                <a:cs typeface="Calibri" pitchFamily="34" charset="-120"/>
              </a:rPr>
              <a:t>Real need: </a:t>
            </a:r>
            <a:r>
              <a:rPr lang="en-US" sz="1050" noProof="0" dirty="0">
                <a:solidFill>
                  <a:srgbClr val="1E293B"/>
                </a:solidFill>
                <a:latin typeface="Calibri" pitchFamily="34" charset="0"/>
                <a:ea typeface="Calibri" pitchFamily="34" charset="-122"/>
                <a:cs typeface="Calibri" pitchFamily="34" charset="-120"/>
              </a:rPr>
              <a:t>ST engineers receive technical questions about STM32 bugs. To answer them, they need to know whether a GitHub bug has already been resolved: </a:t>
            </a:r>
            <a:r>
              <a:rPr lang="en-US" sz="1050" b="1" noProof="0" dirty="0">
                <a:solidFill>
                  <a:srgbClr val="1E293B"/>
                </a:solidFill>
                <a:latin typeface="Calibri" pitchFamily="34" charset="0"/>
                <a:ea typeface="Calibri" pitchFamily="34" charset="-122"/>
                <a:cs typeface="Calibri" pitchFamily="34" charset="-120"/>
              </a:rPr>
              <a:t>Was a PR merged</a:t>
            </a:r>
            <a:r>
              <a:rPr lang="en-US" sz="1050" noProof="0" dirty="0">
                <a:solidFill>
                  <a:srgbClr val="1E293B"/>
                </a:solidFill>
                <a:latin typeface="Calibri" pitchFamily="34" charset="0"/>
                <a:ea typeface="Calibri" pitchFamily="34" charset="-122"/>
                <a:cs typeface="Calibri" pitchFamily="34" charset="-120"/>
              </a:rPr>
              <a:t>? </a:t>
            </a:r>
            <a:r>
              <a:rPr lang="en-US" sz="1050" b="1" noProof="0" dirty="0">
                <a:solidFill>
                  <a:srgbClr val="1E293B"/>
                </a:solidFill>
                <a:latin typeface="Calibri" pitchFamily="34" charset="0"/>
                <a:ea typeface="Calibri" pitchFamily="34" charset="-122"/>
                <a:cs typeface="Calibri" pitchFamily="34" charset="-120"/>
              </a:rPr>
              <a:t>Does a fix commit exist</a:t>
            </a:r>
            <a:r>
              <a:rPr lang="en-US" sz="1050" noProof="0" dirty="0">
                <a:solidFill>
                  <a:srgbClr val="1E293B"/>
                </a:solidFill>
                <a:latin typeface="Calibri" pitchFamily="34" charset="0"/>
                <a:ea typeface="Calibri" pitchFamily="34" charset="-122"/>
                <a:cs typeface="Calibri" pitchFamily="34" charset="-120"/>
              </a:rPr>
              <a:t>?</a:t>
            </a:r>
            <a:r>
              <a:rPr lang="en-US" sz="1050" b="1" noProof="0" dirty="0">
                <a:solidFill>
                  <a:srgbClr val="1E293B"/>
                </a:solidFill>
                <a:latin typeface="Calibri" pitchFamily="34" charset="0"/>
                <a:ea typeface="Calibri" pitchFamily="34" charset="-122"/>
                <a:cs typeface="Calibri" pitchFamily="34" charset="-120"/>
              </a:rPr>
              <a:t> Is there a credible and verifiable path to a correction for this bug</a:t>
            </a:r>
            <a:r>
              <a:rPr lang="en-US" sz="1050" noProof="0" dirty="0">
                <a:solidFill>
                  <a:srgbClr val="1E293B"/>
                </a:solidFill>
                <a:latin typeface="Calibri" pitchFamily="34" charset="0"/>
                <a:ea typeface="Calibri" pitchFamily="34" charset="-122"/>
                <a:cs typeface="Calibri" pitchFamily="34" charset="-120"/>
              </a:rPr>
              <a:t>?</a:t>
            </a:r>
          </a:p>
          <a:p>
            <a:pPr marL="0" indent="0">
              <a:lnSpc>
                <a:spcPct val="150000"/>
              </a:lnSpc>
              <a:buNone/>
            </a:pPr>
            <a:endParaRPr lang="en-US" sz="1050" noProof="0" dirty="0">
              <a:solidFill>
                <a:srgbClr val="1E293B"/>
              </a:solidFill>
              <a:latin typeface="Calibri" pitchFamily="34" charset="0"/>
              <a:ea typeface="Calibri" pitchFamily="34" charset="-122"/>
              <a:cs typeface="Calibri" pitchFamily="34" charset="-120"/>
            </a:endParaRPr>
          </a:p>
          <a:p>
            <a:pPr marL="0" indent="0">
              <a:lnSpc>
                <a:spcPct val="150000"/>
              </a:lnSpc>
              <a:buNone/>
            </a:pPr>
            <a:r>
              <a:rPr lang="en-US" sz="1050" noProof="0" dirty="0">
                <a:solidFill>
                  <a:srgbClr val="1E293B"/>
                </a:solidFill>
                <a:latin typeface="Calibri" pitchFamily="34" charset="0"/>
                <a:ea typeface="Calibri" pitchFamily="34" charset="-122"/>
                <a:cs typeface="Calibri" pitchFamily="34" charset="-120"/>
              </a:rPr>
              <a:t>These cards are injected into the ST Knowledge Base (KB) so the RAG engine can cite fixes during a query.</a:t>
            </a:r>
            <a:endParaRPr lang="en-US" sz="1050" noProof="0" dirty="0"/>
          </a:p>
        </p:txBody>
      </p:sp>
      <p:sp>
        <p:nvSpPr>
          <p:cNvPr id="22" name="Shape 6">
            <a:extLst>
              <a:ext uri="{FF2B5EF4-FFF2-40B4-BE49-F238E27FC236}">
                <a16:creationId xmlns:a16="http://schemas.microsoft.com/office/drawing/2014/main" id="{A39685B7-3897-C6D0-81BD-5984893C6C9C}"/>
              </a:ext>
            </a:extLst>
          </p:cNvPr>
          <p:cNvSpPr/>
          <p:nvPr/>
        </p:nvSpPr>
        <p:spPr>
          <a:xfrm>
            <a:off x="3032760" y="3320634"/>
            <a:ext cx="2834640" cy="1584400"/>
          </a:xfrm>
          <a:prstGeom prst="rect">
            <a:avLst/>
          </a:prstGeom>
          <a:solidFill>
            <a:srgbClr val="FFFFFF"/>
          </a:solidFill>
          <a:ln/>
          <a:effectLst>
            <a:outerShdw blurRad="63500" dist="25400" dir="8100000" algn="bl" rotWithShape="0">
              <a:srgbClr val="000000">
                <a:alpha val="12000"/>
              </a:srgbClr>
            </a:outerShdw>
          </a:effectLst>
        </p:spPr>
        <p:txBody>
          <a:bodyPr/>
          <a:lstStyle/>
          <a:p>
            <a:endParaRPr lang="en-US" noProof="0" dirty="0"/>
          </a:p>
        </p:txBody>
      </p:sp>
      <p:sp>
        <p:nvSpPr>
          <p:cNvPr id="23" name="Shape 7">
            <a:extLst>
              <a:ext uri="{FF2B5EF4-FFF2-40B4-BE49-F238E27FC236}">
                <a16:creationId xmlns:a16="http://schemas.microsoft.com/office/drawing/2014/main" id="{629511D7-12C4-1BA8-8662-FF51C34DE966}"/>
              </a:ext>
            </a:extLst>
          </p:cNvPr>
          <p:cNvSpPr/>
          <p:nvPr/>
        </p:nvSpPr>
        <p:spPr>
          <a:xfrm>
            <a:off x="3032760" y="3320635"/>
            <a:ext cx="2834640" cy="402336"/>
          </a:xfrm>
          <a:prstGeom prst="rect">
            <a:avLst/>
          </a:prstGeom>
          <a:solidFill>
            <a:schemeClr val="bg2"/>
          </a:solidFill>
          <a:ln w="12700">
            <a:solidFill>
              <a:srgbClr val="0D9589"/>
            </a:solidFill>
          </a:ln>
        </p:spPr>
        <p:txBody>
          <a:bodyPr/>
          <a:lstStyle/>
          <a:p>
            <a:endParaRPr lang="en-US" noProof="0" dirty="0"/>
          </a:p>
        </p:txBody>
      </p:sp>
      <p:sp>
        <p:nvSpPr>
          <p:cNvPr id="24" name="Text 8">
            <a:extLst>
              <a:ext uri="{FF2B5EF4-FFF2-40B4-BE49-F238E27FC236}">
                <a16:creationId xmlns:a16="http://schemas.microsoft.com/office/drawing/2014/main" id="{6FA88D70-E772-B20B-0A8F-524EB0B0E3F3}"/>
              </a:ext>
            </a:extLst>
          </p:cNvPr>
          <p:cNvSpPr/>
          <p:nvPr/>
        </p:nvSpPr>
        <p:spPr>
          <a:xfrm>
            <a:off x="3124200" y="3357211"/>
            <a:ext cx="2651760" cy="310896"/>
          </a:xfrm>
          <a:prstGeom prst="rect">
            <a:avLst/>
          </a:prstGeom>
          <a:noFill/>
          <a:ln/>
        </p:spPr>
        <p:txBody>
          <a:bodyPr wrap="square" lIns="0" tIns="0" rIns="0" bIns="0" rtlCol="0" anchor="ctr"/>
          <a:lstStyle/>
          <a:p>
            <a:pPr marL="0" indent="0" algn="ctr">
              <a:buNone/>
            </a:pPr>
            <a:r>
              <a:rPr lang="en-US" sz="1300" b="1" noProof="0" dirty="0">
                <a:latin typeface="Calibri" pitchFamily="34" charset="0"/>
                <a:ea typeface="Calibri" pitchFamily="34" charset="-122"/>
                <a:cs typeface="Calibri" pitchFamily="34" charset="-120"/>
              </a:rPr>
              <a:t>GitHub Issue (problem)</a:t>
            </a:r>
            <a:endParaRPr lang="en-US" sz="1300" noProof="0" dirty="0"/>
          </a:p>
        </p:txBody>
      </p:sp>
      <p:sp>
        <p:nvSpPr>
          <p:cNvPr id="25" name="Text 9">
            <a:extLst>
              <a:ext uri="{FF2B5EF4-FFF2-40B4-BE49-F238E27FC236}">
                <a16:creationId xmlns:a16="http://schemas.microsoft.com/office/drawing/2014/main" id="{B179619F-6052-0E04-5CD4-165A2D84A31E}"/>
              </a:ext>
            </a:extLst>
          </p:cNvPr>
          <p:cNvSpPr/>
          <p:nvPr/>
        </p:nvSpPr>
        <p:spPr>
          <a:xfrm>
            <a:off x="3124200" y="3853222"/>
            <a:ext cx="2651760" cy="862123"/>
          </a:xfrm>
          <a:prstGeom prst="rect">
            <a:avLst/>
          </a:prstGeom>
          <a:noFill/>
          <a:ln/>
        </p:spPr>
        <p:txBody>
          <a:bodyPr wrap="square" lIns="0" tIns="0" rIns="0" bIns="0" rtlCol="0" anchor="t"/>
          <a:lstStyle/>
          <a:p>
            <a:pPr marL="0" indent="0">
              <a:buNone/>
            </a:pPr>
            <a:r>
              <a:rPr lang="en-US" sz="1050" noProof="0" dirty="0">
                <a:solidFill>
                  <a:srgbClr val="1E293B"/>
                </a:solidFill>
                <a:latin typeface="Calibri" pitchFamily="34" charset="0"/>
                <a:ea typeface="Calibri" pitchFamily="34" charset="-122"/>
                <a:cs typeface="Calibri" pitchFamily="34" charset="-120"/>
              </a:rPr>
              <a:t>A ticket describing a bug or abnormal behavior in STM32Cube (ST GitHub repo).</a:t>
            </a:r>
          </a:p>
          <a:p>
            <a:pPr marL="0" indent="0">
              <a:buNone/>
            </a:pPr>
            <a:endParaRPr lang="en-US" sz="1050" noProof="0" dirty="0">
              <a:solidFill>
                <a:srgbClr val="1E293B"/>
              </a:solidFill>
              <a:latin typeface="Calibri" pitchFamily="34" charset="0"/>
              <a:ea typeface="Calibri" pitchFamily="34" charset="-122"/>
              <a:cs typeface="Calibri" pitchFamily="34" charset="-120"/>
            </a:endParaRPr>
          </a:p>
          <a:p>
            <a:pPr marL="0" indent="0">
              <a:buNone/>
            </a:pPr>
            <a:r>
              <a:rPr lang="en-US" sz="1050" b="1" noProof="0" dirty="0">
                <a:solidFill>
                  <a:srgbClr val="1E293B"/>
                </a:solidFill>
                <a:latin typeface="Calibri" pitchFamily="34" charset="0"/>
                <a:ea typeface="Calibri" pitchFamily="34" charset="-122"/>
                <a:cs typeface="Calibri" pitchFamily="34" charset="-120"/>
              </a:rPr>
              <a:t>Contains: </a:t>
            </a:r>
            <a:r>
              <a:rPr lang="en-US" sz="1050" noProof="0" dirty="0">
                <a:solidFill>
                  <a:srgbClr val="1E293B"/>
                </a:solidFill>
                <a:latin typeface="Calibri" pitchFamily="34" charset="0"/>
                <a:ea typeface="Calibri" pitchFamily="34" charset="-122"/>
                <a:cs typeface="Calibri" pitchFamily="34" charset="-120"/>
              </a:rPr>
              <a:t>title, technical description, labels, status (open/closed).</a:t>
            </a:r>
            <a:endParaRPr lang="en-US" sz="1050" noProof="0" dirty="0"/>
          </a:p>
        </p:txBody>
      </p:sp>
      <p:sp>
        <p:nvSpPr>
          <p:cNvPr id="26" name="Shape 10">
            <a:extLst>
              <a:ext uri="{FF2B5EF4-FFF2-40B4-BE49-F238E27FC236}">
                <a16:creationId xmlns:a16="http://schemas.microsoft.com/office/drawing/2014/main" id="{AB7E0DA6-0F84-BB3B-4126-DC69FE366351}"/>
              </a:ext>
            </a:extLst>
          </p:cNvPr>
          <p:cNvSpPr/>
          <p:nvPr/>
        </p:nvSpPr>
        <p:spPr>
          <a:xfrm>
            <a:off x="6004560" y="3320635"/>
            <a:ext cx="2834640" cy="1584401"/>
          </a:xfrm>
          <a:prstGeom prst="rect">
            <a:avLst/>
          </a:prstGeom>
          <a:solidFill>
            <a:srgbClr val="FFFFFF"/>
          </a:solidFill>
          <a:ln/>
          <a:effectLst>
            <a:outerShdw blurRad="63500" dist="25400" dir="8100000" algn="bl" rotWithShape="0">
              <a:srgbClr val="000000">
                <a:alpha val="12000"/>
              </a:srgbClr>
            </a:outerShdw>
          </a:effectLst>
        </p:spPr>
        <p:txBody>
          <a:bodyPr/>
          <a:lstStyle/>
          <a:p>
            <a:endParaRPr lang="en-US" noProof="0" dirty="0"/>
          </a:p>
        </p:txBody>
      </p:sp>
      <p:sp>
        <p:nvSpPr>
          <p:cNvPr id="28" name="Shape 11">
            <a:extLst>
              <a:ext uri="{FF2B5EF4-FFF2-40B4-BE49-F238E27FC236}">
                <a16:creationId xmlns:a16="http://schemas.microsoft.com/office/drawing/2014/main" id="{21697E60-2D1B-74A3-DEF5-54C6D0207FD2}"/>
              </a:ext>
            </a:extLst>
          </p:cNvPr>
          <p:cNvSpPr/>
          <p:nvPr/>
        </p:nvSpPr>
        <p:spPr>
          <a:xfrm>
            <a:off x="6004560" y="3320635"/>
            <a:ext cx="2834640" cy="402336"/>
          </a:xfrm>
          <a:prstGeom prst="rect">
            <a:avLst/>
          </a:prstGeom>
          <a:solidFill>
            <a:schemeClr val="bg2"/>
          </a:solidFill>
          <a:ln w="12700">
            <a:solidFill>
              <a:srgbClr val="0D9589"/>
            </a:solidFill>
          </a:ln>
        </p:spPr>
        <p:txBody>
          <a:bodyPr/>
          <a:lstStyle/>
          <a:p>
            <a:endParaRPr lang="en-US" noProof="0" dirty="0"/>
          </a:p>
        </p:txBody>
      </p:sp>
      <p:sp>
        <p:nvSpPr>
          <p:cNvPr id="29" name="Text 12">
            <a:extLst>
              <a:ext uri="{FF2B5EF4-FFF2-40B4-BE49-F238E27FC236}">
                <a16:creationId xmlns:a16="http://schemas.microsoft.com/office/drawing/2014/main" id="{46FB7672-F81B-224E-DA02-3520E4AACE57}"/>
              </a:ext>
            </a:extLst>
          </p:cNvPr>
          <p:cNvSpPr/>
          <p:nvPr/>
        </p:nvSpPr>
        <p:spPr>
          <a:xfrm>
            <a:off x="6096000" y="3357211"/>
            <a:ext cx="2651760" cy="310896"/>
          </a:xfrm>
          <a:prstGeom prst="rect">
            <a:avLst/>
          </a:prstGeom>
          <a:noFill/>
          <a:ln/>
        </p:spPr>
        <p:txBody>
          <a:bodyPr wrap="square" lIns="0" tIns="0" rIns="0" bIns="0" rtlCol="0" anchor="ctr"/>
          <a:lstStyle/>
          <a:p>
            <a:pPr marL="0" indent="0" algn="ctr">
              <a:buNone/>
            </a:pPr>
            <a:r>
              <a:rPr lang="en-US" sz="1300" b="1" noProof="0" dirty="0">
                <a:latin typeface="Calibri" pitchFamily="34" charset="0"/>
                <a:ea typeface="Calibri" pitchFamily="34" charset="-122"/>
                <a:cs typeface="Calibri" pitchFamily="34" charset="-120"/>
              </a:rPr>
              <a:t>PR (proposition of correction)</a:t>
            </a:r>
            <a:endParaRPr lang="en-US" sz="1300" noProof="0" dirty="0"/>
          </a:p>
        </p:txBody>
      </p:sp>
      <p:sp>
        <p:nvSpPr>
          <p:cNvPr id="30" name="Text 13">
            <a:extLst>
              <a:ext uri="{FF2B5EF4-FFF2-40B4-BE49-F238E27FC236}">
                <a16:creationId xmlns:a16="http://schemas.microsoft.com/office/drawing/2014/main" id="{1A0706A5-C54E-AC35-3091-471FFD1805A6}"/>
              </a:ext>
            </a:extLst>
          </p:cNvPr>
          <p:cNvSpPr/>
          <p:nvPr/>
        </p:nvSpPr>
        <p:spPr>
          <a:xfrm>
            <a:off x="6096000" y="3853222"/>
            <a:ext cx="2651760" cy="1126682"/>
          </a:xfrm>
          <a:prstGeom prst="rect">
            <a:avLst/>
          </a:prstGeom>
          <a:noFill/>
          <a:ln/>
        </p:spPr>
        <p:txBody>
          <a:bodyPr wrap="square" lIns="0" tIns="0" rIns="0" bIns="0" rtlCol="0" anchor="t"/>
          <a:lstStyle/>
          <a:p>
            <a:pPr marL="0" indent="0">
              <a:buNone/>
            </a:pPr>
            <a:r>
              <a:rPr lang="en-US" sz="1050" noProof="0" dirty="0">
                <a:solidFill>
                  <a:srgbClr val="1E293B"/>
                </a:solidFill>
                <a:latin typeface="Calibri" pitchFamily="34" charset="0"/>
                <a:ea typeface="Calibri" pitchFamily="34" charset="-122"/>
                <a:cs typeface="Calibri" pitchFamily="34" charset="-120"/>
              </a:rPr>
              <a:t>A code change proposal submitted on GitHub. If it is merged, it becomes an official fix.</a:t>
            </a:r>
          </a:p>
          <a:p>
            <a:pPr marL="0" indent="0">
              <a:buNone/>
            </a:pPr>
            <a:endParaRPr lang="en-US" sz="1050" noProof="0" dirty="0">
              <a:solidFill>
                <a:srgbClr val="1E293B"/>
              </a:solidFill>
              <a:latin typeface="Calibri" pitchFamily="34" charset="0"/>
              <a:ea typeface="Calibri" pitchFamily="34" charset="-122"/>
              <a:cs typeface="Calibri" pitchFamily="34" charset="-120"/>
            </a:endParaRPr>
          </a:p>
          <a:p>
            <a:pPr marL="0" indent="0">
              <a:buNone/>
            </a:pPr>
            <a:r>
              <a:rPr lang="en-US" sz="1050" b="1" noProof="0" dirty="0">
                <a:solidFill>
                  <a:srgbClr val="1E293B"/>
                </a:solidFill>
                <a:latin typeface="Calibri" pitchFamily="34" charset="0"/>
                <a:ea typeface="Calibri" pitchFamily="34" charset="-122"/>
                <a:cs typeface="Calibri" pitchFamily="34" charset="-120"/>
              </a:rPr>
              <a:t>Contains</a:t>
            </a:r>
            <a:r>
              <a:rPr lang="en-US" sz="1050" noProof="0" dirty="0">
                <a:solidFill>
                  <a:srgbClr val="1E293B"/>
                </a:solidFill>
                <a:latin typeface="Calibri" pitchFamily="34" charset="0"/>
                <a:ea typeface="Calibri" pitchFamily="34" charset="-122"/>
                <a:cs typeface="Calibri" pitchFamily="34" charset="-120"/>
              </a:rPr>
              <a:t>: title, changed files, associated </a:t>
            </a:r>
            <a:r>
              <a:rPr lang="en-US" sz="1050" b="1" noProof="0" dirty="0">
                <a:solidFill>
                  <a:srgbClr val="0D9488"/>
                </a:solidFill>
                <a:latin typeface="Calibri" pitchFamily="34" charset="0"/>
                <a:ea typeface="Calibri" pitchFamily="34" charset="-122"/>
                <a:cs typeface="Calibri" pitchFamily="34" charset="-120"/>
              </a:rPr>
              <a:t>commits</a:t>
            </a:r>
            <a:r>
              <a:rPr lang="en-US" sz="1050" noProof="0" dirty="0">
                <a:solidFill>
                  <a:srgbClr val="1E293B"/>
                </a:solidFill>
                <a:latin typeface="Calibri" pitchFamily="34" charset="0"/>
                <a:ea typeface="Calibri" pitchFamily="34" charset="-122"/>
                <a:cs typeface="Calibri" pitchFamily="34" charset="-120"/>
              </a:rPr>
              <a:t> </a:t>
            </a:r>
            <a:r>
              <a:rPr lang="en-US" sz="1050" b="1" noProof="0" dirty="0">
                <a:solidFill>
                  <a:srgbClr val="1E293B"/>
                </a:solidFill>
                <a:latin typeface="Calibri" pitchFamily="34" charset="0"/>
                <a:ea typeface="Calibri" pitchFamily="34" charset="-122"/>
                <a:cs typeface="Calibri" pitchFamily="34" charset="-120"/>
              </a:rPr>
              <a:t>(technical evidence of the change)</a:t>
            </a:r>
            <a:r>
              <a:rPr lang="en-US" sz="1050" noProof="0" dirty="0">
                <a:solidFill>
                  <a:srgbClr val="1E293B"/>
                </a:solidFill>
                <a:latin typeface="Calibri" pitchFamily="34" charset="0"/>
                <a:ea typeface="Calibri" pitchFamily="34" charset="-122"/>
                <a:cs typeface="Calibri" pitchFamily="34" charset="-120"/>
              </a:rPr>
              <a:t>.</a:t>
            </a:r>
            <a:endParaRPr lang="en-US" sz="1050" noProof="0" dirty="0"/>
          </a:p>
        </p:txBody>
      </p:sp>
      <p:sp>
        <p:nvSpPr>
          <p:cNvPr id="31" name="Shape 14">
            <a:extLst>
              <a:ext uri="{FF2B5EF4-FFF2-40B4-BE49-F238E27FC236}">
                <a16:creationId xmlns:a16="http://schemas.microsoft.com/office/drawing/2014/main" id="{7BBB5622-4666-89AE-1B84-EC0D7079E7F3}"/>
              </a:ext>
            </a:extLst>
          </p:cNvPr>
          <p:cNvSpPr/>
          <p:nvPr/>
        </p:nvSpPr>
        <p:spPr>
          <a:xfrm>
            <a:off x="4632960" y="5035284"/>
            <a:ext cx="2834640" cy="1535187"/>
          </a:xfrm>
          <a:prstGeom prst="rect">
            <a:avLst/>
          </a:prstGeom>
          <a:solidFill>
            <a:srgbClr val="FFFFFF"/>
          </a:solidFill>
          <a:ln/>
          <a:effectLst>
            <a:outerShdw blurRad="63500" dist="25400" dir="8100000" algn="bl" rotWithShape="0">
              <a:srgbClr val="000000">
                <a:alpha val="12000"/>
              </a:srgbClr>
            </a:outerShdw>
          </a:effectLst>
        </p:spPr>
        <p:txBody>
          <a:bodyPr/>
          <a:lstStyle/>
          <a:p>
            <a:endParaRPr lang="en-US" noProof="0" dirty="0"/>
          </a:p>
        </p:txBody>
      </p:sp>
      <p:sp>
        <p:nvSpPr>
          <p:cNvPr id="32" name="Shape 15">
            <a:extLst>
              <a:ext uri="{FF2B5EF4-FFF2-40B4-BE49-F238E27FC236}">
                <a16:creationId xmlns:a16="http://schemas.microsoft.com/office/drawing/2014/main" id="{03136A8F-DA66-501E-2070-5498829CEC84}"/>
              </a:ext>
            </a:extLst>
          </p:cNvPr>
          <p:cNvSpPr/>
          <p:nvPr/>
        </p:nvSpPr>
        <p:spPr>
          <a:xfrm>
            <a:off x="4632960" y="5035285"/>
            <a:ext cx="2834640" cy="402336"/>
          </a:xfrm>
          <a:prstGeom prst="rect">
            <a:avLst/>
          </a:prstGeom>
          <a:solidFill>
            <a:schemeClr val="bg2"/>
          </a:solidFill>
          <a:ln w="12700">
            <a:solidFill>
              <a:srgbClr val="0D9589"/>
            </a:solidFill>
          </a:ln>
        </p:spPr>
        <p:txBody>
          <a:bodyPr/>
          <a:lstStyle/>
          <a:p>
            <a:endParaRPr lang="en-US" noProof="0" dirty="0"/>
          </a:p>
        </p:txBody>
      </p:sp>
      <p:sp>
        <p:nvSpPr>
          <p:cNvPr id="33" name="Text 16">
            <a:extLst>
              <a:ext uri="{FF2B5EF4-FFF2-40B4-BE49-F238E27FC236}">
                <a16:creationId xmlns:a16="http://schemas.microsoft.com/office/drawing/2014/main" id="{BD7F7EDA-7403-A123-F2AA-8BE0CE8F055C}"/>
              </a:ext>
            </a:extLst>
          </p:cNvPr>
          <p:cNvSpPr/>
          <p:nvPr/>
        </p:nvSpPr>
        <p:spPr>
          <a:xfrm>
            <a:off x="4724400" y="5071861"/>
            <a:ext cx="2651760" cy="310896"/>
          </a:xfrm>
          <a:prstGeom prst="rect">
            <a:avLst/>
          </a:prstGeom>
          <a:noFill/>
          <a:ln/>
        </p:spPr>
        <p:txBody>
          <a:bodyPr wrap="square" lIns="0" tIns="0" rIns="0" bIns="0" rtlCol="0" anchor="ctr"/>
          <a:lstStyle/>
          <a:p>
            <a:pPr marL="0" indent="0" algn="ctr">
              <a:buNone/>
            </a:pPr>
            <a:r>
              <a:rPr lang="en-US" sz="1300" b="1" noProof="0" dirty="0">
                <a:latin typeface="Calibri" pitchFamily="34" charset="0"/>
                <a:ea typeface="Calibri" pitchFamily="34" charset="-122"/>
                <a:cs typeface="Calibri" pitchFamily="34" charset="-120"/>
              </a:rPr>
              <a:t>Resolver Case</a:t>
            </a:r>
            <a:endParaRPr lang="en-US" sz="1300" noProof="0" dirty="0"/>
          </a:p>
        </p:txBody>
      </p:sp>
      <p:sp>
        <p:nvSpPr>
          <p:cNvPr id="34" name="Text 17">
            <a:extLst>
              <a:ext uri="{FF2B5EF4-FFF2-40B4-BE49-F238E27FC236}">
                <a16:creationId xmlns:a16="http://schemas.microsoft.com/office/drawing/2014/main" id="{E866F4B2-1C98-66DE-E0AB-8888AB3276E7}"/>
              </a:ext>
            </a:extLst>
          </p:cNvPr>
          <p:cNvSpPr/>
          <p:nvPr/>
        </p:nvSpPr>
        <p:spPr>
          <a:xfrm>
            <a:off x="4724400" y="5509767"/>
            <a:ext cx="2651760" cy="2194560"/>
          </a:xfrm>
          <a:prstGeom prst="rect">
            <a:avLst/>
          </a:prstGeom>
          <a:noFill/>
          <a:ln/>
        </p:spPr>
        <p:txBody>
          <a:bodyPr wrap="square" lIns="0" tIns="0" rIns="0" bIns="0" rtlCol="0" anchor="t"/>
          <a:lstStyle/>
          <a:p>
            <a:pPr marL="0" indent="0">
              <a:buNone/>
            </a:pPr>
            <a:r>
              <a:rPr lang="en-US" sz="1050" noProof="0" dirty="0">
                <a:solidFill>
                  <a:srgbClr val="1E293B"/>
                </a:solidFill>
                <a:latin typeface="Calibri" pitchFamily="34" charset="0"/>
                <a:ea typeface="Calibri" pitchFamily="34" charset="-122"/>
                <a:cs typeface="Calibri" pitchFamily="34" charset="-120"/>
              </a:rPr>
              <a:t>A structured, ST-ready sheet linking an issue to its fix PRs/commits.</a:t>
            </a:r>
          </a:p>
          <a:p>
            <a:pPr marL="0" indent="0">
              <a:buNone/>
            </a:pPr>
            <a:endParaRPr lang="en-US" sz="1050" noProof="0" dirty="0">
              <a:solidFill>
                <a:srgbClr val="1E293B"/>
              </a:solidFill>
              <a:latin typeface="Calibri" pitchFamily="34" charset="0"/>
              <a:ea typeface="Calibri" pitchFamily="34" charset="-122"/>
              <a:cs typeface="Calibri" pitchFamily="34" charset="-120"/>
            </a:endParaRPr>
          </a:p>
          <a:p>
            <a:pPr marL="0" indent="0">
              <a:buNone/>
            </a:pPr>
            <a:r>
              <a:rPr lang="en-US" sz="1050" b="1" noProof="0" dirty="0">
                <a:solidFill>
                  <a:srgbClr val="1E293B"/>
                </a:solidFill>
                <a:latin typeface="Calibri" pitchFamily="34" charset="0"/>
                <a:ea typeface="Calibri" pitchFamily="34" charset="-122"/>
                <a:cs typeface="Calibri" pitchFamily="34" charset="-120"/>
              </a:rPr>
              <a:t>Contains</a:t>
            </a:r>
            <a:r>
              <a:rPr lang="en-US" sz="1050" noProof="0" dirty="0">
                <a:solidFill>
                  <a:srgbClr val="1E293B"/>
                </a:solidFill>
                <a:latin typeface="Calibri" pitchFamily="34" charset="0"/>
                <a:ea typeface="Calibri" pitchFamily="34" charset="-122"/>
                <a:cs typeface="Calibri" pitchFamily="34" charset="-120"/>
              </a:rPr>
              <a:t>: resolution status, confidence level, impacted files, text ready for the knowledge base.</a:t>
            </a:r>
            <a:endParaRPr lang="en-US" sz="1050" noProof="0" dirty="0"/>
          </a:p>
        </p:txBody>
      </p:sp>
      <p:pic>
        <p:nvPicPr>
          <p:cNvPr id="35" name="Graphic 34" descr="Back outline">
            <a:extLst>
              <a:ext uri="{FF2B5EF4-FFF2-40B4-BE49-F238E27FC236}">
                <a16:creationId xmlns:a16="http://schemas.microsoft.com/office/drawing/2014/main" id="{A4A35463-D13E-CB42-4E42-F369B99433C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9974399" flipH="1" flipV="1">
            <a:off x="7894477" y="5208210"/>
            <a:ext cx="1000399" cy="1000399"/>
          </a:xfrm>
          <a:prstGeom prst="rect">
            <a:avLst/>
          </a:prstGeom>
        </p:spPr>
      </p:pic>
      <p:pic>
        <p:nvPicPr>
          <p:cNvPr id="36" name="Graphic 35" descr="Back outline">
            <a:extLst>
              <a:ext uri="{FF2B5EF4-FFF2-40B4-BE49-F238E27FC236}">
                <a16:creationId xmlns:a16="http://schemas.microsoft.com/office/drawing/2014/main" id="{935E2A12-374E-CF62-7CC9-73816FC3A4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625601" flipV="1">
            <a:off x="3068524" y="5162330"/>
            <a:ext cx="1000399" cy="1000399"/>
          </a:xfrm>
          <a:prstGeom prst="rect">
            <a:avLst/>
          </a:prstGeom>
        </p:spPr>
      </p:pic>
      <p:sp>
        <p:nvSpPr>
          <p:cNvPr id="38" name="TextBox 37">
            <a:extLst>
              <a:ext uri="{FF2B5EF4-FFF2-40B4-BE49-F238E27FC236}">
                <a16:creationId xmlns:a16="http://schemas.microsoft.com/office/drawing/2014/main" id="{72FED638-CCAB-01FD-C114-52E9093BE7B7}"/>
              </a:ext>
            </a:extLst>
          </p:cNvPr>
          <p:cNvSpPr txBox="1"/>
          <p:nvPr/>
        </p:nvSpPr>
        <p:spPr>
          <a:xfrm>
            <a:off x="242558" y="1402149"/>
            <a:ext cx="6271666" cy="318998"/>
          </a:xfrm>
          <a:prstGeom prst="rect">
            <a:avLst/>
          </a:prstGeom>
          <a:noFill/>
        </p:spPr>
        <p:txBody>
          <a:bodyPr wrap="square">
            <a:spAutoFit/>
          </a:bodyPr>
          <a:lstStyle/>
          <a:p>
            <a:pPr marL="0" indent="0" algn="l">
              <a:lnSpc>
                <a:spcPct val="115000"/>
              </a:lnSpc>
              <a:buNone/>
            </a:pPr>
            <a:r>
              <a:rPr lang="en-US" sz="1400" b="1" noProof="0" dirty="0">
                <a:solidFill>
                  <a:srgbClr val="3CB4E6"/>
                </a:solidFill>
                <a:ea typeface="Calibri" pitchFamily="34" charset="-122"/>
                <a:cs typeface="Calibri" pitchFamily="34" charset="-120"/>
              </a:rPr>
              <a:t>Resolver Cases: what we built and how  </a:t>
            </a:r>
            <a:endParaRPr lang="en-US" sz="1400" noProof="0" dirty="0">
              <a:solidFill>
                <a:srgbClr val="3CB4E6"/>
              </a:solidFill>
            </a:endParaRPr>
          </a:p>
        </p:txBody>
      </p:sp>
      <p:sp>
        <p:nvSpPr>
          <p:cNvPr id="39" name="Shape 45">
            <a:extLst>
              <a:ext uri="{FF2B5EF4-FFF2-40B4-BE49-F238E27FC236}">
                <a16:creationId xmlns:a16="http://schemas.microsoft.com/office/drawing/2014/main" id="{07013E7E-BC63-0D47-9241-E036D4D7480C}"/>
              </a:ext>
            </a:extLst>
          </p:cNvPr>
          <p:cNvSpPr/>
          <p:nvPr/>
        </p:nvSpPr>
        <p:spPr>
          <a:xfrm>
            <a:off x="1746826" y="1861340"/>
            <a:ext cx="45719" cy="1247050"/>
          </a:xfrm>
          <a:prstGeom prst="rect">
            <a:avLst/>
          </a:prstGeom>
          <a:solidFill>
            <a:srgbClr val="425A78"/>
          </a:solidFill>
          <a:ln w="12700">
            <a:solidFill>
              <a:srgbClr val="000000"/>
            </a:solidFill>
            <a:prstDash val="solid"/>
          </a:ln>
        </p:spPr>
        <p:txBody>
          <a:bodyPr/>
          <a:lstStyle/>
          <a:p>
            <a:endParaRPr lang="en-US" noProof="0" dirty="0"/>
          </a:p>
        </p:txBody>
      </p:sp>
      <p:sp>
        <p:nvSpPr>
          <p:cNvPr id="3" name="Slide Number Placeholder 2">
            <a:extLst>
              <a:ext uri="{FF2B5EF4-FFF2-40B4-BE49-F238E27FC236}">
                <a16:creationId xmlns:a16="http://schemas.microsoft.com/office/drawing/2014/main" id="{97035D76-5D77-9771-AE63-EF590A868323}"/>
              </a:ext>
            </a:extLst>
          </p:cNvPr>
          <p:cNvSpPr>
            <a:spLocks noGrp="1"/>
          </p:cNvSpPr>
          <p:nvPr>
            <p:ph type="sldNum" sz="quarter" idx="12"/>
          </p:nvPr>
        </p:nvSpPr>
        <p:spPr/>
        <p:txBody>
          <a:bodyPr/>
          <a:lstStyle/>
          <a:p>
            <a:fld id="{40A7B169-58CE-4E65-B1F9-ACF9E46440C2}" type="slidenum">
              <a:rPr lang="en-US" noProof="0" smtClean="0"/>
              <a:t>44</a:t>
            </a:fld>
            <a:endParaRPr lang="en-US" noProof="0" dirty="0"/>
          </a:p>
        </p:txBody>
      </p:sp>
    </p:spTree>
    <p:extLst>
      <p:ext uri="{BB962C8B-B14F-4D97-AF65-F5344CB8AC3E}">
        <p14:creationId xmlns:p14="http://schemas.microsoft.com/office/powerpoint/2010/main" val="2247490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242477" y="-53443"/>
            <a:ext cx="11609159" cy="1247050"/>
          </a:xfrm>
        </p:spPr>
        <p:txBody>
          <a:bodyPr/>
          <a:lstStyle/>
          <a:p>
            <a:r>
              <a:rPr lang="en-US" sz="1800" b="1" noProof="0" dirty="0"/>
              <a:t>Resolver Cases : Why they matter</a:t>
            </a:r>
          </a:p>
        </p:txBody>
      </p:sp>
      <p:sp>
        <p:nvSpPr>
          <p:cNvPr id="3" name="Sub"/>
          <p:cNvSpPr/>
          <p:nvPr/>
        </p:nvSpPr>
        <p:spPr>
          <a:xfrm>
            <a:off x="250000" y="670000"/>
            <a:ext cx="11609159" cy="340000"/>
          </a:xfrm>
          <a:prstGeom prst="rect">
            <a:avLst/>
          </a:prstGeom>
          <a:noFill/>
        </p:spPr>
        <p:txBody>
          <a:bodyPr wrap="square" lIns="91440" tIns="45720" rIns="91440" bIns="45720"/>
          <a:lstStyle/>
          <a:p>
            <a:r>
              <a:rPr lang="en-US" sz="1200" i="1" noProof="0" dirty="0">
                <a:solidFill>
                  <a:schemeClr val="tx2">
                    <a:lumMod val="60000"/>
                    <a:lumOff val="40000"/>
                  </a:schemeClr>
                </a:solidFill>
              </a:rPr>
              <a:t>From "this bug exists" to "this bug was fixed , here is the proof"</a:t>
            </a:r>
          </a:p>
        </p:txBody>
      </p:sp>
      <p:sp>
        <p:nvSpPr>
          <p:cNvPr id="10" name="BeforeH"/>
          <p:cNvSpPr/>
          <p:nvPr/>
        </p:nvSpPr>
        <p:spPr>
          <a:xfrm>
            <a:off x="461789" y="1733443"/>
            <a:ext cx="5400000" cy="444853"/>
          </a:xfrm>
          <a:prstGeom prst="roundRect">
            <a:avLst>
              <a:gd name="adj" fmla="val 15000"/>
            </a:avLst>
          </a:prstGeom>
          <a:solidFill>
            <a:srgbClr val="C00000"/>
          </a:solidFill>
          <a:ln>
            <a:noFill/>
          </a:ln>
        </p:spPr>
        <p:txBody>
          <a:bodyPr wrap="square" lIns="152400" tIns="45720" rIns="152400" bIns="45720" anchor="ctr"/>
          <a:lstStyle/>
          <a:p>
            <a:pPr algn="ctr">
              <a:buNone/>
            </a:pPr>
            <a:r>
              <a:rPr lang="en-US" sz="1200" b="1" noProof="0" dirty="0">
                <a:solidFill>
                  <a:srgbClr val="FFFFFF"/>
                </a:solidFill>
              </a:rPr>
              <a:t>Before resolver cases — persona says:</a:t>
            </a:r>
          </a:p>
        </p:txBody>
      </p:sp>
      <p:sp>
        <p:nvSpPr>
          <p:cNvPr id="11" name="BeforeB"/>
          <p:cNvSpPr/>
          <p:nvPr/>
        </p:nvSpPr>
        <p:spPr>
          <a:xfrm>
            <a:off x="461789" y="2228296"/>
            <a:ext cx="5400000" cy="1030950"/>
          </a:xfrm>
          <a:prstGeom prst="roundRect">
            <a:avLst>
              <a:gd name="adj" fmla="val 6000"/>
            </a:avLst>
          </a:prstGeom>
          <a:solidFill>
            <a:schemeClr val="bg1"/>
          </a:solidFill>
          <a:ln w="19050">
            <a:solidFill>
              <a:srgbClr val="C00000"/>
            </a:solidFill>
          </a:ln>
        </p:spPr>
        <p:txBody>
          <a:bodyPr wrap="square" lIns="182880" tIns="91440" rIns="182880" bIns="91440" anchor="ctr"/>
          <a:lstStyle/>
          <a:p>
            <a:pPr algn="l">
              <a:buNone/>
            </a:pPr>
            <a:r>
              <a:rPr lang="en-US" sz="1200" b="0" i="1" noProof="0" dirty="0">
                <a:solidFill>
                  <a:schemeClr val="bg2">
                    <a:lumMod val="25000"/>
                  </a:schemeClr>
                </a:solidFill>
              </a:rPr>
              <a:t>"There is a known DMA issue on STM32H7."</a:t>
            </a:r>
          </a:p>
          <a:p>
            <a:pPr algn="l">
              <a:buNone/>
            </a:pPr>
            <a:r>
              <a:rPr lang="en-US" sz="1200" b="0" noProof="0" dirty="0">
                <a:solidFill>
                  <a:schemeClr val="bg2">
                    <a:lumMod val="25000"/>
                  </a:schemeClr>
                </a:solidFill>
              </a:rPr>
              <a:t>No fix status. No PR link. No changed files. No confidence.</a:t>
            </a:r>
          </a:p>
          <a:p>
            <a:pPr algn="l">
              <a:buNone/>
            </a:pPr>
            <a:endParaRPr lang="en-US" sz="950" b="0" noProof="0" dirty="0">
              <a:solidFill>
                <a:srgbClr val="791F1F"/>
              </a:solidFill>
            </a:endParaRPr>
          </a:p>
          <a:p>
            <a:pPr algn="ctr">
              <a:buNone/>
            </a:pPr>
            <a:r>
              <a:rPr lang="en-US" sz="1200" b="1" noProof="0" dirty="0">
                <a:solidFill>
                  <a:srgbClr val="DC2626"/>
                </a:solidFill>
              </a:rPr>
              <a:t>The engineer still has to search GitHub manually.</a:t>
            </a:r>
          </a:p>
        </p:txBody>
      </p:sp>
      <p:sp>
        <p:nvSpPr>
          <p:cNvPr id="12" name="AfterH"/>
          <p:cNvSpPr/>
          <p:nvPr/>
        </p:nvSpPr>
        <p:spPr>
          <a:xfrm>
            <a:off x="461789" y="3520246"/>
            <a:ext cx="5400000" cy="473607"/>
          </a:xfrm>
          <a:prstGeom prst="roundRect">
            <a:avLst>
              <a:gd name="adj" fmla="val 15000"/>
            </a:avLst>
          </a:prstGeom>
          <a:solidFill>
            <a:srgbClr val="0D9589"/>
          </a:solidFill>
          <a:ln>
            <a:noFill/>
          </a:ln>
        </p:spPr>
        <p:txBody>
          <a:bodyPr wrap="square" lIns="152400" tIns="45720" rIns="152400" bIns="45720" anchor="ctr"/>
          <a:lstStyle/>
          <a:p>
            <a:pPr algn="ctr">
              <a:buNone/>
            </a:pPr>
            <a:r>
              <a:rPr lang="en-US" sz="1200" b="1" noProof="0" dirty="0">
                <a:solidFill>
                  <a:srgbClr val="FFFFFF"/>
                </a:solidFill>
              </a:rPr>
              <a:t>After resolver cases — persona says:</a:t>
            </a:r>
          </a:p>
        </p:txBody>
      </p:sp>
      <p:sp>
        <p:nvSpPr>
          <p:cNvPr id="13" name="AfterB"/>
          <p:cNvSpPr/>
          <p:nvPr/>
        </p:nvSpPr>
        <p:spPr>
          <a:xfrm>
            <a:off x="461789" y="4043852"/>
            <a:ext cx="5400000" cy="1116393"/>
          </a:xfrm>
          <a:prstGeom prst="roundRect">
            <a:avLst>
              <a:gd name="adj" fmla="val 6000"/>
            </a:avLst>
          </a:prstGeom>
          <a:solidFill>
            <a:schemeClr val="bg1"/>
          </a:solidFill>
          <a:ln w="25400">
            <a:solidFill>
              <a:srgbClr val="0D9488"/>
            </a:solidFill>
          </a:ln>
        </p:spPr>
        <p:txBody>
          <a:bodyPr wrap="square" lIns="182880" tIns="91440" rIns="182880" bIns="91440" anchor="ctr"/>
          <a:lstStyle/>
          <a:p>
            <a:pPr algn="l">
              <a:buNone/>
            </a:pPr>
            <a:r>
              <a:rPr lang="en-US" sz="1200" b="0" i="1" noProof="0" dirty="0">
                <a:solidFill>
                  <a:schemeClr val="bg2">
                    <a:lumMod val="25000"/>
                  </a:schemeClr>
                </a:solidFill>
              </a:rPr>
              <a:t>"This DMA issue was fixed in PR #247 (merged).</a:t>
            </a:r>
          </a:p>
          <a:p>
            <a:pPr algn="l">
              <a:buNone/>
            </a:pPr>
            <a:r>
              <a:rPr lang="en-US" sz="1200" b="0" i="1" noProof="0" dirty="0">
                <a:solidFill>
                  <a:schemeClr val="bg2">
                    <a:lumMod val="25000"/>
                  </a:schemeClr>
                </a:solidFill>
              </a:rPr>
              <a:t> Files changed: stm32h7xx_hal_dma.c. Confidence: high."</a:t>
            </a:r>
          </a:p>
          <a:p>
            <a:pPr algn="l">
              <a:buNone/>
            </a:pPr>
            <a:endParaRPr lang="en-US" sz="950" b="1" noProof="0" dirty="0">
              <a:solidFill>
                <a:srgbClr val="059669"/>
              </a:solidFill>
            </a:endParaRPr>
          </a:p>
          <a:p>
            <a:pPr algn="ctr">
              <a:buNone/>
            </a:pPr>
            <a:r>
              <a:rPr lang="en-US" sz="1200" b="1" noProof="0" dirty="0">
                <a:solidFill>
                  <a:srgbClr val="0D9488"/>
                </a:solidFill>
              </a:rPr>
              <a:t>The engineer gets the answer immediately , no manual search.</a:t>
            </a:r>
          </a:p>
        </p:txBody>
      </p:sp>
      <p:sp>
        <p:nvSpPr>
          <p:cNvPr id="20" name="Impact"/>
          <p:cNvSpPr/>
          <p:nvPr/>
        </p:nvSpPr>
        <p:spPr>
          <a:xfrm>
            <a:off x="6184588" y="2100656"/>
            <a:ext cx="5700000" cy="2400000"/>
          </a:xfrm>
          <a:prstGeom prst="roundRect">
            <a:avLst>
              <a:gd name="adj" fmla="val 6000"/>
            </a:avLst>
          </a:prstGeom>
          <a:solidFill>
            <a:schemeClr val="bg1"/>
          </a:solidFill>
          <a:ln>
            <a:solidFill>
              <a:schemeClr val="tx1"/>
            </a:solidFill>
          </a:ln>
        </p:spPr>
        <p:txBody>
          <a:bodyPr wrap="square" lIns="228600" tIns="182880" rIns="228600" bIns="182880" anchor="t"/>
          <a:lstStyle/>
          <a:p>
            <a:pPr algn="l">
              <a:buNone/>
            </a:pPr>
            <a:r>
              <a:rPr lang="en-US" sz="1400" b="1" noProof="0" dirty="0">
                <a:solidFill>
                  <a:srgbClr val="0D9488"/>
                </a:solidFill>
              </a:rPr>
              <a:t>Impact on persona quality :</a:t>
            </a:r>
          </a:p>
          <a:p>
            <a:pPr algn="l">
              <a:buNone/>
            </a:pPr>
            <a:r>
              <a:rPr lang="en-US" sz="900" b="0" noProof="0" dirty="0">
                <a:solidFill>
                  <a:srgbClr val="CBD5E1"/>
                </a:solidFill>
              </a:rPr>
              <a:t> </a:t>
            </a:r>
          </a:p>
          <a:p>
            <a:pPr marL="171450" indent="-171450" algn="l">
              <a:buFont typeface="Arial" panose="020B0604020202020204" pitchFamily="34" charset="0"/>
              <a:buChar char="•"/>
            </a:pPr>
            <a:r>
              <a:rPr lang="en-US" sz="1200" b="0" noProof="0" dirty="0"/>
              <a:t>Eliminated "I don't know" on fix-status questions</a:t>
            </a:r>
          </a:p>
          <a:p>
            <a:pPr algn="l"/>
            <a:r>
              <a:rPr lang="en-US" sz="1200" b="0" noProof="0" dirty="0"/>
              <a:t> </a:t>
            </a:r>
          </a:p>
          <a:p>
            <a:pPr marL="171450" indent="-171450" algn="l">
              <a:buFont typeface="Arial" panose="020B0604020202020204" pitchFamily="34" charset="0"/>
              <a:buChar char="•"/>
            </a:pPr>
            <a:r>
              <a:rPr lang="en-US" sz="1200" b="0" noProof="0" dirty="0"/>
              <a:t>Persona now provides: fix status, PR link, changed files, confidence level</a:t>
            </a:r>
          </a:p>
          <a:p>
            <a:pPr algn="l"/>
            <a:r>
              <a:rPr lang="en-US" sz="1200" b="0" noProof="0" dirty="0"/>
              <a:t> </a:t>
            </a:r>
          </a:p>
          <a:p>
            <a:pPr marL="171450" indent="-171450" algn="l">
              <a:buFont typeface="Arial" panose="020B0604020202020204" pitchFamily="34" charset="0"/>
              <a:buChar char="•"/>
            </a:pPr>
            <a:r>
              <a:rPr lang="en-US" sz="1200" b="0" noProof="0" dirty="0"/>
              <a:t>Prevents unsupported "it was fixed" claims , confidence-gated</a:t>
            </a:r>
          </a:p>
          <a:p>
            <a:pPr algn="l">
              <a:buNone/>
            </a:pPr>
            <a:r>
              <a:rPr lang="en-US" sz="900" b="0" noProof="0" dirty="0">
                <a:solidFill>
                  <a:srgbClr val="CBD5E1"/>
                </a:solidFill>
              </a:rPr>
              <a:t> </a:t>
            </a:r>
          </a:p>
          <a:p>
            <a:pPr algn="l">
              <a:buNone/>
            </a:pPr>
            <a:r>
              <a:rPr lang="en-US" sz="1100" b="1" noProof="0" dirty="0">
                <a:solidFill>
                  <a:srgbClr val="0D9488"/>
                </a:solidFill>
              </a:rPr>
              <a:t>Direct QI boost: </a:t>
            </a:r>
          </a:p>
          <a:p>
            <a:pPr algn="l">
              <a:buNone/>
            </a:pPr>
            <a:endParaRPr lang="en-US" sz="1100" b="1" noProof="0" dirty="0">
              <a:solidFill>
                <a:srgbClr val="0D9488"/>
              </a:solidFill>
            </a:endParaRPr>
          </a:p>
          <a:p>
            <a:pPr algn="ctr">
              <a:buNone/>
            </a:pPr>
            <a:r>
              <a:rPr lang="en-US" sz="1200" b="1" noProof="0" dirty="0">
                <a:solidFill>
                  <a:srgbClr val="C00000"/>
                </a:solidFill>
              </a:rPr>
              <a:t>The persona acts like a support engineer, not a search engine.</a:t>
            </a:r>
          </a:p>
        </p:txBody>
      </p:sp>
      <p:sp>
        <p:nvSpPr>
          <p:cNvPr id="30" name="Tag"/>
          <p:cNvSpPr/>
          <p:nvPr/>
        </p:nvSpPr>
        <p:spPr>
          <a:xfrm>
            <a:off x="372663" y="5627246"/>
            <a:ext cx="11400000" cy="360000"/>
          </a:xfrm>
          <a:prstGeom prst="roundRect">
            <a:avLst>
              <a:gd name="adj" fmla="val 15000"/>
            </a:avLst>
          </a:prstGeom>
          <a:solidFill>
            <a:srgbClr val="E1F5EE"/>
          </a:solidFill>
          <a:ln w="19050">
            <a:solidFill>
              <a:srgbClr val="0D9488"/>
            </a:solidFill>
          </a:ln>
        </p:spPr>
        <p:txBody>
          <a:bodyPr wrap="square" lIns="182880" tIns="45720" rIns="182880" bIns="45720" anchor="ctr"/>
          <a:lstStyle/>
          <a:p>
            <a:pPr algn="ctr">
              <a:buNone/>
            </a:pPr>
            <a:r>
              <a:rPr lang="en-US" sz="1200" b="1" noProof="0" dirty="0">
                <a:solidFill>
                  <a:srgbClr val="085041"/>
                </a:solidFill>
              </a:rPr>
              <a:t>Without resolver cases, the persona reports bugs. With them, it resolves them.</a:t>
            </a:r>
          </a:p>
        </p:txBody>
      </p:sp>
      <p:sp>
        <p:nvSpPr>
          <p:cNvPr id="5" name="Shape 4">
            <a:extLst>
              <a:ext uri="{FF2B5EF4-FFF2-40B4-BE49-F238E27FC236}">
                <a16:creationId xmlns:a16="http://schemas.microsoft.com/office/drawing/2014/main" id="{4120FA0E-A82D-B57C-181F-F75C16A61CDD}"/>
              </a:ext>
            </a:extLst>
          </p:cNvPr>
          <p:cNvSpPr/>
          <p:nvPr/>
        </p:nvSpPr>
        <p:spPr>
          <a:xfrm>
            <a:off x="250000" y="987140"/>
            <a:ext cx="8229600" cy="22860"/>
          </a:xfrm>
          <a:prstGeom prst="rect">
            <a:avLst/>
          </a:prstGeom>
          <a:solidFill>
            <a:srgbClr val="CBD5E1"/>
          </a:solidFill>
          <a:ln w="12700">
            <a:solidFill>
              <a:srgbClr val="000000"/>
            </a:solidFill>
            <a:prstDash val="solid"/>
          </a:ln>
        </p:spPr>
        <p:txBody>
          <a:bodyPr/>
          <a:lstStyle/>
          <a:p>
            <a:endParaRPr lang="en-US" noProof="0" dirty="0"/>
          </a:p>
        </p:txBody>
      </p:sp>
      <p:pic>
        <p:nvPicPr>
          <p:cNvPr id="7" name="Image 6">
            <a:extLst>
              <a:ext uri="{FF2B5EF4-FFF2-40B4-BE49-F238E27FC236}">
                <a16:creationId xmlns:a16="http://schemas.microsoft.com/office/drawing/2014/main" id="{ECE3D956-2B4C-0BF2-5FC3-1D771CB5AA22}"/>
              </a:ext>
            </a:extLst>
          </p:cNvPr>
          <p:cNvPicPr>
            <a:picLocks noChangeAspect="1"/>
          </p:cNvPicPr>
          <p:nvPr/>
        </p:nvPicPr>
        <p:blipFill>
          <a:blip r:embed="rId3"/>
          <a:stretch>
            <a:fillRect/>
          </a:stretch>
        </p:blipFill>
        <p:spPr>
          <a:xfrm>
            <a:off x="6044512" y="4602048"/>
            <a:ext cx="5937310" cy="689080"/>
          </a:xfrm>
          <a:prstGeom prst="rect">
            <a:avLst/>
          </a:prstGeom>
        </p:spPr>
      </p:pic>
      <p:sp>
        <p:nvSpPr>
          <p:cNvPr id="9" name="Rectangle 8">
            <a:extLst>
              <a:ext uri="{FF2B5EF4-FFF2-40B4-BE49-F238E27FC236}">
                <a16:creationId xmlns:a16="http://schemas.microsoft.com/office/drawing/2014/main" id="{EFFC7C12-2427-CA5A-50AF-9DC5B969CF33}"/>
              </a:ext>
            </a:extLst>
          </p:cNvPr>
          <p:cNvSpPr/>
          <p:nvPr/>
        </p:nvSpPr>
        <p:spPr>
          <a:xfrm>
            <a:off x="11184363" y="4566250"/>
            <a:ext cx="457200" cy="815803"/>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sp>
        <p:nvSpPr>
          <p:cNvPr id="6" name="TextBox 5">
            <a:extLst>
              <a:ext uri="{FF2B5EF4-FFF2-40B4-BE49-F238E27FC236}">
                <a16:creationId xmlns:a16="http://schemas.microsoft.com/office/drawing/2014/main" id="{FB60DF4F-BB43-200F-6A21-F0EC16815419}"/>
              </a:ext>
            </a:extLst>
          </p:cNvPr>
          <p:cNvSpPr txBox="1"/>
          <p:nvPr/>
        </p:nvSpPr>
        <p:spPr>
          <a:xfrm>
            <a:off x="11426952" y="6348889"/>
            <a:ext cx="6272784" cy="261610"/>
          </a:xfrm>
          <a:prstGeom prst="rect">
            <a:avLst/>
          </a:prstGeom>
          <a:noFill/>
        </p:spPr>
        <p:txBody>
          <a:bodyPr wrap="square">
            <a:spAutoFit/>
          </a:bodyPr>
          <a:lstStyle/>
          <a:p>
            <a:fld id="{40A7B169-58CE-4E65-B1F9-ACF9E46440C2}" type="slidenum">
              <a:rPr lang="en-US" sz="1100" noProof="0" smtClean="0">
                <a:solidFill>
                  <a:schemeClr val="bg2">
                    <a:lumMod val="25000"/>
                  </a:schemeClr>
                </a:solidFill>
              </a:rPr>
              <a:pPr/>
              <a:t>45</a:t>
            </a:fld>
            <a:endParaRPr lang="en-US" sz="1100" noProof="0" dirty="0">
              <a:solidFill>
                <a:schemeClr val="bg2">
                  <a:lumMod val="25000"/>
                </a:schemeClr>
              </a:solidFill>
            </a:endParaRPr>
          </a:p>
        </p:txBody>
      </p:sp>
      <p:sp>
        <p:nvSpPr>
          <p:cNvPr id="15" name="TextBox 14">
            <a:extLst>
              <a:ext uri="{FF2B5EF4-FFF2-40B4-BE49-F238E27FC236}">
                <a16:creationId xmlns:a16="http://schemas.microsoft.com/office/drawing/2014/main" id="{499453CF-C8A9-B376-F606-209C58CB6994}"/>
              </a:ext>
            </a:extLst>
          </p:cNvPr>
          <p:cNvSpPr txBox="1"/>
          <p:nvPr/>
        </p:nvSpPr>
        <p:spPr>
          <a:xfrm>
            <a:off x="234954" y="1191633"/>
            <a:ext cx="9021336" cy="292388"/>
          </a:xfrm>
          <a:prstGeom prst="rect">
            <a:avLst/>
          </a:prstGeom>
          <a:noFill/>
        </p:spPr>
        <p:txBody>
          <a:bodyPr wrap="square">
            <a:spAutoFit/>
          </a:bodyPr>
          <a:lstStyle/>
          <a:p>
            <a:r>
              <a:rPr lang="en-US" sz="1300" b="1" i="0" noProof="0" dirty="0">
                <a:solidFill>
                  <a:schemeClr val="bg2">
                    <a:lumMod val="10000"/>
                  </a:schemeClr>
                </a:solidFill>
                <a:effectLst/>
              </a:rPr>
              <a:t>Is there a confirmed fix for this STM32H7 DMA issue?</a:t>
            </a:r>
            <a:endParaRPr lang="en-US" sz="1300" noProof="0" dirty="0">
              <a:solidFill>
                <a:schemeClr val="bg2">
                  <a:lumMod val="10000"/>
                </a:schemeClr>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477" y="-53443"/>
            <a:ext cx="11609159" cy="1247050"/>
          </a:xfrm>
        </p:spPr>
        <p:txBody>
          <a:bodyPr/>
          <a:lstStyle/>
          <a:p>
            <a:r>
              <a:rPr lang="en-US" sz="1800" b="1" noProof="0" dirty="0"/>
              <a:t>Resolver Cases — Tracing Bugs to Their Fix</a:t>
            </a:r>
            <a:endParaRPr lang="en-US" sz="1800" noProof="0" dirty="0"/>
          </a:p>
        </p:txBody>
      </p:sp>
      <p:sp>
        <p:nvSpPr>
          <p:cNvPr id="20" name="Sub"/>
          <p:cNvSpPr>
            <a:spLocks noGrp="1"/>
          </p:cNvSpPr>
          <p:nvPr/>
        </p:nvSpPr>
        <p:spPr>
          <a:xfrm>
            <a:off x="145420" y="659139"/>
            <a:ext cx="11609159" cy="450000"/>
          </a:xfrm>
          <a:prstGeom prst="rect">
            <a:avLst/>
          </a:prstGeom>
          <a:noFill/>
        </p:spPr>
        <p:txBody>
          <a:bodyPr wrap="square" lIns="91440" tIns="45720" rIns="91440" bIns="45720"/>
          <a:lstStyle/>
          <a:p>
            <a:r>
              <a:rPr lang="en-US" sz="1100" b="0" i="1" noProof="0" dirty="0">
                <a:solidFill>
                  <a:srgbClr val="475569"/>
                </a:solidFill>
              </a:rPr>
              <a:t>Going beyond issue similarity: linking confirmed resolutions</a:t>
            </a:r>
          </a:p>
        </p:txBody>
      </p:sp>
      <p:sp>
        <p:nvSpPr>
          <p:cNvPr id="4" name="Slide Number Placeholder 3">
            <a:extLst>
              <a:ext uri="{FF2B5EF4-FFF2-40B4-BE49-F238E27FC236}">
                <a16:creationId xmlns:a16="http://schemas.microsoft.com/office/drawing/2014/main" id="{D257149D-A227-0A19-9853-FDE4560A0FF0}"/>
              </a:ext>
            </a:extLst>
          </p:cNvPr>
          <p:cNvSpPr>
            <a:spLocks noGrp="1"/>
          </p:cNvSpPr>
          <p:nvPr>
            <p:ph type="sldNum" sz="quarter" idx="12"/>
          </p:nvPr>
        </p:nvSpPr>
        <p:spPr/>
        <p:txBody>
          <a:bodyPr/>
          <a:lstStyle/>
          <a:p>
            <a:fld id="{40A7B169-58CE-4E65-B1F9-ACF9E46440C2}" type="slidenum">
              <a:rPr lang="en-US" noProof="0" smtClean="0"/>
              <a:t>46</a:t>
            </a:fld>
            <a:endParaRPr lang="en-US" noProof="0" dirty="0"/>
          </a:p>
        </p:txBody>
      </p:sp>
      <p:pic>
        <p:nvPicPr>
          <p:cNvPr id="8" name="Image 7">
            <a:extLst>
              <a:ext uri="{FF2B5EF4-FFF2-40B4-BE49-F238E27FC236}">
                <a16:creationId xmlns:a16="http://schemas.microsoft.com/office/drawing/2014/main" id="{A35FE891-BB16-18DE-4AD9-2DD8E8B4154E}"/>
              </a:ext>
            </a:extLst>
          </p:cNvPr>
          <p:cNvPicPr>
            <a:picLocks noChangeAspect="1"/>
          </p:cNvPicPr>
          <p:nvPr/>
        </p:nvPicPr>
        <p:blipFill>
          <a:blip r:embed="rId3">
            <a:extLst>
              <a:ext uri="{28A0092B-C50C-407E-A947-70E740481C1C}">
                <a14:useLocalDpi xmlns:a14="http://schemas.microsoft.com/office/drawing/2010/main" val="0"/>
              </a:ext>
            </a:extLst>
          </a:blip>
          <a:srcRect l="1448" t="9092" r="1448" b="520"/>
          <a:stretch>
            <a:fillRect/>
          </a:stretch>
        </p:blipFill>
        <p:spPr>
          <a:xfrm>
            <a:off x="1597554" y="1193607"/>
            <a:ext cx="8899003" cy="5522470"/>
          </a:xfrm>
          <a:prstGeom prst="rect">
            <a:avLst/>
          </a:prstGeom>
        </p:spPr>
      </p:pic>
      <p:sp>
        <p:nvSpPr>
          <p:cNvPr id="9" name="Shape 4">
            <a:extLst>
              <a:ext uri="{FF2B5EF4-FFF2-40B4-BE49-F238E27FC236}">
                <a16:creationId xmlns:a16="http://schemas.microsoft.com/office/drawing/2014/main" id="{1EA12F07-0C3B-C9F4-0B2B-A8C38C7D101F}"/>
              </a:ext>
            </a:extLst>
          </p:cNvPr>
          <p:cNvSpPr/>
          <p:nvPr/>
        </p:nvSpPr>
        <p:spPr>
          <a:xfrm>
            <a:off x="250000" y="987140"/>
            <a:ext cx="8229600" cy="22860"/>
          </a:xfrm>
          <a:prstGeom prst="rect">
            <a:avLst/>
          </a:prstGeom>
          <a:solidFill>
            <a:srgbClr val="CBD5E1"/>
          </a:solidFill>
          <a:ln w="12700">
            <a:solidFill>
              <a:srgbClr val="000000"/>
            </a:solidFill>
            <a:prstDash val="solid"/>
          </a:ln>
        </p:spPr>
        <p:txBody>
          <a:bodyPr/>
          <a:lstStyle/>
          <a:p>
            <a:endParaRPr lang="en-US" noProof="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3A488-018B-4302-49C0-721CDF7BE8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5B16A2-C867-2336-9107-225646CB773F}"/>
              </a:ext>
            </a:extLst>
          </p:cNvPr>
          <p:cNvSpPr>
            <a:spLocks noGrp="1"/>
          </p:cNvSpPr>
          <p:nvPr>
            <p:ph type="title"/>
          </p:nvPr>
        </p:nvSpPr>
        <p:spPr>
          <a:xfrm>
            <a:off x="340364" y="-209366"/>
            <a:ext cx="11609159" cy="1247050"/>
          </a:xfrm>
        </p:spPr>
        <p:txBody>
          <a:bodyPr/>
          <a:lstStyle/>
          <a:p>
            <a:r>
              <a:rPr lang="en-US" sz="1800" b="1" noProof="0" dirty="0"/>
              <a:t>Pipeline: Data Generation</a:t>
            </a:r>
            <a:r>
              <a:rPr lang="en-US" sz="1800" b="1" noProof="0" dirty="0">
                <a:solidFill>
                  <a:srgbClr val="1B2A3B"/>
                </a:solidFill>
                <a:latin typeface="+mn-lt"/>
              </a:rPr>
              <a:t>(</a:t>
            </a:r>
            <a:r>
              <a:rPr lang="en-US" sz="1800" b="1" noProof="0" dirty="0">
                <a:solidFill>
                  <a:srgbClr val="0D9488"/>
                </a:solidFill>
                <a:latin typeface="+mn-lt"/>
              </a:rPr>
              <a:t>Diagnostic cards</a:t>
            </a:r>
            <a:r>
              <a:rPr lang="en-US" sz="1800" b="1" noProof="0" dirty="0">
                <a:solidFill>
                  <a:srgbClr val="1B2A3B"/>
                </a:solidFill>
                <a:latin typeface="+mn-lt"/>
              </a:rPr>
              <a:t>)</a:t>
            </a:r>
            <a:endParaRPr lang="en-US" sz="1800" noProof="0" dirty="0">
              <a:latin typeface="+mn-lt"/>
            </a:endParaRPr>
          </a:p>
        </p:txBody>
      </p:sp>
      <p:sp>
        <p:nvSpPr>
          <p:cNvPr id="56" name="TextBox 55">
            <a:extLst>
              <a:ext uri="{FF2B5EF4-FFF2-40B4-BE49-F238E27FC236}">
                <a16:creationId xmlns:a16="http://schemas.microsoft.com/office/drawing/2014/main" id="{928AA731-CBB2-62D5-6B39-87135F5FA331}"/>
              </a:ext>
            </a:extLst>
          </p:cNvPr>
          <p:cNvSpPr txBox="1"/>
          <p:nvPr/>
        </p:nvSpPr>
        <p:spPr>
          <a:xfrm>
            <a:off x="291502" y="635702"/>
            <a:ext cx="6173779" cy="276999"/>
          </a:xfrm>
          <a:prstGeom prst="rect">
            <a:avLst/>
          </a:prstGeom>
          <a:noFill/>
        </p:spPr>
        <p:txBody>
          <a:bodyPr wrap="square">
            <a:spAutoFit/>
          </a:bodyPr>
          <a:lstStyle/>
          <a:p>
            <a:pPr marL="0" indent="0" algn="l">
              <a:buNone/>
            </a:pPr>
            <a:r>
              <a:rPr lang="en-US" sz="1200" b="1" noProof="0" dirty="0">
                <a:solidFill>
                  <a:srgbClr val="425A78"/>
                </a:solidFill>
              </a:rPr>
              <a:t>Delivery — Why structure the final output?</a:t>
            </a:r>
          </a:p>
        </p:txBody>
      </p:sp>
      <p:sp>
        <p:nvSpPr>
          <p:cNvPr id="57" name="Text 3">
            <a:extLst>
              <a:ext uri="{FF2B5EF4-FFF2-40B4-BE49-F238E27FC236}">
                <a16:creationId xmlns:a16="http://schemas.microsoft.com/office/drawing/2014/main" id="{09EE2DC9-ABD3-F778-A8FB-C261AD444FC5}"/>
              </a:ext>
            </a:extLst>
          </p:cNvPr>
          <p:cNvSpPr/>
          <p:nvPr/>
        </p:nvSpPr>
        <p:spPr>
          <a:xfrm>
            <a:off x="390663" y="921845"/>
            <a:ext cx="8229600" cy="256032"/>
          </a:xfrm>
          <a:prstGeom prst="rect">
            <a:avLst/>
          </a:prstGeom>
          <a:noFill/>
          <a:ln/>
        </p:spPr>
        <p:txBody>
          <a:bodyPr wrap="square" lIns="0" tIns="0" rIns="0" bIns="0" rtlCol="0" anchor="ctr"/>
          <a:lstStyle/>
          <a:p>
            <a:pPr marL="0" indent="0" algn="l">
              <a:buNone/>
            </a:pPr>
            <a:r>
              <a:rPr lang="en-US" sz="1200" i="1" noProof="0" dirty="0">
                <a:solidFill>
                  <a:srgbClr val="64748B"/>
                </a:solidFill>
              </a:rPr>
              <a:t>Des exports ST-ready = actionable cases, ready to integrate</a:t>
            </a:r>
          </a:p>
        </p:txBody>
      </p:sp>
      <p:sp>
        <p:nvSpPr>
          <p:cNvPr id="58" name="Shape 4">
            <a:extLst>
              <a:ext uri="{FF2B5EF4-FFF2-40B4-BE49-F238E27FC236}">
                <a16:creationId xmlns:a16="http://schemas.microsoft.com/office/drawing/2014/main" id="{9F0BE9D3-BD01-A147-3600-BC57E9B2600D}"/>
              </a:ext>
            </a:extLst>
          </p:cNvPr>
          <p:cNvSpPr/>
          <p:nvPr/>
        </p:nvSpPr>
        <p:spPr>
          <a:xfrm>
            <a:off x="340364" y="1302803"/>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38" name="TextBox 37">
            <a:extLst>
              <a:ext uri="{FF2B5EF4-FFF2-40B4-BE49-F238E27FC236}">
                <a16:creationId xmlns:a16="http://schemas.microsoft.com/office/drawing/2014/main" id="{D03175C6-48E7-CD52-27D9-EBC22AB1482D}"/>
              </a:ext>
            </a:extLst>
          </p:cNvPr>
          <p:cNvSpPr txBox="1"/>
          <p:nvPr/>
        </p:nvSpPr>
        <p:spPr>
          <a:xfrm>
            <a:off x="291502" y="1444095"/>
            <a:ext cx="6271666" cy="318998"/>
          </a:xfrm>
          <a:prstGeom prst="rect">
            <a:avLst/>
          </a:prstGeom>
          <a:noFill/>
        </p:spPr>
        <p:txBody>
          <a:bodyPr wrap="square">
            <a:spAutoFit/>
          </a:bodyPr>
          <a:lstStyle/>
          <a:p>
            <a:pPr marL="0" indent="0" algn="l">
              <a:lnSpc>
                <a:spcPct val="115000"/>
              </a:lnSpc>
              <a:buNone/>
            </a:pPr>
            <a:r>
              <a:rPr lang="en-US" sz="1400" b="1" noProof="0" dirty="0">
                <a:solidFill>
                  <a:srgbClr val="3CB4E6"/>
                </a:solidFill>
                <a:ea typeface="Calibri" pitchFamily="34" charset="-122"/>
                <a:cs typeface="Calibri" pitchFamily="34" charset="-120"/>
              </a:rPr>
              <a:t>Diagnostic Cards: what we built and how  </a:t>
            </a:r>
            <a:endParaRPr lang="en-US" sz="1400" noProof="0" dirty="0">
              <a:solidFill>
                <a:srgbClr val="3CB4E6"/>
              </a:solidFill>
            </a:endParaRPr>
          </a:p>
        </p:txBody>
      </p:sp>
      <p:sp>
        <p:nvSpPr>
          <p:cNvPr id="5" name="Shape 4">
            <a:extLst>
              <a:ext uri="{FF2B5EF4-FFF2-40B4-BE49-F238E27FC236}">
                <a16:creationId xmlns:a16="http://schemas.microsoft.com/office/drawing/2014/main" id="{E2C33855-0E54-7B18-9EBD-3D94DDC61885}"/>
              </a:ext>
            </a:extLst>
          </p:cNvPr>
          <p:cNvSpPr/>
          <p:nvPr/>
        </p:nvSpPr>
        <p:spPr>
          <a:xfrm>
            <a:off x="1551380" y="1915062"/>
            <a:ext cx="9763272" cy="763128"/>
          </a:xfrm>
          <a:prstGeom prst="rect">
            <a:avLst/>
          </a:prstGeom>
          <a:solidFill>
            <a:srgbClr val="F8FAFC"/>
          </a:solidFill>
          <a:ln/>
          <a:effectLst>
            <a:outerShdw blurRad="63500" dist="25400" dir="8100000" algn="bl" rotWithShape="0">
              <a:srgbClr val="000000">
                <a:alpha val="12000"/>
              </a:srgbClr>
            </a:outerShdw>
          </a:effectLst>
        </p:spPr>
        <p:txBody>
          <a:bodyPr/>
          <a:lstStyle/>
          <a:p>
            <a:endParaRPr lang="en-US" noProof="0" dirty="0"/>
          </a:p>
        </p:txBody>
      </p:sp>
      <p:sp>
        <p:nvSpPr>
          <p:cNvPr id="6" name="Text 5">
            <a:extLst>
              <a:ext uri="{FF2B5EF4-FFF2-40B4-BE49-F238E27FC236}">
                <a16:creationId xmlns:a16="http://schemas.microsoft.com/office/drawing/2014/main" id="{6D6E7441-7833-8AF4-080E-491A65F134CB}"/>
              </a:ext>
            </a:extLst>
          </p:cNvPr>
          <p:cNvSpPr/>
          <p:nvPr/>
        </p:nvSpPr>
        <p:spPr>
          <a:xfrm>
            <a:off x="1670613" y="1760060"/>
            <a:ext cx="9700055" cy="1024128"/>
          </a:xfrm>
          <a:prstGeom prst="rect">
            <a:avLst/>
          </a:prstGeom>
          <a:noFill/>
          <a:ln/>
        </p:spPr>
        <p:txBody>
          <a:bodyPr wrap="square" rtlCol="0" anchor="ctr"/>
          <a:lstStyle/>
          <a:p>
            <a:pPr marL="0" indent="0">
              <a:lnSpc>
                <a:spcPct val="150000"/>
              </a:lnSpc>
              <a:buNone/>
            </a:pPr>
            <a:r>
              <a:rPr lang="en-US" sz="1050" b="1" noProof="0" dirty="0">
                <a:solidFill>
                  <a:srgbClr val="3CB4E6"/>
                </a:solidFill>
                <a:ea typeface="Calibri" pitchFamily="34" charset="-122"/>
                <a:cs typeface="Calibri" pitchFamily="34" charset="-120"/>
              </a:rPr>
              <a:t>Real need: </a:t>
            </a:r>
            <a:r>
              <a:rPr lang="en-US" sz="1050" noProof="0" dirty="0">
                <a:solidFill>
                  <a:srgbClr val="1E293B"/>
                </a:solidFill>
                <a:ea typeface="Calibri" pitchFamily="34" charset="-122"/>
                <a:cs typeface="Calibri" pitchFamily="34" charset="-120"/>
              </a:rPr>
              <a:t>An ST engineer receives a customer question: “</a:t>
            </a:r>
            <a:r>
              <a:rPr lang="en-US" sz="1050" b="1" noProof="0" dirty="0">
                <a:solidFill>
                  <a:srgbClr val="1E293B"/>
                </a:solidFill>
                <a:ea typeface="Calibri" pitchFamily="34" charset="-122"/>
                <a:cs typeface="Calibri" pitchFamily="34" charset="-120"/>
              </a:rPr>
              <a:t>My </a:t>
            </a:r>
            <a:r>
              <a:rPr lang="en-US" sz="1050" b="1" noProof="0" dirty="0" err="1">
                <a:solidFill>
                  <a:srgbClr val="1E293B"/>
                </a:solidFill>
                <a:ea typeface="Calibri" pitchFamily="34" charset="-122"/>
                <a:cs typeface="Calibri" pitchFamily="34" charset="-120"/>
              </a:rPr>
              <a:t>HAL_SPI_Transmit_DMA</a:t>
            </a:r>
            <a:r>
              <a:rPr lang="en-US" sz="1050" b="1" noProof="0" dirty="0">
                <a:solidFill>
                  <a:srgbClr val="1E293B"/>
                </a:solidFill>
                <a:ea typeface="Calibri" pitchFamily="34" charset="-122"/>
                <a:cs typeface="Calibri" pitchFamily="34" charset="-120"/>
              </a:rPr>
              <a:t> blocks on 2 bytes, why?”, </a:t>
            </a:r>
            <a:r>
              <a:rPr lang="en-US" sz="1050" noProof="0" dirty="0">
                <a:solidFill>
                  <a:srgbClr val="1E293B"/>
                </a:solidFill>
                <a:ea typeface="Calibri" pitchFamily="34" charset="-122"/>
                <a:cs typeface="Calibri" pitchFamily="34" charset="-120"/>
              </a:rPr>
              <a:t>They need a </a:t>
            </a:r>
            <a:r>
              <a:rPr lang="en-US" sz="1050" b="1" noProof="0" dirty="0">
                <a:solidFill>
                  <a:srgbClr val="1E293B"/>
                </a:solidFill>
                <a:ea typeface="Calibri" pitchFamily="34" charset="-122"/>
                <a:cs typeface="Calibri" pitchFamily="34" charset="-120"/>
              </a:rPr>
              <a:t>structured</a:t>
            </a:r>
            <a:r>
              <a:rPr lang="en-US" sz="1050" noProof="0" dirty="0">
                <a:solidFill>
                  <a:srgbClr val="1E293B"/>
                </a:solidFill>
                <a:ea typeface="Calibri" pitchFamily="34" charset="-122"/>
                <a:cs typeface="Calibri" pitchFamily="34" charset="-120"/>
              </a:rPr>
              <a:t>, </a:t>
            </a:r>
            <a:r>
              <a:rPr lang="en-US" sz="1050" b="1" noProof="0" dirty="0">
                <a:solidFill>
                  <a:srgbClr val="1E293B"/>
                </a:solidFill>
                <a:ea typeface="Calibri" pitchFamily="34" charset="-122"/>
                <a:cs typeface="Calibri" pitchFamily="34" charset="-120"/>
              </a:rPr>
              <a:t>ready-to-use diagnostic card</a:t>
            </a:r>
            <a:r>
              <a:rPr lang="en-US" sz="1050" noProof="0" dirty="0">
                <a:solidFill>
                  <a:srgbClr val="1E293B"/>
                </a:solidFill>
                <a:ea typeface="Calibri" pitchFamily="34" charset="-122"/>
                <a:cs typeface="Calibri" pitchFamily="34" charset="-120"/>
              </a:rPr>
              <a:t>, not just a GitHub ticket or a link to a GitHub ticket.</a:t>
            </a:r>
          </a:p>
        </p:txBody>
      </p:sp>
      <p:sp>
        <p:nvSpPr>
          <p:cNvPr id="7" name="Shape 6">
            <a:extLst>
              <a:ext uri="{FF2B5EF4-FFF2-40B4-BE49-F238E27FC236}">
                <a16:creationId xmlns:a16="http://schemas.microsoft.com/office/drawing/2014/main" id="{FEF9DA4A-8BAD-F7D2-F526-E85E8C2B6EDE}"/>
              </a:ext>
            </a:extLst>
          </p:cNvPr>
          <p:cNvSpPr/>
          <p:nvPr/>
        </p:nvSpPr>
        <p:spPr>
          <a:xfrm>
            <a:off x="7062692" y="3094299"/>
            <a:ext cx="4251960" cy="3194819"/>
          </a:xfrm>
          <a:prstGeom prst="rect">
            <a:avLst/>
          </a:prstGeom>
          <a:solidFill>
            <a:srgbClr val="FFFFFF"/>
          </a:solidFill>
          <a:ln/>
          <a:effectLst>
            <a:outerShdw blurRad="63500" dist="25400" dir="8100000" algn="bl" rotWithShape="0">
              <a:srgbClr val="000000">
                <a:alpha val="12000"/>
              </a:srgbClr>
            </a:outerShdw>
          </a:effectLst>
        </p:spPr>
        <p:txBody>
          <a:bodyPr/>
          <a:lstStyle/>
          <a:p>
            <a:endParaRPr lang="en-US" noProof="0" dirty="0"/>
          </a:p>
        </p:txBody>
      </p:sp>
      <p:sp>
        <p:nvSpPr>
          <p:cNvPr id="9" name="Shape 7">
            <a:extLst>
              <a:ext uri="{FF2B5EF4-FFF2-40B4-BE49-F238E27FC236}">
                <a16:creationId xmlns:a16="http://schemas.microsoft.com/office/drawing/2014/main" id="{8009B0AA-F133-6E54-5476-F04E653110C2}"/>
              </a:ext>
            </a:extLst>
          </p:cNvPr>
          <p:cNvSpPr/>
          <p:nvPr/>
        </p:nvSpPr>
        <p:spPr>
          <a:xfrm>
            <a:off x="7062692" y="3094300"/>
            <a:ext cx="4251960" cy="365760"/>
          </a:xfrm>
          <a:prstGeom prst="rect">
            <a:avLst/>
          </a:prstGeom>
          <a:noFill/>
          <a:ln w="12700">
            <a:solidFill>
              <a:srgbClr val="0D9589"/>
            </a:solidFill>
          </a:ln>
        </p:spPr>
        <p:txBody>
          <a:bodyPr/>
          <a:lstStyle/>
          <a:p>
            <a:endParaRPr lang="en-US" noProof="0" dirty="0"/>
          </a:p>
        </p:txBody>
      </p:sp>
      <p:sp>
        <p:nvSpPr>
          <p:cNvPr id="10" name="Text 8">
            <a:extLst>
              <a:ext uri="{FF2B5EF4-FFF2-40B4-BE49-F238E27FC236}">
                <a16:creationId xmlns:a16="http://schemas.microsoft.com/office/drawing/2014/main" id="{DF1B6EA3-6A6C-52E2-21E7-6181A04D081C}"/>
              </a:ext>
            </a:extLst>
          </p:cNvPr>
          <p:cNvSpPr/>
          <p:nvPr/>
        </p:nvSpPr>
        <p:spPr>
          <a:xfrm>
            <a:off x="7154132" y="3130876"/>
            <a:ext cx="4069080" cy="274320"/>
          </a:xfrm>
          <a:prstGeom prst="rect">
            <a:avLst/>
          </a:prstGeom>
          <a:noFill/>
          <a:ln/>
        </p:spPr>
        <p:txBody>
          <a:bodyPr wrap="square" lIns="0" tIns="0" rIns="0" bIns="0" rtlCol="0" anchor="ctr"/>
          <a:lstStyle/>
          <a:p>
            <a:pPr marL="0" indent="0" algn="ctr">
              <a:buNone/>
            </a:pPr>
            <a:r>
              <a:rPr lang="en-US" sz="1300" b="1" noProof="0" dirty="0">
                <a:ea typeface="Calibri" pitchFamily="34" charset="-122"/>
                <a:cs typeface="Calibri" pitchFamily="34" charset="-120"/>
              </a:rPr>
              <a:t>A Diagnostic Card contains </a:t>
            </a:r>
            <a:endParaRPr lang="en-US" sz="1300" noProof="0" dirty="0"/>
          </a:p>
        </p:txBody>
      </p:sp>
      <p:sp>
        <p:nvSpPr>
          <p:cNvPr id="39" name="Shape 19">
            <a:extLst>
              <a:ext uri="{FF2B5EF4-FFF2-40B4-BE49-F238E27FC236}">
                <a16:creationId xmlns:a16="http://schemas.microsoft.com/office/drawing/2014/main" id="{4548C9A2-5BF0-D12C-FA4B-54D17E731A2C}"/>
              </a:ext>
            </a:extLst>
          </p:cNvPr>
          <p:cNvSpPr/>
          <p:nvPr/>
        </p:nvSpPr>
        <p:spPr>
          <a:xfrm>
            <a:off x="1514693" y="3094299"/>
            <a:ext cx="4683682" cy="3194819"/>
          </a:xfrm>
          <a:prstGeom prst="rect">
            <a:avLst/>
          </a:prstGeom>
          <a:solidFill>
            <a:srgbClr val="FFFFFF"/>
          </a:solidFill>
          <a:ln/>
          <a:effectLst>
            <a:outerShdw blurRad="63500" dist="25400" dir="8100000" algn="bl" rotWithShape="0">
              <a:srgbClr val="000000">
                <a:alpha val="12000"/>
              </a:srgbClr>
            </a:outerShdw>
          </a:effectLst>
        </p:spPr>
        <p:txBody>
          <a:bodyPr/>
          <a:lstStyle/>
          <a:p>
            <a:endParaRPr lang="en-US" noProof="0" dirty="0"/>
          </a:p>
        </p:txBody>
      </p:sp>
      <p:sp>
        <p:nvSpPr>
          <p:cNvPr id="40" name="Shape 20">
            <a:extLst>
              <a:ext uri="{FF2B5EF4-FFF2-40B4-BE49-F238E27FC236}">
                <a16:creationId xmlns:a16="http://schemas.microsoft.com/office/drawing/2014/main" id="{D44B4DC5-9C00-71A9-2152-572E0230BB84}"/>
              </a:ext>
            </a:extLst>
          </p:cNvPr>
          <p:cNvSpPr/>
          <p:nvPr/>
        </p:nvSpPr>
        <p:spPr>
          <a:xfrm>
            <a:off x="1514693" y="3094300"/>
            <a:ext cx="4683681" cy="365760"/>
          </a:xfrm>
          <a:prstGeom prst="rect">
            <a:avLst/>
          </a:prstGeom>
          <a:noFill/>
          <a:ln w="12700">
            <a:solidFill>
              <a:srgbClr val="0D9589"/>
            </a:solidFill>
          </a:ln>
        </p:spPr>
        <p:txBody>
          <a:bodyPr/>
          <a:lstStyle/>
          <a:p>
            <a:endParaRPr lang="en-US" noProof="0" dirty="0"/>
          </a:p>
        </p:txBody>
      </p:sp>
      <p:sp>
        <p:nvSpPr>
          <p:cNvPr id="41" name="Text 21">
            <a:extLst>
              <a:ext uri="{FF2B5EF4-FFF2-40B4-BE49-F238E27FC236}">
                <a16:creationId xmlns:a16="http://schemas.microsoft.com/office/drawing/2014/main" id="{406F305E-2B0F-2F8F-A883-53505EEBACCD}"/>
              </a:ext>
            </a:extLst>
          </p:cNvPr>
          <p:cNvSpPr/>
          <p:nvPr/>
        </p:nvSpPr>
        <p:spPr>
          <a:xfrm>
            <a:off x="1807774" y="3130876"/>
            <a:ext cx="4023360" cy="274320"/>
          </a:xfrm>
          <a:prstGeom prst="rect">
            <a:avLst/>
          </a:prstGeom>
          <a:noFill/>
          <a:ln/>
        </p:spPr>
        <p:txBody>
          <a:bodyPr wrap="square" lIns="0" tIns="0" rIns="0" bIns="0" rtlCol="0" anchor="ctr"/>
          <a:lstStyle/>
          <a:p>
            <a:pPr marL="0" indent="0" algn="ctr">
              <a:buNone/>
            </a:pPr>
            <a:r>
              <a:rPr lang="en-US" sz="1300" b="1" noProof="0" dirty="0">
                <a:ea typeface="Calibri" pitchFamily="34" charset="-122"/>
                <a:cs typeface="Calibri" pitchFamily="34" charset="-120"/>
              </a:rPr>
              <a:t>Construction = Issue + Resolver</a:t>
            </a:r>
            <a:endParaRPr lang="en-US" sz="1300" noProof="0" dirty="0"/>
          </a:p>
        </p:txBody>
      </p:sp>
      <p:sp>
        <p:nvSpPr>
          <p:cNvPr id="42" name="Shape 22">
            <a:extLst>
              <a:ext uri="{FF2B5EF4-FFF2-40B4-BE49-F238E27FC236}">
                <a16:creationId xmlns:a16="http://schemas.microsoft.com/office/drawing/2014/main" id="{002E1D51-978C-A893-2F08-F83750821A26}"/>
              </a:ext>
            </a:extLst>
          </p:cNvPr>
          <p:cNvSpPr/>
          <p:nvPr/>
        </p:nvSpPr>
        <p:spPr>
          <a:xfrm>
            <a:off x="1807774" y="3770171"/>
            <a:ext cx="1737360" cy="1042416"/>
          </a:xfrm>
          <a:prstGeom prst="rect">
            <a:avLst/>
          </a:prstGeom>
          <a:solidFill>
            <a:srgbClr val="EFF6FF"/>
          </a:solidFill>
          <a:ln/>
          <a:effectLst>
            <a:outerShdw blurRad="63500" dist="25400" dir="8100000" algn="bl" rotWithShape="0">
              <a:srgbClr val="000000">
                <a:alpha val="12000"/>
              </a:srgbClr>
            </a:outerShdw>
          </a:effectLst>
        </p:spPr>
        <p:txBody>
          <a:bodyPr/>
          <a:lstStyle/>
          <a:p>
            <a:endParaRPr lang="en-US" noProof="0" dirty="0"/>
          </a:p>
        </p:txBody>
      </p:sp>
      <p:sp>
        <p:nvSpPr>
          <p:cNvPr id="43" name="Text 23">
            <a:extLst>
              <a:ext uri="{FF2B5EF4-FFF2-40B4-BE49-F238E27FC236}">
                <a16:creationId xmlns:a16="http://schemas.microsoft.com/office/drawing/2014/main" id="{BDDD16C8-78FC-EA7D-BA60-7A8E9ECBF997}"/>
              </a:ext>
            </a:extLst>
          </p:cNvPr>
          <p:cNvSpPr/>
          <p:nvPr/>
        </p:nvSpPr>
        <p:spPr>
          <a:xfrm>
            <a:off x="1807774" y="3770171"/>
            <a:ext cx="1737360" cy="320040"/>
          </a:xfrm>
          <a:prstGeom prst="rect">
            <a:avLst/>
          </a:prstGeom>
          <a:noFill/>
          <a:ln/>
        </p:spPr>
        <p:txBody>
          <a:bodyPr wrap="square" rtlCol="0" anchor="ctr"/>
          <a:lstStyle/>
          <a:p>
            <a:pPr marL="0" indent="0" algn="ctr">
              <a:buNone/>
            </a:pPr>
            <a:r>
              <a:rPr lang="en-US" sz="1000" b="1" noProof="0" dirty="0">
                <a:solidFill>
                  <a:srgbClr val="1E5FA8"/>
                </a:solidFill>
                <a:ea typeface="Calibri" pitchFamily="34" charset="-122"/>
                <a:cs typeface="Calibri" pitchFamily="34" charset="-120"/>
              </a:rPr>
              <a:t>Issue GitHub</a:t>
            </a:r>
            <a:endParaRPr lang="en-US" sz="1000" noProof="0" dirty="0"/>
          </a:p>
        </p:txBody>
      </p:sp>
      <p:sp>
        <p:nvSpPr>
          <p:cNvPr id="44" name="Text 24">
            <a:extLst>
              <a:ext uri="{FF2B5EF4-FFF2-40B4-BE49-F238E27FC236}">
                <a16:creationId xmlns:a16="http://schemas.microsoft.com/office/drawing/2014/main" id="{851B1B37-0D52-50AF-495A-A9FF92B8954D}"/>
              </a:ext>
            </a:extLst>
          </p:cNvPr>
          <p:cNvSpPr/>
          <p:nvPr/>
        </p:nvSpPr>
        <p:spPr>
          <a:xfrm>
            <a:off x="1922074" y="4034373"/>
            <a:ext cx="1554480" cy="621792"/>
          </a:xfrm>
          <a:prstGeom prst="rect">
            <a:avLst/>
          </a:prstGeom>
          <a:noFill/>
          <a:ln/>
        </p:spPr>
        <p:txBody>
          <a:bodyPr wrap="square" rtlCol="0" anchor="t"/>
          <a:lstStyle/>
          <a:p>
            <a:pPr marL="0" indent="0">
              <a:buNone/>
            </a:pPr>
            <a:r>
              <a:rPr lang="en-US" sz="800" noProof="0" dirty="0" err="1">
                <a:solidFill>
                  <a:srgbClr val="1E293B"/>
                </a:solidFill>
                <a:ea typeface="Consolas" pitchFamily="34" charset="-122"/>
                <a:cs typeface="Consolas" pitchFamily="34" charset="-120"/>
              </a:rPr>
              <a:t>issue_title</a:t>
            </a:r>
            <a:endParaRPr lang="en-US" sz="800" noProof="0" dirty="0"/>
          </a:p>
          <a:p>
            <a:pPr marL="0" indent="0">
              <a:buNone/>
            </a:pPr>
            <a:r>
              <a:rPr lang="en-US" sz="800" noProof="0" dirty="0">
                <a:solidFill>
                  <a:srgbClr val="1E293B"/>
                </a:solidFill>
                <a:ea typeface="Consolas" pitchFamily="34" charset="-122"/>
                <a:cs typeface="Consolas" pitchFamily="34" charset="-120"/>
              </a:rPr>
              <a:t>layer, severity</a:t>
            </a:r>
            <a:endParaRPr lang="en-US" sz="800" noProof="0" dirty="0"/>
          </a:p>
          <a:p>
            <a:pPr marL="0" indent="0">
              <a:buNone/>
            </a:pPr>
            <a:r>
              <a:rPr lang="en-US" sz="800" noProof="0" dirty="0">
                <a:solidFill>
                  <a:srgbClr val="1E293B"/>
                </a:solidFill>
                <a:ea typeface="Consolas" pitchFamily="34" charset="-122"/>
                <a:cs typeface="Consolas" pitchFamily="34" charset="-120"/>
              </a:rPr>
              <a:t>component, board</a:t>
            </a:r>
            <a:endParaRPr lang="en-US" sz="800" noProof="0" dirty="0"/>
          </a:p>
          <a:p>
            <a:pPr marL="0" indent="0">
              <a:buNone/>
            </a:pPr>
            <a:r>
              <a:rPr lang="en-US" sz="800" noProof="0" dirty="0" err="1">
                <a:solidFill>
                  <a:srgbClr val="1E293B"/>
                </a:solidFill>
                <a:ea typeface="Consolas" pitchFamily="34" charset="-122"/>
                <a:cs typeface="Consolas" pitchFamily="34" charset="-120"/>
              </a:rPr>
              <a:t>st_ready_text</a:t>
            </a:r>
            <a:endParaRPr lang="en-US" sz="800" noProof="0" dirty="0"/>
          </a:p>
          <a:p>
            <a:pPr marL="0" indent="0">
              <a:buNone/>
            </a:pPr>
            <a:r>
              <a:rPr lang="en-US" sz="800" noProof="0" dirty="0" err="1">
                <a:solidFill>
                  <a:srgbClr val="1E293B"/>
                </a:solidFill>
                <a:ea typeface="Consolas" pitchFamily="34" charset="-122"/>
                <a:cs typeface="Consolas" pitchFamily="34" charset="-120"/>
              </a:rPr>
              <a:t>github_url</a:t>
            </a:r>
            <a:endParaRPr lang="en-US" sz="800" noProof="0" dirty="0"/>
          </a:p>
        </p:txBody>
      </p:sp>
      <p:sp>
        <p:nvSpPr>
          <p:cNvPr id="45" name="Text 25">
            <a:extLst>
              <a:ext uri="{FF2B5EF4-FFF2-40B4-BE49-F238E27FC236}">
                <a16:creationId xmlns:a16="http://schemas.microsoft.com/office/drawing/2014/main" id="{E7631697-1F07-76F0-CA0A-E9F789C01B42}"/>
              </a:ext>
            </a:extLst>
          </p:cNvPr>
          <p:cNvSpPr/>
          <p:nvPr/>
        </p:nvSpPr>
        <p:spPr>
          <a:xfrm>
            <a:off x="3567994" y="4156617"/>
            <a:ext cx="320040" cy="365760"/>
          </a:xfrm>
          <a:prstGeom prst="rect">
            <a:avLst/>
          </a:prstGeom>
          <a:noFill/>
          <a:ln/>
        </p:spPr>
        <p:txBody>
          <a:bodyPr wrap="square" rtlCol="0" anchor="ctr"/>
          <a:lstStyle/>
          <a:p>
            <a:pPr marL="0" indent="0" algn="ctr">
              <a:buNone/>
            </a:pPr>
            <a:r>
              <a:rPr lang="en-US" sz="2200" noProof="0" dirty="0"/>
              <a:t>+</a:t>
            </a:r>
          </a:p>
        </p:txBody>
      </p:sp>
      <p:sp>
        <p:nvSpPr>
          <p:cNvPr id="46" name="Shape 26">
            <a:extLst>
              <a:ext uri="{FF2B5EF4-FFF2-40B4-BE49-F238E27FC236}">
                <a16:creationId xmlns:a16="http://schemas.microsoft.com/office/drawing/2014/main" id="{5C03EFFA-71D1-83A5-9276-D5CA396A733C}"/>
              </a:ext>
            </a:extLst>
          </p:cNvPr>
          <p:cNvSpPr/>
          <p:nvPr/>
        </p:nvSpPr>
        <p:spPr>
          <a:xfrm>
            <a:off x="3910894" y="3770171"/>
            <a:ext cx="1737360" cy="1042416"/>
          </a:xfrm>
          <a:prstGeom prst="rect">
            <a:avLst/>
          </a:prstGeom>
          <a:solidFill>
            <a:srgbClr val="EFF6FF"/>
          </a:solidFill>
          <a:ln/>
          <a:effectLst>
            <a:outerShdw blurRad="63500" dist="25400" dir="8100000" algn="bl" rotWithShape="0">
              <a:srgbClr val="000000">
                <a:alpha val="12000"/>
              </a:srgbClr>
            </a:outerShdw>
          </a:effectLst>
        </p:spPr>
        <p:txBody>
          <a:bodyPr/>
          <a:lstStyle/>
          <a:p>
            <a:endParaRPr lang="en-US" noProof="0" dirty="0"/>
          </a:p>
        </p:txBody>
      </p:sp>
      <p:sp>
        <p:nvSpPr>
          <p:cNvPr id="47" name="Text 27">
            <a:extLst>
              <a:ext uri="{FF2B5EF4-FFF2-40B4-BE49-F238E27FC236}">
                <a16:creationId xmlns:a16="http://schemas.microsoft.com/office/drawing/2014/main" id="{9EE84E0A-03CA-0A77-B626-1119221901A4}"/>
              </a:ext>
            </a:extLst>
          </p:cNvPr>
          <p:cNvSpPr/>
          <p:nvPr/>
        </p:nvSpPr>
        <p:spPr>
          <a:xfrm>
            <a:off x="3910894" y="3770171"/>
            <a:ext cx="1737360" cy="320040"/>
          </a:xfrm>
          <a:prstGeom prst="rect">
            <a:avLst/>
          </a:prstGeom>
          <a:noFill/>
          <a:ln/>
        </p:spPr>
        <p:txBody>
          <a:bodyPr wrap="square" rtlCol="0" anchor="ctr"/>
          <a:lstStyle/>
          <a:p>
            <a:pPr marL="0" indent="0" algn="ctr">
              <a:buNone/>
            </a:pPr>
            <a:r>
              <a:rPr lang="en-US" sz="1000" b="1" noProof="0" dirty="0">
                <a:solidFill>
                  <a:srgbClr val="1E5FA8"/>
                </a:solidFill>
                <a:ea typeface="Calibri" pitchFamily="34" charset="-122"/>
                <a:cs typeface="Calibri" pitchFamily="34" charset="-120"/>
              </a:rPr>
              <a:t>Resolver Case</a:t>
            </a:r>
            <a:endParaRPr lang="en-US" sz="1000" noProof="0" dirty="0">
              <a:solidFill>
                <a:srgbClr val="1E5FA8"/>
              </a:solidFill>
            </a:endParaRPr>
          </a:p>
        </p:txBody>
      </p:sp>
      <p:sp>
        <p:nvSpPr>
          <p:cNvPr id="48" name="Text 28">
            <a:extLst>
              <a:ext uri="{FF2B5EF4-FFF2-40B4-BE49-F238E27FC236}">
                <a16:creationId xmlns:a16="http://schemas.microsoft.com/office/drawing/2014/main" id="{9CBB06F8-42AC-223C-EA68-A2ADFB4A708F}"/>
              </a:ext>
            </a:extLst>
          </p:cNvPr>
          <p:cNvSpPr/>
          <p:nvPr/>
        </p:nvSpPr>
        <p:spPr>
          <a:xfrm>
            <a:off x="4002334" y="4034373"/>
            <a:ext cx="1554480" cy="621792"/>
          </a:xfrm>
          <a:prstGeom prst="rect">
            <a:avLst/>
          </a:prstGeom>
          <a:noFill/>
          <a:ln/>
        </p:spPr>
        <p:txBody>
          <a:bodyPr wrap="square" rtlCol="0" anchor="t"/>
          <a:lstStyle/>
          <a:p>
            <a:pPr marL="0" indent="0">
              <a:buNone/>
            </a:pPr>
            <a:r>
              <a:rPr lang="en-US" sz="800" noProof="0" dirty="0" err="1">
                <a:solidFill>
                  <a:srgbClr val="1E293B"/>
                </a:solidFill>
                <a:ea typeface="Consolas" pitchFamily="34" charset="-122"/>
                <a:cs typeface="Consolas" pitchFamily="34" charset="-120"/>
              </a:rPr>
              <a:t>resolution_status</a:t>
            </a:r>
            <a:endParaRPr lang="en-US" sz="800" noProof="0" dirty="0"/>
          </a:p>
          <a:p>
            <a:pPr marL="0" indent="0">
              <a:buNone/>
            </a:pPr>
            <a:r>
              <a:rPr lang="en-US" sz="800" noProof="0" dirty="0" err="1">
                <a:solidFill>
                  <a:srgbClr val="1E293B"/>
                </a:solidFill>
                <a:ea typeface="Consolas" pitchFamily="34" charset="-122"/>
                <a:cs typeface="Consolas" pitchFamily="34" charset="-120"/>
              </a:rPr>
              <a:t>link_confidence</a:t>
            </a:r>
            <a:endParaRPr lang="en-US" sz="800" noProof="0" dirty="0"/>
          </a:p>
          <a:p>
            <a:pPr marL="0" indent="0">
              <a:buNone/>
            </a:pPr>
            <a:r>
              <a:rPr lang="en-US" sz="800" noProof="0" dirty="0" err="1">
                <a:solidFill>
                  <a:srgbClr val="1E293B"/>
                </a:solidFill>
                <a:ea typeface="Consolas" pitchFamily="34" charset="-122"/>
                <a:cs typeface="Consolas" pitchFamily="34" charset="-120"/>
              </a:rPr>
              <a:t>linked_pr_urls</a:t>
            </a:r>
            <a:endParaRPr lang="en-US" sz="800" noProof="0" dirty="0"/>
          </a:p>
          <a:p>
            <a:pPr marL="0" indent="0">
              <a:buNone/>
            </a:pPr>
            <a:r>
              <a:rPr lang="en-US" sz="800" noProof="0" dirty="0" err="1">
                <a:solidFill>
                  <a:srgbClr val="1E293B"/>
                </a:solidFill>
                <a:ea typeface="Consolas" pitchFamily="34" charset="-122"/>
                <a:cs typeface="Consolas" pitchFamily="34" charset="-120"/>
              </a:rPr>
              <a:t>linked_commits</a:t>
            </a:r>
            <a:endParaRPr lang="en-US" sz="800" noProof="0" dirty="0"/>
          </a:p>
          <a:p>
            <a:pPr marL="0" indent="0">
              <a:buNone/>
            </a:pPr>
            <a:r>
              <a:rPr lang="en-US" sz="800" noProof="0" dirty="0" err="1">
                <a:solidFill>
                  <a:srgbClr val="1E293B"/>
                </a:solidFill>
                <a:ea typeface="Consolas" pitchFamily="34" charset="-122"/>
                <a:cs typeface="Consolas" pitchFamily="34" charset="-120"/>
              </a:rPr>
              <a:t>files_evidence</a:t>
            </a:r>
            <a:endParaRPr lang="en-US" sz="800" noProof="0" dirty="0"/>
          </a:p>
        </p:txBody>
      </p:sp>
      <p:sp>
        <p:nvSpPr>
          <p:cNvPr id="49" name="Text 29">
            <a:extLst>
              <a:ext uri="{FF2B5EF4-FFF2-40B4-BE49-F238E27FC236}">
                <a16:creationId xmlns:a16="http://schemas.microsoft.com/office/drawing/2014/main" id="{A5A92267-F2D9-0992-BC55-208E5AA8EB82}"/>
              </a:ext>
            </a:extLst>
          </p:cNvPr>
          <p:cNvSpPr/>
          <p:nvPr/>
        </p:nvSpPr>
        <p:spPr>
          <a:xfrm>
            <a:off x="1807774" y="4812587"/>
            <a:ext cx="3977640" cy="320040"/>
          </a:xfrm>
          <a:prstGeom prst="rect">
            <a:avLst/>
          </a:prstGeom>
          <a:noFill/>
          <a:ln/>
        </p:spPr>
        <p:txBody>
          <a:bodyPr wrap="square" rtlCol="0" anchor="ctr"/>
          <a:lstStyle/>
          <a:p>
            <a:pPr marL="0" indent="0" algn="ctr">
              <a:buNone/>
            </a:pPr>
            <a:r>
              <a:rPr lang="en-US" sz="1100" b="1" noProof="0" dirty="0">
                <a:solidFill>
                  <a:srgbClr val="1E5FA8"/>
                </a:solidFill>
                <a:ea typeface="Consolas" pitchFamily="34" charset="-122"/>
                <a:cs typeface="Consolas" pitchFamily="34" charset="-120"/>
              </a:rPr>
              <a:t>→  </a:t>
            </a:r>
            <a:r>
              <a:rPr lang="en-US" sz="1100" b="1" noProof="0" dirty="0" err="1">
                <a:solidFill>
                  <a:srgbClr val="1E5FA8"/>
                </a:solidFill>
                <a:ea typeface="Consolas" pitchFamily="34" charset="-122"/>
                <a:cs typeface="Consolas" pitchFamily="34" charset="-120"/>
              </a:rPr>
              <a:t>build_diagnostic_card</a:t>
            </a:r>
            <a:r>
              <a:rPr lang="en-US" sz="1100" b="1" noProof="0" dirty="0">
                <a:solidFill>
                  <a:srgbClr val="1E5FA8"/>
                </a:solidFill>
                <a:ea typeface="Consolas" pitchFamily="34" charset="-122"/>
                <a:cs typeface="Consolas" pitchFamily="34" charset="-120"/>
              </a:rPr>
              <a:t>()</a:t>
            </a:r>
            <a:endParaRPr lang="en-US" sz="1100" noProof="0" dirty="0">
              <a:solidFill>
                <a:srgbClr val="1E5FA8"/>
              </a:solidFill>
            </a:endParaRPr>
          </a:p>
        </p:txBody>
      </p:sp>
      <p:sp>
        <p:nvSpPr>
          <p:cNvPr id="50" name="Shape 30">
            <a:extLst>
              <a:ext uri="{FF2B5EF4-FFF2-40B4-BE49-F238E27FC236}">
                <a16:creationId xmlns:a16="http://schemas.microsoft.com/office/drawing/2014/main" id="{CD103E6C-63BF-9BCA-7A91-067FC61FC799}"/>
              </a:ext>
            </a:extLst>
          </p:cNvPr>
          <p:cNvSpPr/>
          <p:nvPr/>
        </p:nvSpPr>
        <p:spPr>
          <a:xfrm>
            <a:off x="1830634" y="5227853"/>
            <a:ext cx="3977640" cy="795528"/>
          </a:xfrm>
          <a:prstGeom prst="rect">
            <a:avLst/>
          </a:prstGeom>
          <a:solidFill>
            <a:srgbClr val="1A2B4A"/>
          </a:solidFill>
          <a:ln/>
        </p:spPr>
        <p:txBody>
          <a:bodyPr/>
          <a:lstStyle/>
          <a:p>
            <a:endParaRPr lang="en-US" noProof="0" dirty="0"/>
          </a:p>
        </p:txBody>
      </p:sp>
      <p:sp>
        <p:nvSpPr>
          <p:cNvPr id="51" name="Text 31">
            <a:extLst>
              <a:ext uri="{FF2B5EF4-FFF2-40B4-BE49-F238E27FC236}">
                <a16:creationId xmlns:a16="http://schemas.microsoft.com/office/drawing/2014/main" id="{1328BF6F-AED0-670C-8837-9D3BC1E5256C}"/>
              </a:ext>
            </a:extLst>
          </p:cNvPr>
          <p:cNvSpPr/>
          <p:nvPr/>
        </p:nvSpPr>
        <p:spPr>
          <a:xfrm>
            <a:off x="1899214" y="5301005"/>
            <a:ext cx="3794760" cy="640080"/>
          </a:xfrm>
          <a:prstGeom prst="rect">
            <a:avLst/>
          </a:prstGeom>
          <a:noFill/>
          <a:ln/>
        </p:spPr>
        <p:txBody>
          <a:bodyPr wrap="square" rtlCol="0" anchor="ctr"/>
          <a:lstStyle/>
          <a:p>
            <a:pPr marL="0" indent="0" algn="ctr">
              <a:buNone/>
            </a:pPr>
            <a:r>
              <a:rPr lang="en-US" sz="1000" b="1" noProof="0" dirty="0">
                <a:solidFill>
                  <a:srgbClr val="FFFFFF"/>
                </a:solidFill>
                <a:ea typeface="Calibri" pitchFamily="34" charset="-122"/>
                <a:cs typeface="Calibri" pitchFamily="34" charset="-120"/>
              </a:rPr>
              <a:t>Diagnostic Card JSON</a:t>
            </a:r>
            <a:r>
              <a:rPr lang="en-US" sz="1000" noProof="0" dirty="0"/>
              <a:t> </a:t>
            </a:r>
          </a:p>
          <a:p>
            <a:pPr marL="0" indent="0" algn="ctr">
              <a:buNone/>
            </a:pPr>
            <a:endParaRPr lang="en-US" sz="1000" noProof="0" dirty="0"/>
          </a:p>
          <a:p>
            <a:pPr marL="0" indent="0">
              <a:buNone/>
            </a:pPr>
            <a:r>
              <a:rPr lang="en-US" sz="1000" b="1" noProof="0" dirty="0">
                <a:solidFill>
                  <a:srgbClr val="FFFFFF"/>
                </a:solidFill>
                <a:ea typeface="Calibri" pitchFamily="34" charset="-122"/>
                <a:cs typeface="Calibri" pitchFamily="34" charset="-120"/>
              </a:rPr>
              <a:t>→ injected into the ST KB</a:t>
            </a:r>
            <a:endParaRPr lang="en-US" sz="1000" noProof="0" dirty="0"/>
          </a:p>
          <a:p>
            <a:pPr marL="0" indent="0">
              <a:buNone/>
            </a:pPr>
            <a:r>
              <a:rPr lang="en-US" sz="1000" b="1" noProof="0" dirty="0">
                <a:solidFill>
                  <a:srgbClr val="FFFFFF"/>
                </a:solidFill>
                <a:ea typeface="Calibri" pitchFamily="34" charset="-122"/>
                <a:cs typeface="Calibri" pitchFamily="34" charset="-120"/>
              </a:rPr>
              <a:t>→ optimized for retrieval RAG</a:t>
            </a:r>
            <a:endParaRPr lang="en-US" sz="1000" noProof="0" dirty="0"/>
          </a:p>
        </p:txBody>
      </p:sp>
      <p:sp>
        <p:nvSpPr>
          <p:cNvPr id="20" name="TextBox 19">
            <a:extLst>
              <a:ext uri="{FF2B5EF4-FFF2-40B4-BE49-F238E27FC236}">
                <a16:creationId xmlns:a16="http://schemas.microsoft.com/office/drawing/2014/main" id="{7EB59994-FB30-A0C4-2D98-652EE244BCF7}"/>
              </a:ext>
            </a:extLst>
          </p:cNvPr>
          <p:cNvSpPr txBox="1"/>
          <p:nvPr/>
        </p:nvSpPr>
        <p:spPr>
          <a:xfrm>
            <a:off x="7154132" y="3631524"/>
            <a:ext cx="4160520" cy="2486130"/>
          </a:xfrm>
          <a:prstGeom prst="rect">
            <a:avLst/>
          </a:prstGeom>
          <a:noFill/>
        </p:spPr>
        <p:txBody>
          <a:bodyPr wrap="square">
            <a:spAutoFit/>
          </a:bodyPr>
          <a:lstStyle/>
          <a:p>
            <a:pPr>
              <a:lnSpc>
                <a:spcPct val="150000"/>
              </a:lnSpc>
            </a:pPr>
            <a:r>
              <a:rPr lang="en-US" sz="1050" b="1" noProof="0" dirty="0" err="1">
                <a:solidFill>
                  <a:schemeClr val="tx1">
                    <a:lumMod val="90000"/>
                    <a:lumOff val="10000"/>
                  </a:schemeClr>
                </a:solidFill>
              </a:rPr>
              <a:t>symptom_summary</a:t>
            </a:r>
            <a:r>
              <a:rPr lang="en-US" sz="1050" noProof="0" dirty="0"/>
              <a:t>: Short symptom description.  </a:t>
            </a:r>
          </a:p>
          <a:p>
            <a:pPr>
              <a:lnSpc>
                <a:spcPct val="150000"/>
              </a:lnSpc>
            </a:pPr>
            <a:r>
              <a:rPr lang="en-US" sz="1050" b="1" noProof="0" dirty="0" err="1">
                <a:solidFill>
                  <a:schemeClr val="tx1">
                    <a:lumMod val="90000"/>
                    <a:lumOff val="10000"/>
                  </a:schemeClr>
                </a:solidFill>
              </a:rPr>
              <a:t>likely_causes</a:t>
            </a:r>
            <a:r>
              <a:rPr lang="en-US" sz="1050" noProof="0" dirty="0"/>
              <a:t>: Most probable technical causes.  </a:t>
            </a:r>
          </a:p>
          <a:p>
            <a:pPr>
              <a:lnSpc>
                <a:spcPct val="150000"/>
              </a:lnSpc>
            </a:pPr>
            <a:r>
              <a:rPr lang="en-US" sz="1050" b="1" noProof="0" dirty="0" err="1">
                <a:solidFill>
                  <a:schemeClr val="tx1">
                    <a:lumMod val="90000"/>
                    <a:lumOff val="10000"/>
                  </a:schemeClr>
                </a:solidFill>
              </a:rPr>
              <a:t>confirmed_facts</a:t>
            </a:r>
            <a:r>
              <a:rPr lang="en-US" sz="1050" noProof="0" dirty="0"/>
              <a:t>: Evidence facts(issue/PR/commit/confidence).  </a:t>
            </a:r>
          </a:p>
          <a:p>
            <a:pPr>
              <a:lnSpc>
                <a:spcPct val="150000"/>
              </a:lnSpc>
            </a:pPr>
            <a:r>
              <a:rPr lang="en-US" sz="1050" b="1" noProof="0" dirty="0" err="1">
                <a:solidFill>
                  <a:schemeClr val="tx1">
                    <a:lumMod val="90000"/>
                    <a:lumOff val="10000"/>
                  </a:schemeClr>
                </a:solidFill>
              </a:rPr>
              <a:t>plausible_diagnosis</a:t>
            </a:r>
            <a:r>
              <a:rPr lang="en-US" sz="1050" noProof="0" dirty="0"/>
              <a:t>: Reasoned technical hypotheses.  </a:t>
            </a:r>
          </a:p>
          <a:p>
            <a:pPr>
              <a:lnSpc>
                <a:spcPct val="150000"/>
              </a:lnSpc>
            </a:pPr>
            <a:r>
              <a:rPr lang="en-US" sz="1050" b="1" noProof="0" dirty="0" err="1">
                <a:solidFill>
                  <a:schemeClr val="tx1">
                    <a:lumMod val="90000"/>
                    <a:lumOff val="10000"/>
                  </a:schemeClr>
                </a:solidFill>
              </a:rPr>
              <a:t>debug_checks</a:t>
            </a:r>
            <a:r>
              <a:rPr lang="en-US" sz="1050" noProof="0" dirty="0"/>
              <a:t>: Recommended investigation steps.  </a:t>
            </a:r>
          </a:p>
          <a:p>
            <a:pPr>
              <a:lnSpc>
                <a:spcPct val="150000"/>
              </a:lnSpc>
            </a:pPr>
            <a:r>
              <a:rPr lang="en-US" sz="1050" b="1" noProof="0" dirty="0" err="1">
                <a:solidFill>
                  <a:schemeClr val="tx1">
                    <a:lumMod val="90000"/>
                    <a:lumOff val="10000"/>
                  </a:schemeClr>
                </a:solidFill>
              </a:rPr>
              <a:t>possible_workarounds</a:t>
            </a:r>
            <a:r>
              <a:rPr lang="en-US" sz="1050" noProof="0" dirty="0"/>
              <a:t>: Temporary mitigation options.  </a:t>
            </a:r>
          </a:p>
          <a:p>
            <a:pPr>
              <a:lnSpc>
                <a:spcPct val="150000"/>
              </a:lnSpc>
            </a:pPr>
            <a:r>
              <a:rPr lang="en-US" sz="1050" b="1" noProof="0" dirty="0" err="1">
                <a:solidFill>
                  <a:schemeClr val="tx1">
                    <a:lumMod val="90000"/>
                    <a:lumOff val="10000"/>
                  </a:schemeClr>
                </a:solidFill>
              </a:rPr>
              <a:t>constraints_or_limits</a:t>
            </a:r>
            <a:r>
              <a:rPr lang="en-US" sz="1050" noProof="0" dirty="0"/>
              <a:t>: Applicability scope and assumptions.  </a:t>
            </a:r>
          </a:p>
          <a:p>
            <a:pPr>
              <a:lnSpc>
                <a:spcPct val="150000"/>
              </a:lnSpc>
            </a:pPr>
            <a:r>
              <a:rPr lang="en-US" sz="1050" b="1" noProof="0" dirty="0" err="1">
                <a:solidFill>
                  <a:schemeClr val="tx1">
                    <a:lumMod val="90000"/>
                    <a:lumOff val="10000"/>
                  </a:schemeClr>
                </a:solidFill>
              </a:rPr>
              <a:t>evidence_refs</a:t>
            </a:r>
            <a:r>
              <a:rPr lang="en-US" sz="1050" noProof="0" dirty="0"/>
              <a:t>: Links to supporting technical evidence.  </a:t>
            </a:r>
          </a:p>
          <a:p>
            <a:pPr>
              <a:lnSpc>
                <a:spcPct val="150000"/>
              </a:lnSpc>
            </a:pPr>
            <a:r>
              <a:rPr lang="en-US" sz="1050" b="1" noProof="0" dirty="0" err="1">
                <a:solidFill>
                  <a:schemeClr val="tx1">
                    <a:lumMod val="90000"/>
                    <a:lumOff val="10000"/>
                  </a:schemeClr>
                </a:solidFill>
              </a:rPr>
              <a:t>query_aliases</a:t>
            </a:r>
            <a:r>
              <a:rPr lang="en-US" sz="1050" noProof="0" dirty="0"/>
              <a:t>: Alternative user phrasings for retrieval.  </a:t>
            </a:r>
          </a:p>
          <a:p>
            <a:pPr>
              <a:lnSpc>
                <a:spcPct val="150000"/>
              </a:lnSpc>
            </a:pPr>
            <a:r>
              <a:rPr lang="en-US" sz="1050" b="1" noProof="0" dirty="0">
                <a:solidFill>
                  <a:schemeClr val="tx1">
                    <a:lumMod val="90000"/>
                    <a:lumOff val="10000"/>
                  </a:schemeClr>
                </a:solidFill>
              </a:rPr>
              <a:t>keywords and </a:t>
            </a:r>
            <a:r>
              <a:rPr lang="en-US" sz="1050" b="1" noProof="0" dirty="0" err="1">
                <a:solidFill>
                  <a:schemeClr val="tx1">
                    <a:lumMod val="90000"/>
                    <a:lumOff val="10000"/>
                  </a:schemeClr>
                </a:solidFill>
              </a:rPr>
              <a:t>api_tags</a:t>
            </a:r>
            <a:r>
              <a:rPr lang="en-US" sz="1050" noProof="0" dirty="0"/>
              <a:t>: Retrieval tags and API anchors.</a:t>
            </a:r>
          </a:p>
        </p:txBody>
      </p:sp>
      <p:sp>
        <p:nvSpPr>
          <p:cNvPr id="3" name="Slide Number Placeholder 2">
            <a:extLst>
              <a:ext uri="{FF2B5EF4-FFF2-40B4-BE49-F238E27FC236}">
                <a16:creationId xmlns:a16="http://schemas.microsoft.com/office/drawing/2014/main" id="{46705086-F114-E814-6E64-0F7F65ED9B78}"/>
              </a:ext>
            </a:extLst>
          </p:cNvPr>
          <p:cNvSpPr>
            <a:spLocks noGrp="1"/>
          </p:cNvSpPr>
          <p:nvPr>
            <p:ph type="sldNum" sz="quarter" idx="12"/>
          </p:nvPr>
        </p:nvSpPr>
        <p:spPr/>
        <p:txBody>
          <a:bodyPr/>
          <a:lstStyle/>
          <a:p>
            <a:fld id="{40A7B169-58CE-4E65-B1F9-ACF9E46440C2}" type="slidenum">
              <a:rPr lang="en-US" noProof="0" smtClean="0"/>
              <a:t>47</a:t>
            </a:fld>
            <a:endParaRPr lang="en-US" noProof="0" dirty="0"/>
          </a:p>
        </p:txBody>
      </p:sp>
    </p:spTree>
    <p:extLst>
      <p:ext uri="{BB962C8B-B14F-4D97-AF65-F5344CB8AC3E}">
        <p14:creationId xmlns:p14="http://schemas.microsoft.com/office/powerpoint/2010/main" val="39033693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242477" y="-53443"/>
            <a:ext cx="11609159" cy="1247050"/>
          </a:xfrm>
        </p:spPr>
        <p:txBody>
          <a:bodyPr/>
          <a:lstStyle/>
          <a:p>
            <a:r>
              <a:rPr lang="en-US" sz="1800" b="1" noProof="0" dirty="0"/>
              <a:t>Diagnostic Cards — Why they matter</a:t>
            </a:r>
          </a:p>
        </p:txBody>
      </p:sp>
      <p:sp>
        <p:nvSpPr>
          <p:cNvPr id="3" name="Sub"/>
          <p:cNvSpPr/>
          <p:nvPr/>
        </p:nvSpPr>
        <p:spPr>
          <a:xfrm>
            <a:off x="242477" y="723950"/>
            <a:ext cx="11609159" cy="340000"/>
          </a:xfrm>
          <a:prstGeom prst="rect">
            <a:avLst/>
          </a:prstGeom>
          <a:noFill/>
        </p:spPr>
        <p:txBody>
          <a:bodyPr wrap="square" lIns="91440" tIns="45720" rIns="91440" bIns="45720"/>
          <a:lstStyle/>
          <a:p>
            <a:r>
              <a:rPr lang="en-US" sz="1050" i="1" noProof="0" dirty="0">
                <a:solidFill>
                  <a:schemeClr val="bg2">
                    <a:lumMod val="50000"/>
                  </a:schemeClr>
                </a:solidFill>
              </a:rPr>
              <a:t>From "something went wrong" to "here is what to check and how to fix it"</a:t>
            </a:r>
          </a:p>
        </p:txBody>
      </p:sp>
      <p:sp>
        <p:nvSpPr>
          <p:cNvPr id="10" name="BH"/>
          <p:cNvSpPr/>
          <p:nvPr/>
        </p:nvSpPr>
        <p:spPr>
          <a:xfrm>
            <a:off x="239205" y="1762759"/>
            <a:ext cx="5400000" cy="462379"/>
          </a:xfrm>
          <a:prstGeom prst="roundRect">
            <a:avLst>
              <a:gd name="adj" fmla="val 15000"/>
            </a:avLst>
          </a:prstGeom>
          <a:solidFill>
            <a:srgbClr val="C00000"/>
          </a:solidFill>
          <a:ln>
            <a:noFill/>
          </a:ln>
        </p:spPr>
        <p:txBody>
          <a:bodyPr wrap="square" lIns="152400" tIns="45720" rIns="152400" bIns="45720" anchor="ctr"/>
          <a:lstStyle/>
          <a:p>
            <a:pPr algn="ctr">
              <a:buNone/>
            </a:pPr>
            <a:r>
              <a:rPr lang="en-US" sz="1200" b="1" noProof="0" dirty="0">
                <a:solidFill>
                  <a:srgbClr val="FFFFFF"/>
                </a:solidFill>
              </a:rPr>
              <a:t>Before diagnostic cards — persona says:</a:t>
            </a:r>
          </a:p>
        </p:txBody>
      </p:sp>
      <p:sp>
        <p:nvSpPr>
          <p:cNvPr id="11" name="BB"/>
          <p:cNvSpPr/>
          <p:nvPr/>
        </p:nvSpPr>
        <p:spPr>
          <a:xfrm>
            <a:off x="239205" y="2275137"/>
            <a:ext cx="5400000" cy="942907"/>
          </a:xfrm>
          <a:prstGeom prst="roundRect">
            <a:avLst>
              <a:gd name="adj" fmla="val 6000"/>
            </a:avLst>
          </a:prstGeom>
          <a:solidFill>
            <a:schemeClr val="bg1"/>
          </a:solidFill>
          <a:ln w="19050">
            <a:solidFill>
              <a:srgbClr val="C00000"/>
            </a:solidFill>
          </a:ln>
        </p:spPr>
        <p:txBody>
          <a:bodyPr wrap="square" lIns="182880" tIns="91440" rIns="182880" bIns="91440" anchor="ctr"/>
          <a:lstStyle/>
          <a:p>
            <a:pPr algn="l">
              <a:buNone/>
            </a:pPr>
            <a:r>
              <a:rPr lang="en-US" sz="1200" b="0" i="1" noProof="0" dirty="0">
                <a:solidFill>
                  <a:schemeClr val="bg2">
                    <a:lumMod val="25000"/>
                  </a:schemeClr>
                </a:solidFill>
              </a:rPr>
              <a:t>"UART callback is not reached on STM32H7."</a:t>
            </a:r>
          </a:p>
          <a:p>
            <a:pPr algn="l">
              <a:buNone/>
            </a:pPr>
            <a:r>
              <a:rPr lang="en-US" sz="1200" b="0" noProof="0" dirty="0">
                <a:solidFill>
                  <a:schemeClr val="bg2">
                    <a:lumMod val="25000"/>
                  </a:schemeClr>
                </a:solidFill>
              </a:rPr>
              <a:t>Describes the problem. No guidance. No debug steps</a:t>
            </a:r>
          </a:p>
          <a:p>
            <a:pPr algn="l">
              <a:buNone/>
            </a:pPr>
            <a:endParaRPr lang="en-US" sz="1200" b="0" noProof="0" dirty="0">
              <a:solidFill>
                <a:srgbClr val="791F1F"/>
              </a:solidFill>
            </a:endParaRPr>
          </a:p>
          <a:p>
            <a:pPr algn="ctr">
              <a:buNone/>
            </a:pPr>
            <a:r>
              <a:rPr lang="en-US" sz="1200" b="1" noProof="0" dirty="0">
                <a:solidFill>
                  <a:srgbClr val="DC2626"/>
                </a:solidFill>
              </a:rPr>
              <a:t>The engineer has to figure out the diagnosis alone.</a:t>
            </a:r>
          </a:p>
        </p:txBody>
      </p:sp>
      <p:sp>
        <p:nvSpPr>
          <p:cNvPr id="12" name="AH"/>
          <p:cNvSpPr/>
          <p:nvPr/>
        </p:nvSpPr>
        <p:spPr>
          <a:xfrm>
            <a:off x="239205" y="3339999"/>
            <a:ext cx="5400000" cy="505139"/>
          </a:xfrm>
          <a:prstGeom prst="roundRect">
            <a:avLst>
              <a:gd name="adj" fmla="val 15000"/>
            </a:avLst>
          </a:prstGeom>
          <a:solidFill>
            <a:srgbClr val="0D9589"/>
          </a:solidFill>
          <a:ln>
            <a:noFill/>
          </a:ln>
        </p:spPr>
        <p:txBody>
          <a:bodyPr wrap="square" lIns="152400" tIns="45720" rIns="152400" bIns="45720" anchor="ctr"/>
          <a:lstStyle/>
          <a:p>
            <a:pPr algn="ctr">
              <a:buNone/>
            </a:pPr>
            <a:r>
              <a:rPr lang="en-US" sz="1200" b="1" noProof="0" dirty="0">
                <a:solidFill>
                  <a:srgbClr val="FFFFFF"/>
                </a:solidFill>
              </a:rPr>
              <a:t>After diagnostic cards — persona says:</a:t>
            </a:r>
          </a:p>
        </p:txBody>
      </p:sp>
      <p:sp>
        <p:nvSpPr>
          <p:cNvPr id="13" name="AB"/>
          <p:cNvSpPr/>
          <p:nvPr/>
        </p:nvSpPr>
        <p:spPr>
          <a:xfrm>
            <a:off x="239205" y="3895137"/>
            <a:ext cx="5400000" cy="1359279"/>
          </a:xfrm>
          <a:prstGeom prst="roundRect">
            <a:avLst>
              <a:gd name="adj" fmla="val 6000"/>
            </a:avLst>
          </a:prstGeom>
          <a:solidFill>
            <a:schemeClr val="bg1"/>
          </a:solidFill>
          <a:ln w="25400">
            <a:solidFill>
              <a:srgbClr val="0D9488"/>
            </a:solidFill>
          </a:ln>
        </p:spPr>
        <p:txBody>
          <a:bodyPr wrap="square" lIns="182880" tIns="91440" rIns="182880" bIns="91440" anchor="ctr"/>
          <a:lstStyle/>
          <a:p>
            <a:pPr algn="l">
              <a:buNone/>
            </a:pPr>
            <a:r>
              <a:rPr lang="en-US" sz="1200" b="0" i="1" noProof="0" dirty="0">
                <a:solidFill>
                  <a:schemeClr val="bg2">
                    <a:lumMod val="25000"/>
                  </a:schemeClr>
                </a:solidFill>
              </a:rPr>
              <a:t>"Symptom: UART callback not reached. Likely causes: NVIC</a:t>
            </a:r>
          </a:p>
          <a:p>
            <a:pPr algn="l">
              <a:buNone/>
            </a:pPr>
            <a:r>
              <a:rPr lang="en-US" sz="1200" b="0" i="1" noProof="0" dirty="0">
                <a:solidFill>
                  <a:schemeClr val="bg2">
                    <a:lumMod val="25000"/>
                  </a:schemeClr>
                </a:solidFill>
              </a:rPr>
              <a:t>priority, DMA config. Debug: check IRQ enable, verify HAL </a:t>
            </a:r>
            <a:r>
              <a:rPr lang="en-US" sz="1200" b="0" i="1" noProof="0" dirty="0" err="1">
                <a:solidFill>
                  <a:schemeClr val="bg2">
                    <a:lumMod val="25000"/>
                  </a:schemeClr>
                </a:solidFill>
              </a:rPr>
              <a:t>init</a:t>
            </a:r>
            <a:endParaRPr lang="en-US" sz="1200" b="0" i="1" noProof="0" dirty="0">
              <a:solidFill>
                <a:schemeClr val="bg2">
                  <a:lumMod val="25000"/>
                </a:schemeClr>
              </a:solidFill>
            </a:endParaRPr>
          </a:p>
          <a:p>
            <a:pPr algn="l">
              <a:buNone/>
            </a:pPr>
            <a:r>
              <a:rPr lang="en-US" sz="1200" b="0" i="1" noProof="0" dirty="0">
                <a:solidFill>
                  <a:schemeClr val="bg2">
                    <a:lumMod val="25000"/>
                  </a:schemeClr>
                </a:solidFill>
              </a:rPr>
              <a:t>sequence. Confidence: medium.“</a:t>
            </a:r>
          </a:p>
          <a:p>
            <a:pPr algn="l">
              <a:buNone/>
            </a:pPr>
            <a:endParaRPr lang="en-US" sz="1200" b="0" i="1" noProof="0" dirty="0">
              <a:solidFill>
                <a:schemeClr val="bg2">
                  <a:lumMod val="25000"/>
                </a:schemeClr>
              </a:solidFill>
            </a:endParaRPr>
          </a:p>
          <a:p>
            <a:pPr algn="ctr">
              <a:buNone/>
            </a:pPr>
            <a:r>
              <a:rPr lang="en-US" sz="1200" b="1" noProof="0" dirty="0">
                <a:solidFill>
                  <a:srgbClr val="0D9589"/>
                </a:solidFill>
              </a:rPr>
              <a:t>The engineer gets a full troubleshooting guide instantly.</a:t>
            </a:r>
          </a:p>
        </p:txBody>
      </p:sp>
      <p:sp>
        <p:nvSpPr>
          <p:cNvPr id="20" name="Impact"/>
          <p:cNvSpPr/>
          <p:nvPr/>
        </p:nvSpPr>
        <p:spPr>
          <a:xfrm>
            <a:off x="6032981" y="1544237"/>
            <a:ext cx="5700000" cy="3175717"/>
          </a:xfrm>
          <a:prstGeom prst="roundRect">
            <a:avLst>
              <a:gd name="adj" fmla="val 6000"/>
            </a:avLst>
          </a:prstGeom>
          <a:solidFill>
            <a:schemeClr val="bg1"/>
          </a:solidFill>
          <a:ln w="19050">
            <a:solidFill>
              <a:schemeClr val="tx1"/>
            </a:solidFill>
          </a:ln>
        </p:spPr>
        <p:txBody>
          <a:bodyPr wrap="square" lIns="228600" tIns="182880" rIns="228600" bIns="182880" anchor="t"/>
          <a:lstStyle/>
          <a:p>
            <a:pPr algn="l">
              <a:buNone/>
            </a:pPr>
            <a:r>
              <a:rPr lang="en-US" sz="1200" b="1" noProof="0" dirty="0">
                <a:solidFill>
                  <a:srgbClr val="0D9488"/>
                </a:solidFill>
              </a:rPr>
              <a:t>Impact on persona quality</a:t>
            </a:r>
          </a:p>
          <a:p>
            <a:pPr algn="l">
              <a:buNone/>
            </a:pPr>
            <a:r>
              <a:rPr lang="en-US" sz="1200" b="0" noProof="0" dirty="0">
                <a:solidFill>
                  <a:srgbClr val="CBD5E1"/>
                </a:solidFill>
              </a:rPr>
              <a:t> </a:t>
            </a:r>
          </a:p>
          <a:p>
            <a:pPr marL="171450" indent="-171450" algn="l">
              <a:buFont typeface="Arial" panose="020B0604020202020204" pitchFamily="34" charset="0"/>
              <a:buChar char="•"/>
            </a:pPr>
            <a:r>
              <a:rPr lang="en-US" sz="1200" b="0" noProof="0" dirty="0"/>
              <a:t>Highest-value artifacts in the entire pipeline</a:t>
            </a:r>
          </a:p>
          <a:p>
            <a:pPr marL="171450" indent="-171450" algn="l">
              <a:buFont typeface="Arial" panose="020B0604020202020204" pitchFamily="34" charset="0"/>
              <a:buChar char="•"/>
            </a:pPr>
            <a:endParaRPr lang="en-US" sz="1200" b="0" noProof="0" dirty="0"/>
          </a:p>
          <a:p>
            <a:pPr marL="171450" indent="-171450" algn="l">
              <a:buFont typeface="Arial" panose="020B0604020202020204" pitchFamily="34" charset="0"/>
              <a:buChar char="•"/>
            </a:pPr>
            <a:r>
              <a:rPr lang="en-US" sz="1200" b="0" noProof="0" dirty="0"/>
              <a:t>Each card provides: symptoms, likely causes, debug checks, workarounds, evidence refs</a:t>
            </a:r>
          </a:p>
          <a:p>
            <a:pPr algn="l"/>
            <a:r>
              <a:rPr lang="en-US" sz="1200" b="0" noProof="0" dirty="0"/>
              <a:t> </a:t>
            </a:r>
          </a:p>
          <a:p>
            <a:pPr marL="171450" indent="-171450" algn="l">
              <a:buFont typeface="Arial" panose="020B0604020202020204" pitchFamily="34" charset="0"/>
              <a:buChar char="•"/>
            </a:pPr>
            <a:r>
              <a:rPr lang="en-US" sz="1200" b="0" noProof="0" dirty="0"/>
              <a:t>Benchmark showed clear QI jump on mixed questions , from generic abstention to actionable answers</a:t>
            </a:r>
          </a:p>
          <a:p>
            <a:pPr algn="l"/>
            <a:r>
              <a:rPr lang="en-US" sz="1200" b="0" noProof="0" dirty="0"/>
              <a:t> </a:t>
            </a:r>
          </a:p>
          <a:p>
            <a:pPr marL="171450" indent="-171450" algn="l">
              <a:buFont typeface="Arial" panose="020B0604020202020204" pitchFamily="34" charset="0"/>
              <a:buChar char="•"/>
            </a:pPr>
            <a:r>
              <a:rPr lang="en-US" sz="1200" b="0" noProof="0" dirty="0"/>
              <a:t>Confidence-gated: if evidence is weak, caution is added automatically</a:t>
            </a:r>
          </a:p>
          <a:p>
            <a:pPr marL="171450" indent="-171450" algn="l">
              <a:buFont typeface="Arial" panose="020B0604020202020204" pitchFamily="34" charset="0"/>
              <a:buChar char="•"/>
            </a:pPr>
            <a:endParaRPr lang="en-US" sz="1200" b="0" noProof="0" dirty="0"/>
          </a:p>
          <a:p>
            <a:pPr algn="l">
              <a:buNone/>
            </a:pPr>
            <a:r>
              <a:rPr lang="en-US" sz="1200" b="0" noProof="0" dirty="0">
                <a:solidFill>
                  <a:srgbClr val="0D9589"/>
                </a:solidFill>
              </a:rPr>
              <a:t> </a:t>
            </a:r>
            <a:r>
              <a:rPr lang="en-US" sz="1200" b="1" noProof="0" dirty="0">
                <a:solidFill>
                  <a:srgbClr val="0D9589"/>
                </a:solidFill>
              </a:rPr>
              <a:t>Direct QI boost: </a:t>
            </a:r>
          </a:p>
          <a:p>
            <a:pPr algn="l">
              <a:buNone/>
            </a:pPr>
            <a:endParaRPr lang="en-US" sz="1200" b="1" noProof="0" dirty="0">
              <a:solidFill>
                <a:srgbClr val="C00000"/>
              </a:solidFill>
            </a:endParaRPr>
          </a:p>
          <a:p>
            <a:pPr algn="ctr">
              <a:buNone/>
            </a:pPr>
            <a:r>
              <a:rPr lang="en-US" sz="1200" b="1" noProof="0" dirty="0">
                <a:solidFill>
                  <a:srgbClr val="C00000"/>
                </a:solidFill>
              </a:rPr>
              <a:t>persona guides diagnosis like a senior engineer.</a:t>
            </a:r>
          </a:p>
        </p:txBody>
      </p:sp>
      <p:sp>
        <p:nvSpPr>
          <p:cNvPr id="30" name="Tag"/>
          <p:cNvSpPr/>
          <p:nvPr/>
        </p:nvSpPr>
        <p:spPr>
          <a:xfrm>
            <a:off x="332981" y="5774050"/>
            <a:ext cx="11400000" cy="360000"/>
          </a:xfrm>
          <a:prstGeom prst="roundRect">
            <a:avLst>
              <a:gd name="adj" fmla="val 15000"/>
            </a:avLst>
          </a:prstGeom>
          <a:solidFill>
            <a:srgbClr val="E1F5EE"/>
          </a:solidFill>
          <a:ln w="19050">
            <a:solidFill>
              <a:srgbClr val="0D9488"/>
            </a:solidFill>
          </a:ln>
        </p:spPr>
        <p:txBody>
          <a:bodyPr wrap="square" lIns="182880" tIns="45720" rIns="182880" bIns="45720" anchor="ctr"/>
          <a:lstStyle/>
          <a:p>
            <a:pPr algn="ctr">
              <a:buNone/>
            </a:pPr>
            <a:r>
              <a:rPr lang="en-US" sz="1200" b="1" noProof="0" dirty="0">
                <a:solidFill>
                  <a:srgbClr val="085041"/>
                </a:solidFill>
              </a:rPr>
              <a:t>Resolver cases + diagnostic cards = the persona answers like a senior engineer, not a search engine.</a:t>
            </a:r>
          </a:p>
        </p:txBody>
      </p:sp>
      <p:sp>
        <p:nvSpPr>
          <p:cNvPr id="5" name="Shape 4">
            <a:extLst>
              <a:ext uri="{FF2B5EF4-FFF2-40B4-BE49-F238E27FC236}">
                <a16:creationId xmlns:a16="http://schemas.microsoft.com/office/drawing/2014/main" id="{BD3FE0A9-6796-2B87-5806-3BB1B2528434}"/>
              </a:ext>
            </a:extLst>
          </p:cNvPr>
          <p:cNvSpPr/>
          <p:nvPr/>
        </p:nvSpPr>
        <p:spPr>
          <a:xfrm>
            <a:off x="239205" y="1063950"/>
            <a:ext cx="8229600" cy="22860"/>
          </a:xfrm>
          <a:prstGeom prst="rect">
            <a:avLst/>
          </a:prstGeom>
          <a:solidFill>
            <a:srgbClr val="CBD5E1"/>
          </a:solidFill>
          <a:ln w="12700">
            <a:solidFill>
              <a:srgbClr val="000000"/>
            </a:solidFill>
            <a:prstDash val="solid"/>
          </a:ln>
        </p:spPr>
        <p:txBody>
          <a:bodyPr/>
          <a:lstStyle/>
          <a:p>
            <a:endParaRPr lang="en-US" noProof="0" dirty="0"/>
          </a:p>
        </p:txBody>
      </p:sp>
      <p:pic>
        <p:nvPicPr>
          <p:cNvPr id="6" name="Image 5">
            <a:extLst>
              <a:ext uri="{FF2B5EF4-FFF2-40B4-BE49-F238E27FC236}">
                <a16:creationId xmlns:a16="http://schemas.microsoft.com/office/drawing/2014/main" id="{15B783EE-766B-8E8A-BE5E-DC87AAC42C3A}"/>
              </a:ext>
            </a:extLst>
          </p:cNvPr>
          <p:cNvPicPr>
            <a:picLocks noChangeAspect="1"/>
          </p:cNvPicPr>
          <p:nvPr/>
        </p:nvPicPr>
        <p:blipFill>
          <a:blip r:embed="rId3"/>
          <a:stretch>
            <a:fillRect/>
          </a:stretch>
        </p:blipFill>
        <p:spPr>
          <a:xfrm>
            <a:off x="5914326" y="4847278"/>
            <a:ext cx="5937310" cy="689080"/>
          </a:xfrm>
          <a:prstGeom prst="rect">
            <a:avLst/>
          </a:prstGeom>
        </p:spPr>
      </p:pic>
      <p:sp>
        <p:nvSpPr>
          <p:cNvPr id="7" name="Rectangle 6">
            <a:extLst>
              <a:ext uri="{FF2B5EF4-FFF2-40B4-BE49-F238E27FC236}">
                <a16:creationId xmlns:a16="http://schemas.microsoft.com/office/drawing/2014/main" id="{1B0BBBD6-E42F-F24F-901A-FFAC5EA37B64}"/>
              </a:ext>
            </a:extLst>
          </p:cNvPr>
          <p:cNvSpPr/>
          <p:nvPr/>
        </p:nvSpPr>
        <p:spPr>
          <a:xfrm>
            <a:off x="11054177" y="4811480"/>
            <a:ext cx="457200" cy="815803"/>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sp>
        <p:nvSpPr>
          <p:cNvPr id="8" name="TextBox 7">
            <a:extLst>
              <a:ext uri="{FF2B5EF4-FFF2-40B4-BE49-F238E27FC236}">
                <a16:creationId xmlns:a16="http://schemas.microsoft.com/office/drawing/2014/main" id="{D47D811E-5006-B345-5E76-FABC411A9F8C}"/>
              </a:ext>
            </a:extLst>
          </p:cNvPr>
          <p:cNvSpPr txBox="1"/>
          <p:nvPr/>
        </p:nvSpPr>
        <p:spPr>
          <a:xfrm>
            <a:off x="11511377" y="6413302"/>
            <a:ext cx="6266984" cy="261610"/>
          </a:xfrm>
          <a:prstGeom prst="rect">
            <a:avLst/>
          </a:prstGeom>
          <a:noFill/>
        </p:spPr>
        <p:txBody>
          <a:bodyPr wrap="square">
            <a:spAutoFit/>
          </a:bodyPr>
          <a:lstStyle/>
          <a:p>
            <a:fld id="{40A7B169-58CE-4E65-B1F9-ACF9E46440C2}" type="slidenum">
              <a:rPr lang="en-US" sz="1100" noProof="0" smtClean="0">
                <a:solidFill>
                  <a:schemeClr val="tx2">
                    <a:lumMod val="75000"/>
                  </a:schemeClr>
                </a:solidFill>
              </a:rPr>
              <a:pPr/>
              <a:t>48</a:t>
            </a:fld>
            <a:endParaRPr lang="en-US" sz="1100" noProof="0" dirty="0">
              <a:solidFill>
                <a:schemeClr val="tx2">
                  <a:lumMod val="75000"/>
                </a:schemeClr>
              </a:solidFill>
            </a:endParaRPr>
          </a:p>
        </p:txBody>
      </p:sp>
      <p:sp>
        <p:nvSpPr>
          <p:cNvPr id="9" name="TextBox 8">
            <a:extLst>
              <a:ext uri="{FF2B5EF4-FFF2-40B4-BE49-F238E27FC236}">
                <a16:creationId xmlns:a16="http://schemas.microsoft.com/office/drawing/2014/main" id="{5070B541-B764-66E2-F547-8E3A1FD9E0E5}"/>
              </a:ext>
            </a:extLst>
          </p:cNvPr>
          <p:cNvSpPr txBox="1"/>
          <p:nvPr/>
        </p:nvSpPr>
        <p:spPr>
          <a:xfrm>
            <a:off x="234954" y="1191633"/>
            <a:ext cx="9021336" cy="292388"/>
          </a:xfrm>
          <a:prstGeom prst="rect">
            <a:avLst/>
          </a:prstGeom>
          <a:noFill/>
        </p:spPr>
        <p:txBody>
          <a:bodyPr wrap="square">
            <a:spAutoFit/>
          </a:bodyPr>
          <a:lstStyle/>
          <a:p>
            <a:r>
              <a:rPr lang="en-US" sz="1300" b="1" i="0" noProof="0" dirty="0">
                <a:solidFill>
                  <a:schemeClr val="bg2">
                    <a:lumMod val="10000"/>
                  </a:schemeClr>
                </a:solidFill>
                <a:effectLst/>
              </a:rPr>
              <a:t>UART callback is not reached on STM32H7, what are the likely causes and what should I check ?</a:t>
            </a:r>
            <a:endParaRPr lang="en-US" sz="1300" noProof="0" dirty="0">
              <a:solidFill>
                <a:schemeClr val="bg2">
                  <a:lumMod val="10000"/>
                </a:schemeClr>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E8B20-EAA4-14F9-569D-C779D45B6B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939A99-1AD6-3348-38AF-B185FB0D0342}"/>
              </a:ext>
            </a:extLst>
          </p:cNvPr>
          <p:cNvSpPr>
            <a:spLocks noGrp="1"/>
          </p:cNvSpPr>
          <p:nvPr>
            <p:ph type="title"/>
          </p:nvPr>
        </p:nvSpPr>
        <p:spPr>
          <a:xfrm>
            <a:off x="242477" y="-53443"/>
            <a:ext cx="11609159" cy="1247050"/>
          </a:xfrm>
        </p:spPr>
        <p:txBody>
          <a:bodyPr/>
          <a:lstStyle/>
          <a:p>
            <a:r>
              <a:rPr lang="en-US" sz="1800" b="1" noProof="0" dirty="0"/>
              <a:t>Diagnostic Cards — Structured Troubleshooting Knowledge</a:t>
            </a:r>
            <a:endParaRPr lang="en-US" sz="1800" noProof="0" dirty="0"/>
          </a:p>
        </p:txBody>
      </p:sp>
      <p:sp>
        <p:nvSpPr>
          <p:cNvPr id="20" name="Sub">
            <a:extLst>
              <a:ext uri="{FF2B5EF4-FFF2-40B4-BE49-F238E27FC236}">
                <a16:creationId xmlns:a16="http://schemas.microsoft.com/office/drawing/2014/main" id="{3DF815E0-CD20-46A0-0DF2-D8D0331B5F0E}"/>
              </a:ext>
            </a:extLst>
          </p:cNvPr>
          <p:cNvSpPr>
            <a:spLocks noGrp="1"/>
          </p:cNvSpPr>
          <p:nvPr/>
        </p:nvSpPr>
        <p:spPr>
          <a:xfrm>
            <a:off x="240841" y="842873"/>
            <a:ext cx="11609159" cy="450000"/>
          </a:xfrm>
          <a:prstGeom prst="rect">
            <a:avLst/>
          </a:prstGeom>
          <a:noFill/>
        </p:spPr>
        <p:txBody>
          <a:bodyPr wrap="square" lIns="91440" tIns="45720" rIns="91440" bIns="45720"/>
          <a:lstStyle/>
          <a:p>
            <a:endParaRPr lang="en-US" sz="1200" b="0" noProof="0" dirty="0">
              <a:solidFill>
                <a:srgbClr val="475569"/>
              </a:solidFill>
            </a:endParaRPr>
          </a:p>
        </p:txBody>
      </p:sp>
      <p:sp>
        <p:nvSpPr>
          <p:cNvPr id="3" name="Shape 4">
            <a:extLst>
              <a:ext uri="{FF2B5EF4-FFF2-40B4-BE49-F238E27FC236}">
                <a16:creationId xmlns:a16="http://schemas.microsoft.com/office/drawing/2014/main" id="{D1F0699E-2848-408B-74C6-E8B08C4C29C4}"/>
              </a:ext>
            </a:extLst>
          </p:cNvPr>
          <p:cNvSpPr/>
          <p:nvPr/>
        </p:nvSpPr>
        <p:spPr>
          <a:xfrm>
            <a:off x="239205" y="945746"/>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5" name="Slide Number Placeholder 4">
            <a:extLst>
              <a:ext uri="{FF2B5EF4-FFF2-40B4-BE49-F238E27FC236}">
                <a16:creationId xmlns:a16="http://schemas.microsoft.com/office/drawing/2014/main" id="{3E1ECCAC-339C-DFBF-6B1E-6D828C913477}"/>
              </a:ext>
            </a:extLst>
          </p:cNvPr>
          <p:cNvSpPr>
            <a:spLocks noGrp="1"/>
          </p:cNvSpPr>
          <p:nvPr>
            <p:ph type="sldNum" sz="quarter" idx="12"/>
          </p:nvPr>
        </p:nvSpPr>
        <p:spPr/>
        <p:txBody>
          <a:bodyPr/>
          <a:lstStyle/>
          <a:p>
            <a:fld id="{40A7B169-58CE-4E65-B1F9-ACF9E46440C2}" type="slidenum">
              <a:rPr lang="en-US" noProof="0" smtClean="0"/>
              <a:t>49</a:t>
            </a:fld>
            <a:endParaRPr lang="en-US" noProof="0" dirty="0"/>
          </a:p>
        </p:txBody>
      </p:sp>
      <p:grpSp>
        <p:nvGrpSpPr>
          <p:cNvPr id="7" name="Group 6">
            <a:extLst>
              <a:ext uri="{FF2B5EF4-FFF2-40B4-BE49-F238E27FC236}">
                <a16:creationId xmlns:a16="http://schemas.microsoft.com/office/drawing/2014/main" id="{390B85FA-31EE-534C-0C15-C7D55E0415C8}"/>
              </a:ext>
            </a:extLst>
          </p:cNvPr>
          <p:cNvGrpSpPr/>
          <p:nvPr/>
        </p:nvGrpSpPr>
        <p:grpSpPr>
          <a:xfrm>
            <a:off x="320023" y="1387920"/>
            <a:ext cx="11551953" cy="4618781"/>
            <a:chOff x="320023" y="1487186"/>
            <a:chExt cx="11551953" cy="4618781"/>
          </a:xfrm>
        </p:grpSpPr>
        <p:pic>
          <p:nvPicPr>
            <p:cNvPr id="15" name="Image 14">
              <a:extLst>
                <a:ext uri="{FF2B5EF4-FFF2-40B4-BE49-F238E27FC236}">
                  <a16:creationId xmlns:a16="http://schemas.microsoft.com/office/drawing/2014/main" id="{8C7D6708-FB02-980B-E0EB-B0EAC58F10E2}"/>
                </a:ext>
              </a:extLst>
            </p:cNvPr>
            <p:cNvPicPr>
              <a:picLocks noChangeAspect="1"/>
            </p:cNvPicPr>
            <p:nvPr/>
          </p:nvPicPr>
          <p:blipFill>
            <a:blip r:embed="rId3">
              <a:extLst>
                <a:ext uri="{28A0092B-C50C-407E-A947-70E740481C1C}">
                  <a14:useLocalDpi xmlns:a14="http://schemas.microsoft.com/office/drawing/2010/main" val="0"/>
                </a:ext>
              </a:extLst>
            </a:blip>
            <a:srcRect l="515" t="32125" r="375" b="8434"/>
            <a:stretch>
              <a:fillRect/>
            </a:stretch>
          </p:blipFill>
          <p:spPr>
            <a:xfrm>
              <a:off x="320023" y="1487186"/>
              <a:ext cx="11551953" cy="4618781"/>
            </a:xfrm>
            <a:prstGeom prst="rect">
              <a:avLst/>
            </a:prstGeom>
          </p:spPr>
        </p:pic>
        <p:sp>
          <p:nvSpPr>
            <p:cNvPr id="4" name="Rectangle 3">
              <a:extLst>
                <a:ext uri="{FF2B5EF4-FFF2-40B4-BE49-F238E27FC236}">
                  <a16:creationId xmlns:a16="http://schemas.microsoft.com/office/drawing/2014/main" id="{8E34C8D1-DC5B-7822-7CA1-DB1D2178D28B}"/>
                </a:ext>
              </a:extLst>
            </p:cNvPr>
            <p:cNvSpPr/>
            <p:nvPr/>
          </p:nvSpPr>
          <p:spPr>
            <a:xfrm>
              <a:off x="584204" y="4784494"/>
              <a:ext cx="8948416" cy="128864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pic>
          <p:nvPicPr>
            <p:cNvPr id="6" name="Image 14">
              <a:extLst>
                <a:ext uri="{FF2B5EF4-FFF2-40B4-BE49-F238E27FC236}">
                  <a16:creationId xmlns:a16="http://schemas.microsoft.com/office/drawing/2014/main" id="{25200768-85C3-0565-579A-E53F5B7826DE}"/>
                </a:ext>
              </a:extLst>
            </p:cNvPr>
            <p:cNvPicPr>
              <a:picLocks noChangeAspect="1"/>
            </p:cNvPicPr>
            <p:nvPr/>
          </p:nvPicPr>
          <p:blipFill>
            <a:blip r:embed="rId3">
              <a:extLst>
                <a:ext uri="{28A0092B-C50C-407E-A947-70E740481C1C}">
                  <a14:useLocalDpi xmlns:a14="http://schemas.microsoft.com/office/drawing/2010/main" val="0"/>
                </a:ext>
              </a:extLst>
            </a:blip>
            <a:srcRect l="14245" t="91829" r="16849" b="597"/>
            <a:stretch>
              <a:fillRect/>
            </a:stretch>
          </p:blipFill>
          <p:spPr>
            <a:xfrm>
              <a:off x="2029680" y="5134576"/>
              <a:ext cx="8031480" cy="588482"/>
            </a:xfrm>
            <a:prstGeom prst="rect">
              <a:avLst/>
            </a:prstGeom>
          </p:spPr>
        </p:pic>
      </p:grpSp>
    </p:spTree>
    <p:extLst>
      <p:ext uri="{BB962C8B-B14F-4D97-AF65-F5344CB8AC3E}">
        <p14:creationId xmlns:p14="http://schemas.microsoft.com/office/powerpoint/2010/main" val="37049223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0784E-84E2-7239-74A2-04D0376453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114ED1-439C-CAF4-7933-A2CD92B5AE92}"/>
              </a:ext>
            </a:extLst>
          </p:cNvPr>
          <p:cNvSpPr>
            <a:spLocks noGrp="1"/>
          </p:cNvSpPr>
          <p:nvPr>
            <p:ph type="title"/>
          </p:nvPr>
        </p:nvSpPr>
        <p:spPr>
          <a:xfrm>
            <a:off x="242477" y="-53443"/>
            <a:ext cx="11609159" cy="1247050"/>
          </a:xfrm>
        </p:spPr>
        <p:txBody>
          <a:bodyPr/>
          <a:lstStyle/>
          <a:p>
            <a:r>
              <a:rPr lang="en-US" sz="1800" b="1" noProof="0" dirty="0"/>
              <a:t>The Data Preprocessing Pipeline</a:t>
            </a:r>
            <a:endParaRPr lang="en-US" sz="1800" noProof="0" dirty="0"/>
          </a:p>
        </p:txBody>
      </p:sp>
      <p:sp>
        <p:nvSpPr>
          <p:cNvPr id="56" name="TextBox 55">
            <a:extLst>
              <a:ext uri="{FF2B5EF4-FFF2-40B4-BE49-F238E27FC236}">
                <a16:creationId xmlns:a16="http://schemas.microsoft.com/office/drawing/2014/main" id="{CFE6CB2F-DAA6-895F-3FF1-60B7EC1C5F8D}"/>
              </a:ext>
            </a:extLst>
          </p:cNvPr>
          <p:cNvSpPr txBox="1"/>
          <p:nvPr/>
        </p:nvSpPr>
        <p:spPr>
          <a:xfrm>
            <a:off x="242477" y="615186"/>
            <a:ext cx="6271666" cy="276999"/>
          </a:xfrm>
          <a:prstGeom prst="rect">
            <a:avLst/>
          </a:prstGeom>
          <a:noFill/>
        </p:spPr>
        <p:txBody>
          <a:bodyPr wrap="square">
            <a:spAutoFit/>
          </a:bodyPr>
          <a:lstStyle/>
          <a:p>
            <a:pPr marL="0" indent="0" algn="l">
              <a:buNone/>
            </a:pPr>
            <a:r>
              <a:rPr lang="en-US" sz="1200" b="1" noProof="0" dirty="0">
                <a:solidFill>
                  <a:srgbClr val="425A78"/>
                </a:solidFill>
              </a:rPr>
              <a:t>8 steps to transform raw data into KB-ready knowledge</a:t>
            </a:r>
          </a:p>
        </p:txBody>
      </p:sp>
      <p:sp>
        <p:nvSpPr>
          <p:cNvPr id="57" name="Text 3">
            <a:extLst>
              <a:ext uri="{FF2B5EF4-FFF2-40B4-BE49-F238E27FC236}">
                <a16:creationId xmlns:a16="http://schemas.microsoft.com/office/drawing/2014/main" id="{C5D14F67-1717-46B2-60E4-EF08EF1BA472}"/>
              </a:ext>
            </a:extLst>
          </p:cNvPr>
          <p:cNvSpPr/>
          <p:nvPr/>
        </p:nvSpPr>
        <p:spPr>
          <a:xfrm>
            <a:off x="340364" y="925138"/>
            <a:ext cx="8229600" cy="256032"/>
          </a:xfrm>
          <a:prstGeom prst="rect">
            <a:avLst/>
          </a:prstGeom>
          <a:noFill/>
          <a:ln/>
        </p:spPr>
        <p:txBody>
          <a:bodyPr wrap="square" lIns="0" tIns="0" rIns="0" bIns="0" rtlCol="0" anchor="ctr"/>
          <a:lstStyle/>
          <a:p>
            <a:pPr marL="0" indent="0" algn="l">
              <a:buNone/>
            </a:pPr>
            <a:r>
              <a:rPr lang="en-US" sz="1200" i="1" noProof="0" dirty="0">
                <a:solidFill>
                  <a:srgbClr val="64748B"/>
                </a:solidFill>
              </a:rPr>
              <a:t>Each step is deliberate — nothing is done at random</a:t>
            </a:r>
          </a:p>
        </p:txBody>
      </p:sp>
      <p:sp>
        <p:nvSpPr>
          <p:cNvPr id="58" name="Shape 4">
            <a:extLst>
              <a:ext uri="{FF2B5EF4-FFF2-40B4-BE49-F238E27FC236}">
                <a16:creationId xmlns:a16="http://schemas.microsoft.com/office/drawing/2014/main" id="{1BAFB0FA-C91C-D94C-93D6-488DA1A93448}"/>
              </a:ext>
            </a:extLst>
          </p:cNvPr>
          <p:cNvSpPr/>
          <p:nvPr/>
        </p:nvSpPr>
        <p:spPr>
          <a:xfrm>
            <a:off x="340364" y="1302803"/>
            <a:ext cx="8229600" cy="22860"/>
          </a:xfrm>
          <a:prstGeom prst="rect">
            <a:avLst/>
          </a:prstGeom>
          <a:solidFill>
            <a:srgbClr val="CBD5E1"/>
          </a:solidFill>
          <a:ln w="12700">
            <a:solidFill>
              <a:srgbClr val="000000"/>
            </a:solidFill>
            <a:prstDash val="solid"/>
          </a:ln>
        </p:spPr>
        <p:txBody>
          <a:bodyPr/>
          <a:lstStyle/>
          <a:p>
            <a:endParaRPr lang="en-US" noProof="0" dirty="0"/>
          </a:p>
        </p:txBody>
      </p:sp>
      <p:pic>
        <p:nvPicPr>
          <p:cNvPr id="53" name="Graphic 52" descr="Back outline">
            <a:extLst>
              <a:ext uri="{FF2B5EF4-FFF2-40B4-BE49-F238E27FC236}">
                <a16:creationId xmlns:a16="http://schemas.microsoft.com/office/drawing/2014/main" id="{017084DF-3B55-6A22-5C18-5EC3C77C833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20015657" flipH="1" flipV="1">
            <a:off x="7482867" y="4229762"/>
            <a:ext cx="1481109" cy="1481109"/>
          </a:xfrm>
          <a:prstGeom prst="rect">
            <a:avLst/>
          </a:prstGeom>
        </p:spPr>
      </p:pic>
      <p:sp>
        <p:nvSpPr>
          <p:cNvPr id="61" name="Shape 44">
            <a:extLst>
              <a:ext uri="{FF2B5EF4-FFF2-40B4-BE49-F238E27FC236}">
                <a16:creationId xmlns:a16="http://schemas.microsoft.com/office/drawing/2014/main" id="{E95A1BB7-085C-242F-D00E-F94E512AEE64}"/>
              </a:ext>
            </a:extLst>
          </p:cNvPr>
          <p:cNvSpPr/>
          <p:nvPr/>
        </p:nvSpPr>
        <p:spPr>
          <a:xfrm>
            <a:off x="3303777" y="4419898"/>
            <a:ext cx="4114800" cy="1810512"/>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62" name="Shape 45">
            <a:extLst>
              <a:ext uri="{FF2B5EF4-FFF2-40B4-BE49-F238E27FC236}">
                <a16:creationId xmlns:a16="http://schemas.microsoft.com/office/drawing/2014/main" id="{F8D93246-74FD-8E55-5C52-F90249B66453}"/>
              </a:ext>
            </a:extLst>
          </p:cNvPr>
          <p:cNvSpPr/>
          <p:nvPr/>
        </p:nvSpPr>
        <p:spPr>
          <a:xfrm>
            <a:off x="3303777" y="4419898"/>
            <a:ext cx="64008" cy="1810512"/>
          </a:xfrm>
          <a:prstGeom prst="rect">
            <a:avLst/>
          </a:prstGeom>
          <a:solidFill>
            <a:srgbClr val="0D9488"/>
          </a:solidFill>
          <a:ln w="12700">
            <a:solidFill>
              <a:srgbClr val="000000"/>
            </a:solidFill>
            <a:prstDash val="solid"/>
          </a:ln>
        </p:spPr>
        <p:txBody>
          <a:bodyPr/>
          <a:lstStyle/>
          <a:p>
            <a:endParaRPr lang="en-US" noProof="0" dirty="0"/>
          </a:p>
        </p:txBody>
      </p:sp>
      <p:sp>
        <p:nvSpPr>
          <p:cNvPr id="63" name="Text 46">
            <a:extLst>
              <a:ext uri="{FF2B5EF4-FFF2-40B4-BE49-F238E27FC236}">
                <a16:creationId xmlns:a16="http://schemas.microsoft.com/office/drawing/2014/main" id="{178E27ED-AD10-EFEC-AB55-2B2CDC737A8A}"/>
              </a:ext>
            </a:extLst>
          </p:cNvPr>
          <p:cNvSpPr/>
          <p:nvPr/>
        </p:nvSpPr>
        <p:spPr>
          <a:xfrm>
            <a:off x="3504945" y="4511338"/>
            <a:ext cx="3794760" cy="274320"/>
          </a:xfrm>
          <a:prstGeom prst="rect">
            <a:avLst/>
          </a:prstGeom>
          <a:noFill/>
          <a:ln/>
        </p:spPr>
        <p:txBody>
          <a:bodyPr wrap="square" lIns="0" tIns="0" rIns="0" bIns="0" rtlCol="0" anchor="ctr"/>
          <a:lstStyle/>
          <a:p>
            <a:pPr marL="0" indent="0">
              <a:buNone/>
            </a:pPr>
            <a:r>
              <a:rPr lang="en-US" sz="1050" b="1" noProof="0" dirty="0">
                <a:solidFill>
                  <a:srgbClr val="0D9488"/>
                </a:solidFill>
              </a:rPr>
              <a:t>❓ Why chunk?</a:t>
            </a:r>
            <a:endParaRPr lang="en-US" sz="1050" noProof="0" dirty="0"/>
          </a:p>
        </p:txBody>
      </p:sp>
      <p:sp>
        <p:nvSpPr>
          <p:cNvPr id="64" name="Text 47">
            <a:extLst>
              <a:ext uri="{FF2B5EF4-FFF2-40B4-BE49-F238E27FC236}">
                <a16:creationId xmlns:a16="http://schemas.microsoft.com/office/drawing/2014/main" id="{98B962DF-02AE-0F52-0AE0-D65EE8761DB8}"/>
              </a:ext>
            </a:extLst>
          </p:cNvPr>
          <p:cNvSpPr/>
          <p:nvPr/>
        </p:nvSpPr>
        <p:spPr>
          <a:xfrm>
            <a:off x="3504945" y="4803946"/>
            <a:ext cx="3794760" cy="1280160"/>
          </a:xfrm>
          <a:prstGeom prst="rect">
            <a:avLst/>
          </a:prstGeom>
          <a:noFill/>
          <a:ln/>
        </p:spPr>
        <p:txBody>
          <a:bodyPr wrap="square" lIns="0" tIns="0" rIns="0" bIns="0" rtlCol="0" anchor="ctr"/>
          <a:lstStyle/>
          <a:p>
            <a:pPr marL="0" indent="0">
              <a:buNone/>
            </a:pPr>
            <a:r>
              <a:rPr lang="en-US" sz="1000" noProof="0" dirty="0">
                <a:solidFill>
                  <a:srgbClr val="1B2A3B"/>
                </a:solidFill>
              </a:rPr>
              <a:t>The AI cannot read 5,000 files at once. We split them into small chunks. </a:t>
            </a:r>
          </a:p>
          <a:p>
            <a:pPr marL="0" indent="0">
              <a:buNone/>
            </a:pPr>
            <a:endParaRPr lang="en-US" sz="1000" noProof="0" dirty="0">
              <a:solidFill>
                <a:srgbClr val="1B2A3B"/>
              </a:solidFill>
            </a:endParaRPr>
          </a:p>
          <a:p>
            <a:pPr marL="0" indent="0">
              <a:buNone/>
            </a:pPr>
            <a:r>
              <a:rPr lang="en-US" sz="1000" noProof="0" dirty="0">
                <a:solidFill>
                  <a:srgbClr val="1B2A3B"/>
                </a:solidFill>
                <a:sym typeface="Wingdings" panose="05000000000000000000" pitchFamily="2" charset="2"/>
              </a:rPr>
              <a:t> </a:t>
            </a:r>
            <a:r>
              <a:rPr lang="en-US" sz="1000" noProof="0" dirty="0">
                <a:solidFill>
                  <a:srgbClr val="1B2A3B"/>
                </a:solidFill>
              </a:rPr>
              <a:t>So we can use them to evaluate our preprocessing pipeline </a:t>
            </a:r>
            <a:endParaRPr lang="en-US" sz="1000" noProof="0" dirty="0"/>
          </a:p>
        </p:txBody>
      </p:sp>
      <p:sp>
        <p:nvSpPr>
          <p:cNvPr id="3" name="Shape 5">
            <a:extLst>
              <a:ext uri="{FF2B5EF4-FFF2-40B4-BE49-F238E27FC236}">
                <a16:creationId xmlns:a16="http://schemas.microsoft.com/office/drawing/2014/main" id="{319A7365-3CDC-B167-B3C7-2B225ACDD111}"/>
              </a:ext>
            </a:extLst>
          </p:cNvPr>
          <p:cNvSpPr/>
          <p:nvPr/>
        </p:nvSpPr>
        <p:spPr>
          <a:xfrm>
            <a:off x="78775" y="1911930"/>
            <a:ext cx="1304782" cy="1981142"/>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4" name="Shape 6">
            <a:extLst>
              <a:ext uri="{FF2B5EF4-FFF2-40B4-BE49-F238E27FC236}">
                <a16:creationId xmlns:a16="http://schemas.microsoft.com/office/drawing/2014/main" id="{37B47A76-C86A-EB53-1BD7-CC252E7AE8A5}"/>
              </a:ext>
            </a:extLst>
          </p:cNvPr>
          <p:cNvSpPr/>
          <p:nvPr/>
        </p:nvSpPr>
        <p:spPr>
          <a:xfrm>
            <a:off x="78775" y="1911930"/>
            <a:ext cx="1294372" cy="438912"/>
          </a:xfrm>
          <a:prstGeom prst="rect">
            <a:avLst/>
          </a:prstGeom>
          <a:noFill/>
          <a:ln w="12700">
            <a:solidFill>
              <a:srgbClr val="000000"/>
            </a:solidFill>
            <a:prstDash val="solid"/>
          </a:ln>
        </p:spPr>
        <p:txBody>
          <a:bodyPr/>
          <a:lstStyle/>
          <a:p>
            <a:endParaRPr lang="en-US" noProof="0" dirty="0"/>
          </a:p>
        </p:txBody>
      </p:sp>
      <p:sp>
        <p:nvSpPr>
          <p:cNvPr id="28" name="Text 7">
            <a:extLst>
              <a:ext uri="{FF2B5EF4-FFF2-40B4-BE49-F238E27FC236}">
                <a16:creationId xmlns:a16="http://schemas.microsoft.com/office/drawing/2014/main" id="{0F32F007-7AF3-F406-28B8-38B0571BCB36}"/>
              </a:ext>
            </a:extLst>
          </p:cNvPr>
          <p:cNvSpPr/>
          <p:nvPr/>
        </p:nvSpPr>
        <p:spPr>
          <a:xfrm>
            <a:off x="78775" y="1911930"/>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1</a:t>
            </a:r>
            <a:endParaRPr lang="en-US" sz="1400" noProof="0" dirty="0">
              <a:solidFill>
                <a:srgbClr val="0D9488"/>
              </a:solidFill>
            </a:endParaRPr>
          </a:p>
        </p:txBody>
      </p:sp>
      <p:pic>
        <p:nvPicPr>
          <p:cNvPr id="46" name="Image 0" descr="preencoded.png">
            <a:extLst>
              <a:ext uri="{FF2B5EF4-FFF2-40B4-BE49-F238E27FC236}">
                <a16:creationId xmlns:a16="http://schemas.microsoft.com/office/drawing/2014/main" id="{6DB49729-81EA-2AA6-FFAC-AF48C2CC4AA7}"/>
              </a:ext>
            </a:extLst>
          </p:cNvPr>
          <p:cNvPicPr>
            <a:picLocks noChangeAspect="1"/>
          </p:cNvPicPr>
          <p:nvPr/>
        </p:nvPicPr>
        <p:blipFill>
          <a:blip r:embed="rId4"/>
          <a:stretch>
            <a:fillRect/>
          </a:stretch>
        </p:blipFill>
        <p:spPr>
          <a:xfrm>
            <a:off x="631987" y="1980273"/>
            <a:ext cx="329184" cy="329184"/>
          </a:xfrm>
          <a:prstGeom prst="rect">
            <a:avLst/>
          </a:prstGeom>
        </p:spPr>
      </p:pic>
      <p:sp>
        <p:nvSpPr>
          <p:cNvPr id="47" name="Text 8">
            <a:extLst>
              <a:ext uri="{FF2B5EF4-FFF2-40B4-BE49-F238E27FC236}">
                <a16:creationId xmlns:a16="http://schemas.microsoft.com/office/drawing/2014/main" id="{4541F29A-8FB2-1860-F30C-DD1BF9DBD3BA}"/>
              </a:ext>
            </a:extLst>
          </p:cNvPr>
          <p:cNvSpPr/>
          <p:nvPr/>
        </p:nvSpPr>
        <p:spPr>
          <a:xfrm>
            <a:off x="284515" y="2428469"/>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Ingestion</a:t>
            </a:r>
            <a:endParaRPr lang="en-US" sz="1050" noProof="0" dirty="0"/>
          </a:p>
        </p:txBody>
      </p:sp>
      <p:sp>
        <p:nvSpPr>
          <p:cNvPr id="48" name="Text 9">
            <a:extLst>
              <a:ext uri="{FF2B5EF4-FFF2-40B4-BE49-F238E27FC236}">
                <a16:creationId xmlns:a16="http://schemas.microsoft.com/office/drawing/2014/main" id="{6BB94538-B431-FC6E-CECF-52ABFF28D187}"/>
              </a:ext>
            </a:extLst>
          </p:cNvPr>
          <p:cNvSpPr/>
          <p:nvPr/>
        </p:nvSpPr>
        <p:spPr>
          <a:xfrm>
            <a:off x="242477" y="2880338"/>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Download raw data</a:t>
            </a:r>
            <a:endParaRPr lang="en-US" sz="1000" noProof="0" dirty="0"/>
          </a:p>
          <a:p>
            <a:pPr marL="0" indent="0" algn="ctr">
              <a:buNone/>
            </a:pPr>
            <a:r>
              <a:rPr lang="en-US" sz="1000" noProof="0" dirty="0">
                <a:solidFill>
                  <a:srgbClr val="64748B"/>
                </a:solidFill>
              </a:rPr>
              <a:t>from GitHub</a:t>
            </a:r>
            <a:endParaRPr lang="en-US" sz="1000" noProof="0" dirty="0"/>
          </a:p>
        </p:txBody>
      </p:sp>
      <p:pic>
        <p:nvPicPr>
          <p:cNvPr id="49" name="Image 1" descr="preencoded.png">
            <a:extLst>
              <a:ext uri="{FF2B5EF4-FFF2-40B4-BE49-F238E27FC236}">
                <a16:creationId xmlns:a16="http://schemas.microsoft.com/office/drawing/2014/main" id="{8871BF7A-D291-0D5A-4897-1BAC396BC4F2}"/>
              </a:ext>
            </a:extLst>
          </p:cNvPr>
          <p:cNvPicPr>
            <a:picLocks noChangeAspect="1"/>
          </p:cNvPicPr>
          <p:nvPr/>
        </p:nvPicPr>
        <p:blipFill>
          <a:blip r:embed="rId5"/>
          <a:stretch>
            <a:fillRect/>
          </a:stretch>
        </p:blipFill>
        <p:spPr>
          <a:xfrm>
            <a:off x="1538917" y="2952203"/>
            <a:ext cx="237744" cy="237744"/>
          </a:xfrm>
          <a:prstGeom prst="rect">
            <a:avLst/>
          </a:prstGeom>
        </p:spPr>
      </p:pic>
      <p:pic>
        <p:nvPicPr>
          <p:cNvPr id="50" name="Image 3" descr="preencoded.png">
            <a:extLst>
              <a:ext uri="{FF2B5EF4-FFF2-40B4-BE49-F238E27FC236}">
                <a16:creationId xmlns:a16="http://schemas.microsoft.com/office/drawing/2014/main" id="{50C0469A-35AA-858B-9403-5AA42EA1B2AA}"/>
              </a:ext>
            </a:extLst>
          </p:cNvPr>
          <p:cNvPicPr>
            <a:picLocks noChangeAspect="1"/>
          </p:cNvPicPr>
          <p:nvPr/>
        </p:nvPicPr>
        <p:blipFill>
          <a:blip r:embed="rId5"/>
          <a:stretch>
            <a:fillRect/>
          </a:stretch>
        </p:blipFill>
        <p:spPr>
          <a:xfrm>
            <a:off x="3027746" y="2940628"/>
            <a:ext cx="237744" cy="237744"/>
          </a:xfrm>
          <a:prstGeom prst="rect">
            <a:avLst/>
          </a:prstGeom>
        </p:spPr>
      </p:pic>
      <p:sp>
        <p:nvSpPr>
          <p:cNvPr id="51" name="Shape 15">
            <a:extLst>
              <a:ext uri="{FF2B5EF4-FFF2-40B4-BE49-F238E27FC236}">
                <a16:creationId xmlns:a16="http://schemas.microsoft.com/office/drawing/2014/main" id="{6F5ABA7E-AA77-FCDB-9514-6E2C30276C3B}"/>
              </a:ext>
            </a:extLst>
          </p:cNvPr>
          <p:cNvSpPr/>
          <p:nvPr/>
        </p:nvSpPr>
        <p:spPr>
          <a:xfrm>
            <a:off x="3057790" y="1907356"/>
            <a:ext cx="1406728" cy="1981141"/>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52" name="Shape 16">
            <a:extLst>
              <a:ext uri="{FF2B5EF4-FFF2-40B4-BE49-F238E27FC236}">
                <a16:creationId xmlns:a16="http://schemas.microsoft.com/office/drawing/2014/main" id="{8F2E33CD-2C32-F82D-A295-39A3AC05B337}"/>
              </a:ext>
            </a:extLst>
          </p:cNvPr>
          <p:cNvSpPr/>
          <p:nvPr/>
        </p:nvSpPr>
        <p:spPr>
          <a:xfrm>
            <a:off x="3063655" y="1917937"/>
            <a:ext cx="1410616" cy="438912"/>
          </a:xfrm>
          <a:prstGeom prst="rect">
            <a:avLst/>
          </a:prstGeom>
          <a:noFill/>
          <a:ln w="12700">
            <a:solidFill>
              <a:srgbClr val="000000"/>
            </a:solidFill>
            <a:prstDash val="solid"/>
          </a:ln>
        </p:spPr>
        <p:txBody>
          <a:bodyPr/>
          <a:lstStyle/>
          <a:p>
            <a:endParaRPr lang="en-US" noProof="0" dirty="0"/>
          </a:p>
        </p:txBody>
      </p:sp>
      <p:sp>
        <p:nvSpPr>
          <p:cNvPr id="54" name="Text 17">
            <a:extLst>
              <a:ext uri="{FF2B5EF4-FFF2-40B4-BE49-F238E27FC236}">
                <a16:creationId xmlns:a16="http://schemas.microsoft.com/office/drawing/2014/main" id="{57010B15-2E44-F960-2A2D-7DA4DD763C49}"/>
              </a:ext>
            </a:extLst>
          </p:cNvPr>
          <p:cNvSpPr/>
          <p:nvPr/>
        </p:nvSpPr>
        <p:spPr>
          <a:xfrm>
            <a:off x="3128330" y="1907356"/>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3</a:t>
            </a:r>
            <a:endParaRPr lang="en-US" sz="1400" noProof="0" dirty="0">
              <a:solidFill>
                <a:srgbClr val="0D9488"/>
              </a:solidFill>
            </a:endParaRPr>
          </a:p>
        </p:txBody>
      </p:sp>
      <p:pic>
        <p:nvPicPr>
          <p:cNvPr id="55" name="Image 4" descr="preencoded.png">
            <a:extLst>
              <a:ext uri="{FF2B5EF4-FFF2-40B4-BE49-F238E27FC236}">
                <a16:creationId xmlns:a16="http://schemas.microsoft.com/office/drawing/2014/main" id="{5ED3C120-B9D8-2916-9003-65B8DF33803C}"/>
              </a:ext>
            </a:extLst>
          </p:cNvPr>
          <p:cNvPicPr>
            <a:picLocks noChangeAspect="1"/>
          </p:cNvPicPr>
          <p:nvPr/>
        </p:nvPicPr>
        <p:blipFill>
          <a:blip r:embed="rId6"/>
          <a:stretch>
            <a:fillRect/>
          </a:stretch>
        </p:blipFill>
        <p:spPr>
          <a:xfrm>
            <a:off x="3663252" y="1984590"/>
            <a:ext cx="329184" cy="329184"/>
          </a:xfrm>
          <a:prstGeom prst="rect">
            <a:avLst/>
          </a:prstGeom>
        </p:spPr>
      </p:pic>
      <p:sp>
        <p:nvSpPr>
          <p:cNvPr id="59" name="Text 18">
            <a:extLst>
              <a:ext uri="{FF2B5EF4-FFF2-40B4-BE49-F238E27FC236}">
                <a16:creationId xmlns:a16="http://schemas.microsoft.com/office/drawing/2014/main" id="{05CB8EB8-A69A-4C80-BBC5-A0F551A2889D}"/>
              </a:ext>
            </a:extLst>
          </p:cNvPr>
          <p:cNvSpPr/>
          <p:nvPr/>
        </p:nvSpPr>
        <p:spPr>
          <a:xfrm>
            <a:off x="3127722" y="2562244"/>
            <a:ext cx="1296898"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Enrichment</a:t>
            </a:r>
          </a:p>
          <a:p>
            <a:pPr marL="0" indent="0" algn="ctr">
              <a:buNone/>
            </a:pPr>
            <a:r>
              <a:rPr lang="en-US" sz="900" b="1" noProof="0" dirty="0">
                <a:solidFill>
                  <a:srgbClr val="0D9488"/>
                </a:solidFill>
              </a:rPr>
              <a:t>(Feature</a:t>
            </a:r>
          </a:p>
          <a:p>
            <a:pPr marL="0" indent="0" algn="ctr">
              <a:buNone/>
            </a:pPr>
            <a:r>
              <a:rPr lang="en-US" sz="900" b="1" noProof="0" dirty="0">
                <a:solidFill>
                  <a:srgbClr val="0D9488"/>
                </a:solidFill>
              </a:rPr>
              <a:t>Engineering)</a:t>
            </a:r>
          </a:p>
        </p:txBody>
      </p:sp>
      <p:sp>
        <p:nvSpPr>
          <p:cNvPr id="60" name="Text 19">
            <a:extLst>
              <a:ext uri="{FF2B5EF4-FFF2-40B4-BE49-F238E27FC236}">
                <a16:creationId xmlns:a16="http://schemas.microsoft.com/office/drawing/2014/main" id="{88004645-B8F2-54FD-F36C-5781F3F6058E}"/>
              </a:ext>
            </a:extLst>
          </p:cNvPr>
          <p:cNvSpPr/>
          <p:nvPr/>
        </p:nvSpPr>
        <p:spPr>
          <a:xfrm>
            <a:off x="3205744" y="2972652"/>
            <a:ext cx="1122027"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Add board, component, layer, severity, </a:t>
            </a:r>
            <a:r>
              <a:rPr lang="en-US" sz="1000" noProof="0" dirty="0" err="1">
                <a:solidFill>
                  <a:srgbClr val="64748B"/>
                </a:solidFill>
              </a:rPr>
              <a:t>issue_kind</a:t>
            </a:r>
            <a:r>
              <a:rPr lang="en-US" sz="1000" noProof="0" dirty="0">
                <a:solidFill>
                  <a:srgbClr val="64748B"/>
                </a:solidFill>
              </a:rPr>
              <a:t>, </a:t>
            </a:r>
            <a:r>
              <a:rPr lang="en-US" sz="1000" noProof="0" dirty="0" err="1">
                <a:solidFill>
                  <a:srgbClr val="64748B"/>
                </a:solidFill>
              </a:rPr>
              <a:t>is_valid</a:t>
            </a:r>
            <a:endParaRPr lang="en-US" sz="1000" noProof="0" dirty="0">
              <a:solidFill>
                <a:srgbClr val="64748B"/>
              </a:solidFill>
            </a:endParaRPr>
          </a:p>
        </p:txBody>
      </p:sp>
      <p:pic>
        <p:nvPicPr>
          <p:cNvPr id="71" name="Image 5" descr="preencoded.png">
            <a:extLst>
              <a:ext uri="{FF2B5EF4-FFF2-40B4-BE49-F238E27FC236}">
                <a16:creationId xmlns:a16="http://schemas.microsoft.com/office/drawing/2014/main" id="{869A7A14-B06E-E422-CECF-882D984C93DE}"/>
              </a:ext>
            </a:extLst>
          </p:cNvPr>
          <p:cNvPicPr>
            <a:picLocks noChangeAspect="1"/>
          </p:cNvPicPr>
          <p:nvPr/>
        </p:nvPicPr>
        <p:blipFill>
          <a:blip r:embed="rId5"/>
          <a:stretch>
            <a:fillRect/>
          </a:stretch>
        </p:blipFill>
        <p:spPr>
          <a:xfrm>
            <a:off x="4572226" y="2935808"/>
            <a:ext cx="237744" cy="237744"/>
          </a:xfrm>
          <a:prstGeom prst="rect">
            <a:avLst/>
          </a:prstGeom>
        </p:spPr>
      </p:pic>
      <p:sp>
        <p:nvSpPr>
          <p:cNvPr id="72" name="Shape 20">
            <a:extLst>
              <a:ext uri="{FF2B5EF4-FFF2-40B4-BE49-F238E27FC236}">
                <a16:creationId xmlns:a16="http://schemas.microsoft.com/office/drawing/2014/main" id="{29B8CD44-42A0-E160-0DDD-B180AB62FFDC}"/>
              </a:ext>
            </a:extLst>
          </p:cNvPr>
          <p:cNvSpPr/>
          <p:nvPr/>
        </p:nvSpPr>
        <p:spPr>
          <a:xfrm>
            <a:off x="4659355" y="1917937"/>
            <a:ext cx="1397438" cy="1981141"/>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73" name="Shape 21">
            <a:extLst>
              <a:ext uri="{FF2B5EF4-FFF2-40B4-BE49-F238E27FC236}">
                <a16:creationId xmlns:a16="http://schemas.microsoft.com/office/drawing/2014/main" id="{3C0E84A9-6DB2-C5C3-8567-4CD3B0487575}"/>
              </a:ext>
            </a:extLst>
          </p:cNvPr>
          <p:cNvSpPr/>
          <p:nvPr/>
        </p:nvSpPr>
        <p:spPr>
          <a:xfrm>
            <a:off x="4672810" y="1902536"/>
            <a:ext cx="1406728" cy="438912"/>
          </a:xfrm>
          <a:prstGeom prst="rect">
            <a:avLst/>
          </a:prstGeom>
          <a:noFill/>
          <a:ln w="12700">
            <a:solidFill>
              <a:srgbClr val="000000"/>
            </a:solidFill>
            <a:prstDash val="solid"/>
          </a:ln>
        </p:spPr>
        <p:txBody>
          <a:bodyPr/>
          <a:lstStyle/>
          <a:p>
            <a:endParaRPr lang="en-US" noProof="0" dirty="0"/>
          </a:p>
        </p:txBody>
      </p:sp>
      <p:sp>
        <p:nvSpPr>
          <p:cNvPr id="74" name="Text 22">
            <a:extLst>
              <a:ext uri="{FF2B5EF4-FFF2-40B4-BE49-F238E27FC236}">
                <a16:creationId xmlns:a16="http://schemas.microsoft.com/office/drawing/2014/main" id="{55D8D29D-4E10-7F74-F67F-4FB8FB59315E}"/>
              </a:ext>
            </a:extLst>
          </p:cNvPr>
          <p:cNvSpPr/>
          <p:nvPr/>
        </p:nvSpPr>
        <p:spPr>
          <a:xfrm>
            <a:off x="4672810" y="1902536"/>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4</a:t>
            </a:r>
            <a:endParaRPr lang="en-US" sz="1400" noProof="0" dirty="0">
              <a:solidFill>
                <a:srgbClr val="0D9488"/>
              </a:solidFill>
            </a:endParaRPr>
          </a:p>
        </p:txBody>
      </p:sp>
      <p:sp>
        <p:nvSpPr>
          <p:cNvPr id="75" name="Text 23">
            <a:extLst>
              <a:ext uri="{FF2B5EF4-FFF2-40B4-BE49-F238E27FC236}">
                <a16:creationId xmlns:a16="http://schemas.microsoft.com/office/drawing/2014/main" id="{1BF273D4-1C3A-B27A-DDF2-C1C5A02E5FBC}"/>
              </a:ext>
            </a:extLst>
          </p:cNvPr>
          <p:cNvSpPr/>
          <p:nvPr/>
        </p:nvSpPr>
        <p:spPr>
          <a:xfrm>
            <a:off x="4859128" y="2426060"/>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Similarity</a:t>
            </a:r>
            <a:endParaRPr lang="en-US" sz="1050" noProof="0" dirty="0"/>
          </a:p>
        </p:txBody>
      </p:sp>
      <p:sp>
        <p:nvSpPr>
          <p:cNvPr id="76" name="Text 24">
            <a:extLst>
              <a:ext uri="{FF2B5EF4-FFF2-40B4-BE49-F238E27FC236}">
                <a16:creationId xmlns:a16="http://schemas.microsoft.com/office/drawing/2014/main" id="{35300DAE-7E00-360D-98E6-0A326688AB24}"/>
              </a:ext>
            </a:extLst>
          </p:cNvPr>
          <p:cNvSpPr/>
          <p:nvPr/>
        </p:nvSpPr>
        <p:spPr>
          <a:xfrm>
            <a:off x="4868609" y="2803280"/>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Link related issues</a:t>
            </a:r>
            <a:endParaRPr lang="en-US" sz="1000" noProof="0" dirty="0"/>
          </a:p>
          <a:p>
            <a:pPr marL="0" indent="0" algn="ctr">
              <a:buNone/>
            </a:pPr>
            <a:r>
              <a:rPr lang="en-US" sz="1000" noProof="0" dirty="0">
                <a:solidFill>
                  <a:srgbClr val="64748B"/>
                </a:solidFill>
              </a:rPr>
              <a:t>describing the same bug</a:t>
            </a:r>
            <a:endParaRPr lang="en-US" sz="1000" noProof="0" dirty="0"/>
          </a:p>
        </p:txBody>
      </p:sp>
      <p:pic>
        <p:nvPicPr>
          <p:cNvPr id="77" name="Image 7" descr="preencoded.png">
            <a:extLst>
              <a:ext uri="{FF2B5EF4-FFF2-40B4-BE49-F238E27FC236}">
                <a16:creationId xmlns:a16="http://schemas.microsoft.com/office/drawing/2014/main" id="{A2CDF337-5EB8-ECFD-ADBD-D08DECB6487B}"/>
              </a:ext>
            </a:extLst>
          </p:cNvPr>
          <p:cNvPicPr>
            <a:picLocks noChangeAspect="1"/>
          </p:cNvPicPr>
          <p:nvPr/>
        </p:nvPicPr>
        <p:blipFill>
          <a:blip r:embed="rId5"/>
          <a:stretch>
            <a:fillRect/>
          </a:stretch>
        </p:blipFill>
        <p:spPr>
          <a:xfrm>
            <a:off x="9688869" y="2051597"/>
            <a:ext cx="237744" cy="237744"/>
          </a:xfrm>
          <a:prstGeom prst="rect">
            <a:avLst/>
          </a:prstGeom>
        </p:spPr>
      </p:pic>
      <p:sp>
        <p:nvSpPr>
          <p:cNvPr id="78" name="Shape 25">
            <a:extLst>
              <a:ext uri="{FF2B5EF4-FFF2-40B4-BE49-F238E27FC236}">
                <a16:creationId xmlns:a16="http://schemas.microsoft.com/office/drawing/2014/main" id="{48C7485C-2E19-027D-0401-76841CFE7559}"/>
              </a:ext>
            </a:extLst>
          </p:cNvPr>
          <p:cNvSpPr/>
          <p:nvPr/>
        </p:nvSpPr>
        <p:spPr>
          <a:xfrm>
            <a:off x="7775728" y="1917938"/>
            <a:ext cx="1397438" cy="1981140"/>
          </a:xfrm>
          <a:prstGeom prst="rect">
            <a:avLst/>
          </a:prstGeom>
          <a:solidFill>
            <a:srgbClr val="FFFFFF"/>
          </a:solidFill>
          <a:ln w="9525">
            <a:solidFill>
              <a:srgbClr val="C0000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79" name="Shape 26">
            <a:extLst>
              <a:ext uri="{FF2B5EF4-FFF2-40B4-BE49-F238E27FC236}">
                <a16:creationId xmlns:a16="http://schemas.microsoft.com/office/drawing/2014/main" id="{17CDDD09-8C2F-3F73-65A2-93766912F45D}"/>
              </a:ext>
            </a:extLst>
          </p:cNvPr>
          <p:cNvSpPr/>
          <p:nvPr/>
        </p:nvSpPr>
        <p:spPr>
          <a:xfrm>
            <a:off x="7773138" y="1909324"/>
            <a:ext cx="1397438" cy="438912"/>
          </a:xfrm>
          <a:prstGeom prst="rect">
            <a:avLst/>
          </a:prstGeom>
          <a:noFill/>
          <a:ln w="12700">
            <a:solidFill>
              <a:srgbClr val="C00000"/>
            </a:solidFill>
            <a:prstDash val="solid"/>
          </a:ln>
        </p:spPr>
        <p:txBody>
          <a:bodyPr/>
          <a:lstStyle/>
          <a:p>
            <a:endParaRPr lang="en-US" noProof="0" dirty="0"/>
          </a:p>
        </p:txBody>
      </p:sp>
      <p:sp>
        <p:nvSpPr>
          <p:cNvPr id="80" name="Text 27">
            <a:extLst>
              <a:ext uri="{FF2B5EF4-FFF2-40B4-BE49-F238E27FC236}">
                <a16:creationId xmlns:a16="http://schemas.microsoft.com/office/drawing/2014/main" id="{1FC25007-9921-3B43-F2A2-46B7BA598F13}"/>
              </a:ext>
            </a:extLst>
          </p:cNvPr>
          <p:cNvSpPr/>
          <p:nvPr/>
        </p:nvSpPr>
        <p:spPr>
          <a:xfrm>
            <a:off x="7826817" y="1902294"/>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6</a:t>
            </a:r>
            <a:endParaRPr lang="en-US" sz="1400" noProof="0" dirty="0">
              <a:solidFill>
                <a:srgbClr val="0D9488"/>
              </a:solidFill>
            </a:endParaRPr>
          </a:p>
        </p:txBody>
      </p:sp>
      <p:pic>
        <p:nvPicPr>
          <p:cNvPr id="82" name="Image 8" descr="preencoded.png">
            <a:extLst>
              <a:ext uri="{FF2B5EF4-FFF2-40B4-BE49-F238E27FC236}">
                <a16:creationId xmlns:a16="http://schemas.microsoft.com/office/drawing/2014/main" id="{5F9D657B-0F3D-B3FA-0A74-F61A93B9D53F}"/>
              </a:ext>
            </a:extLst>
          </p:cNvPr>
          <p:cNvPicPr>
            <a:picLocks noChangeAspect="1"/>
          </p:cNvPicPr>
          <p:nvPr/>
        </p:nvPicPr>
        <p:blipFill>
          <a:blip r:embed="rId7"/>
          <a:stretch>
            <a:fillRect/>
          </a:stretch>
        </p:blipFill>
        <p:spPr>
          <a:xfrm>
            <a:off x="8399763" y="1998795"/>
            <a:ext cx="256032" cy="256032"/>
          </a:xfrm>
          <a:prstGeom prst="rect">
            <a:avLst/>
          </a:prstGeom>
        </p:spPr>
      </p:pic>
      <p:sp>
        <p:nvSpPr>
          <p:cNvPr id="83" name="Text 28">
            <a:extLst>
              <a:ext uri="{FF2B5EF4-FFF2-40B4-BE49-F238E27FC236}">
                <a16:creationId xmlns:a16="http://schemas.microsoft.com/office/drawing/2014/main" id="{7CD2F0E6-C268-DA8E-F85A-A50159033111}"/>
              </a:ext>
            </a:extLst>
          </p:cNvPr>
          <p:cNvSpPr/>
          <p:nvPr/>
        </p:nvSpPr>
        <p:spPr>
          <a:xfrm>
            <a:off x="8020872" y="2433179"/>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Chunking</a:t>
            </a:r>
            <a:endParaRPr lang="en-US" sz="1050" noProof="0" dirty="0"/>
          </a:p>
        </p:txBody>
      </p:sp>
      <p:sp>
        <p:nvSpPr>
          <p:cNvPr id="84" name="Text 29">
            <a:extLst>
              <a:ext uri="{FF2B5EF4-FFF2-40B4-BE49-F238E27FC236}">
                <a16:creationId xmlns:a16="http://schemas.microsoft.com/office/drawing/2014/main" id="{ADA1C0FC-6FBC-692C-0905-8105C17105E5}"/>
              </a:ext>
            </a:extLst>
          </p:cNvPr>
          <p:cNvSpPr/>
          <p:nvPr/>
        </p:nvSpPr>
        <p:spPr>
          <a:xfrm>
            <a:off x="8009697" y="2758367"/>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Split into chunks</a:t>
            </a:r>
            <a:endParaRPr lang="en-US" sz="1000" noProof="0" dirty="0"/>
          </a:p>
          <a:p>
            <a:pPr marL="0" indent="0" algn="ctr">
              <a:buNone/>
            </a:pPr>
            <a:r>
              <a:rPr lang="en-US" sz="1000" noProof="0" dirty="0">
                <a:solidFill>
                  <a:srgbClr val="64748B"/>
                </a:solidFill>
              </a:rPr>
              <a:t>for the evaluation</a:t>
            </a:r>
            <a:endParaRPr lang="en-US" sz="1000" noProof="0" dirty="0"/>
          </a:p>
        </p:txBody>
      </p:sp>
      <p:pic>
        <p:nvPicPr>
          <p:cNvPr id="86" name="Image 9" descr="preencoded.png">
            <a:extLst>
              <a:ext uri="{FF2B5EF4-FFF2-40B4-BE49-F238E27FC236}">
                <a16:creationId xmlns:a16="http://schemas.microsoft.com/office/drawing/2014/main" id="{2B613EDB-2D77-8B82-8469-1515E265226A}"/>
              </a:ext>
            </a:extLst>
          </p:cNvPr>
          <p:cNvPicPr>
            <a:picLocks noChangeAspect="1"/>
          </p:cNvPicPr>
          <p:nvPr/>
        </p:nvPicPr>
        <p:blipFill>
          <a:blip r:embed="rId5"/>
          <a:stretch>
            <a:fillRect/>
          </a:stretch>
        </p:blipFill>
        <p:spPr>
          <a:xfrm>
            <a:off x="9244588" y="2956387"/>
            <a:ext cx="237744" cy="237744"/>
          </a:xfrm>
          <a:prstGeom prst="rect">
            <a:avLst/>
          </a:prstGeom>
        </p:spPr>
      </p:pic>
      <p:sp>
        <p:nvSpPr>
          <p:cNvPr id="87" name="Shape 30">
            <a:extLst>
              <a:ext uri="{FF2B5EF4-FFF2-40B4-BE49-F238E27FC236}">
                <a16:creationId xmlns:a16="http://schemas.microsoft.com/office/drawing/2014/main" id="{0D208247-D1D2-38B8-F8B3-64A9DFB00012}"/>
              </a:ext>
            </a:extLst>
          </p:cNvPr>
          <p:cNvSpPr/>
          <p:nvPr/>
        </p:nvSpPr>
        <p:spPr>
          <a:xfrm>
            <a:off x="9345172" y="1923114"/>
            <a:ext cx="1383932" cy="1981139"/>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88" name="Shape 31">
            <a:extLst>
              <a:ext uri="{FF2B5EF4-FFF2-40B4-BE49-F238E27FC236}">
                <a16:creationId xmlns:a16="http://schemas.microsoft.com/office/drawing/2014/main" id="{4832DD97-5A9F-A843-0FC9-DE7E53D776CE}"/>
              </a:ext>
            </a:extLst>
          </p:cNvPr>
          <p:cNvSpPr/>
          <p:nvPr/>
        </p:nvSpPr>
        <p:spPr>
          <a:xfrm>
            <a:off x="9345172" y="1923115"/>
            <a:ext cx="1397438" cy="438912"/>
          </a:xfrm>
          <a:prstGeom prst="rect">
            <a:avLst/>
          </a:prstGeom>
          <a:noFill/>
          <a:ln w="12700">
            <a:solidFill>
              <a:srgbClr val="000000"/>
            </a:solidFill>
            <a:prstDash val="solid"/>
          </a:ln>
        </p:spPr>
        <p:txBody>
          <a:bodyPr/>
          <a:lstStyle/>
          <a:p>
            <a:endParaRPr lang="en-US" noProof="0" dirty="0"/>
          </a:p>
        </p:txBody>
      </p:sp>
      <p:sp>
        <p:nvSpPr>
          <p:cNvPr id="89" name="Text 32">
            <a:extLst>
              <a:ext uri="{FF2B5EF4-FFF2-40B4-BE49-F238E27FC236}">
                <a16:creationId xmlns:a16="http://schemas.microsoft.com/office/drawing/2014/main" id="{C623F4CE-1A83-5EA7-E543-893D1BC3158C}"/>
              </a:ext>
            </a:extLst>
          </p:cNvPr>
          <p:cNvSpPr/>
          <p:nvPr/>
        </p:nvSpPr>
        <p:spPr>
          <a:xfrm>
            <a:off x="9345172" y="1923115"/>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7</a:t>
            </a:r>
            <a:endParaRPr lang="en-US" sz="1400" noProof="0" dirty="0">
              <a:solidFill>
                <a:srgbClr val="0D9488"/>
              </a:solidFill>
            </a:endParaRPr>
          </a:p>
        </p:txBody>
      </p:sp>
      <p:pic>
        <p:nvPicPr>
          <p:cNvPr id="90" name="Image 10" descr="preencoded.png">
            <a:extLst>
              <a:ext uri="{FF2B5EF4-FFF2-40B4-BE49-F238E27FC236}">
                <a16:creationId xmlns:a16="http://schemas.microsoft.com/office/drawing/2014/main" id="{647517D1-EE85-21EF-F37D-2219FADE7694}"/>
              </a:ext>
            </a:extLst>
          </p:cNvPr>
          <p:cNvPicPr>
            <a:picLocks noChangeAspect="1"/>
          </p:cNvPicPr>
          <p:nvPr/>
        </p:nvPicPr>
        <p:blipFill>
          <a:blip r:embed="rId8"/>
          <a:stretch>
            <a:fillRect/>
          </a:stretch>
        </p:blipFill>
        <p:spPr>
          <a:xfrm>
            <a:off x="9918330" y="2016102"/>
            <a:ext cx="263059" cy="263059"/>
          </a:xfrm>
          <a:prstGeom prst="rect">
            <a:avLst/>
          </a:prstGeom>
        </p:spPr>
      </p:pic>
      <p:sp>
        <p:nvSpPr>
          <p:cNvPr id="91" name="Text 33">
            <a:extLst>
              <a:ext uri="{FF2B5EF4-FFF2-40B4-BE49-F238E27FC236}">
                <a16:creationId xmlns:a16="http://schemas.microsoft.com/office/drawing/2014/main" id="{65F5B6AB-66A0-8A93-28D6-4AC332405262}"/>
              </a:ext>
            </a:extLst>
          </p:cNvPr>
          <p:cNvSpPr/>
          <p:nvPr/>
        </p:nvSpPr>
        <p:spPr>
          <a:xfrm>
            <a:off x="9540971" y="2501265"/>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Evaluation</a:t>
            </a:r>
          </a:p>
          <a:p>
            <a:pPr algn="ctr"/>
            <a:r>
              <a:rPr lang="en-US" sz="900" b="1" noProof="0" dirty="0">
                <a:solidFill>
                  <a:srgbClr val="1B2A3B"/>
                </a:solidFill>
              </a:rPr>
              <a:t>(</a:t>
            </a:r>
            <a:r>
              <a:rPr lang="en-US" sz="900" b="1" noProof="0" dirty="0">
                <a:solidFill>
                  <a:srgbClr val="0D9488"/>
                </a:solidFill>
              </a:rPr>
              <a:t>Benchmark</a:t>
            </a:r>
            <a:r>
              <a:rPr lang="en-US" sz="900" b="1" noProof="0" dirty="0"/>
              <a:t>)</a:t>
            </a:r>
          </a:p>
        </p:txBody>
      </p:sp>
      <p:sp>
        <p:nvSpPr>
          <p:cNvPr id="92" name="Text 34">
            <a:extLst>
              <a:ext uri="{FF2B5EF4-FFF2-40B4-BE49-F238E27FC236}">
                <a16:creationId xmlns:a16="http://schemas.microsoft.com/office/drawing/2014/main" id="{B47D0AF3-6A85-1B1B-1D96-D29DE31F154E}"/>
              </a:ext>
            </a:extLst>
          </p:cNvPr>
          <p:cNvSpPr/>
          <p:nvPr/>
        </p:nvSpPr>
        <p:spPr>
          <a:xfrm>
            <a:off x="9559974" y="3022473"/>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Test with 50</a:t>
            </a:r>
            <a:endParaRPr lang="en-US" sz="1000" noProof="0" dirty="0"/>
          </a:p>
          <a:p>
            <a:pPr marL="0" indent="0" algn="ctr">
              <a:buNone/>
            </a:pPr>
            <a:r>
              <a:rPr lang="en-US" sz="1000" noProof="0" dirty="0">
                <a:solidFill>
                  <a:srgbClr val="64748B"/>
                </a:solidFill>
              </a:rPr>
              <a:t>questions of reference</a:t>
            </a:r>
          </a:p>
          <a:p>
            <a:pPr marL="0" indent="0" algn="ctr">
              <a:buNone/>
            </a:pPr>
            <a:endParaRPr lang="en-US" sz="1000" noProof="0" dirty="0"/>
          </a:p>
          <a:p>
            <a:pPr marL="0" indent="0" algn="ctr">
              <a:buNone/>
            </a:pPr>
            <a:endParaRPr lang="en-US" sz="1000" noProof="0" dirty="0"/>
          </a:p>
        </p:txBody>
      </p:sp>
      <p:pic>
        <p:nvPicPr>
          <p:cNvPr id="93" name="Image 11" descr="preencoded.png">
            <a:extLst>
              <a:ext uri="{FF2B5EF4-FFF2-40B4-BE49-F238E27FC236}">
                <a16:creationId xmlns:a16="http://schemas.microsoft.com/office/drawing/2014/main" id="{14B20F67-7377-4099-1E72-4A1AFF821E5B}"/>
              </a:ext>
            </a:extLst>
          </p:cNvPr>
          <p:cNvPicPr>
            <a:picLocks noChangeAspect="1"/>
          </p:cNvPicPr>
          <p:nvPr/>
        </p:nvPicPr>
        <p:blipFill>
          <a:blip r:embed="rId5"/>
          <a:stretch>
            <a:fillRect/>
          </a:stretch>
        </p:blipFill>
        <p:spPr>
          <a:xfrm>
            <a:off x="10488172" y="2956387"/>
            <a:ext cx="237744" cy="237744"/>
          </a:xfrm>
          <a:prstGeom prst="rect">
            <a:avLst/>
          </a:prstGeom>
        </p:spPr>
      </p:pic>
      <p:sp>
        <p:nvSpPr>
          <p:cNvPr id="94" name="Shape 35">
            <a:extLst>
              <a:ext uri="{FF2B5EF4-FFF2-40B4-BE49-F238E27FC236}">
                <a16:creationId xmlns:a16="http://schemas.microsoft.com/office/drawing/2014/main" id="{3E12CDF3-244B-D1BB-8A96-63A05F39A87D}"/>
              </a:ext>
            </a:extLst>
          </p:cNvPr>
          <p:cNvSpPr/>
          <p:nvPr/>
        </p:nvSpPr>
        <p:spPr>
          <a:xfrm>
            <a:off x="10892102" y="1918542"/>
            <a:ext cx="1218608" cy="1990773"/>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95" name="Shape 36">
            <a:extLst>
              <a:ext uri="{FF2B5EF4-FFF2-40B4-BE49-F238E27FC236}">
                <a16:creationId xmlns:a16="http://schemas.microsoft.com/office/drawing/2014/main" id="{D569F148-C1CA-69B0-AC12-26FCC3197B8F}"/>
              </a:ext>
            </a:extLst>
          </p:cNvPr>
          <p:cNvSpPr/>
          <p:nvPr/>
        </p:nvSpPr>
        <p:spPr>
          <a:xfrm>
            <a:off x="10892102" y="1918543"/>
            <a:ext cx="1218607" cy="438912"/>
          </a:xfrm>
          <a:prstGeom prst="rect">
            <a:avLst/>
          </a:prstGeom>
          <a:noFill/>
          <a:ln w="12700">
            <a:solidFill>
              <a:srgbClr val="000000"/>
            </a:solidFill>
            <a:prstDash val="solid"/>
          </a:ln>
        </p:spPr>
        <p:txBody>
          <a:bodyPr/>
          <a:lstStyle/>
          <a:p>
            <a:endParaRPr lang="en-US" noProof="0" dirty="0"/>
          </a:p>
        </p:txBody>
      </p:sp>
      <p:sp>
        <p:nvSpPr>
          <p:cNvPr id="96" name="Text 37">
            <a:extLst>
              <a:ext uri="{FF2B5EF4-FFF2-40B4-BE49-F238E27FC236}">
                <a16:creationId xmlns:a16="http://schemas.microsoft.com/office/drawing/2014/main" id="{F20F4995-F294-C765-14E1-0B566E774E87}"/>
              </a:ext>
            </a:extLst>
          </p:cNvPr>
          <p:cNvSpPr/>
          <p:nvPr/>
        </p:nvSpPr>
        <p:spPr>
          <a:xfrm>
            <a:off x="10892102" y="1918543"/>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8</a:t>
            </a:r>
            <a:endParaRPr lang="en-US" sz="1400" noProof="0" dirty="0">
              <a:solidFill>
                <a:srgbClr val="0D9488"/>
              </a:solidFill>
            </a:endParaRPr>
          </a:p>
        </p:txBody>
      </p:sp>
      <p:pic>
        <p:nvPicPr>
          <p:cNvPr id="97" name="Image 12" descr="preencoded.png">
            <a:extLst>
              <a:ext uri="{FF2B5EF4-FFF2-40B4-BE49-F238E27FC236}">
                <a16:creationId xmlns:a16="http://schemas.microsoft.com/office/drawing/2014/main" id="{342B6532-B9D3-D89B-23E9-C3BBCC35893C}"/>
              </a:ext>
            </a:extLst>
          </p:cNvPr>
          <p:cNvPicPr>
            <a:picLocks noChangeAspect="1"/>
          </p:cNvPicPr>
          <p:nvPr/>
        </p:nvPicPr>
        <p:blipFill>
          <a:blip r:embed="rId9"/>
          <a:stretch>
            <a:fillRect/>
          </a:stretch>
        </p:blipFill>
        <p:spPr>
          <a:xfrm>
            <a:off x="11374469" y="2003612"/>
            <a:ext cx="288037" cy="288037"/>
          </a:xfrm>
          <a:prstGeom prst="rect">
            <a:avLst/>
          </a:prstGeom>
        </p:spPr>
      </p:pic>
      <p:sp>
        <p:nvSpPr>
          <p:cNvPr id="98" name="Text 38">
            <a:extLst>
              <a:ext uri="{FF2B5EF4-FFF2-40B4-BE49-F238E27FC236}">
                <a16:creationId xmlns:a16="http://schemas.microsoft.com/office/drawing/2014/main" id="{5F311DDA-5EC0-B92C-72FA-512D32040F5C}"/>
              </a:ext>
            </a:extLst>
          </p:cNvPr>
          <p:cNvSpPr/>
          <p:nvPr/>
        </p:nvSpPr>
        <p:spPr>
          <a:xfrm>
            <a:off x="10829688" y="2537692"/>
            <a:ext cx="1218607"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Delivery</a:t>
            </a:r>
            <a:endParaRPr lang="en-US" sz="800" b="1" noProof="0" dirty="0">
              <a:solidFill>
                <a:srgbClr val="1B2A3B"/>
              </a:solidFill>
            </a:endParaRPr>
          </a:p>
          <a:p>
            <a:pPr marL="0" indent="0" algn="ctr">
              <a:buNone/>
            </a:pPr>
            <a:endParaRPr lang="en-US" sz="1050" b="1" noProof="0" dirty="0">
              <a:solidFill>
                <a:srgbClr val="1B2A3B"/>
              </a:solidFill>
            </a:endParaRPr>
          </a:p>
        </p:txBody>
      </p:sp>
      <p:sp>
        <p:nvSpPr>
          <p:cNvPr id="99" name="Text 39">
            <a:extLst>
              <a:ext uri="{FF2B5EF4-FFF2-40B4-BE49-F238E27FC236}">
                <a16:creationId xmlns:a16="http://schemas.microsoft.com/office/drawing/2014/main" id="{D86176A0-3E0D-9A56-3A38-1DA2C20E00D3}"/>
              </a:ext>
            </a:extLst>
          </p:cNvPr>
          <p:cNvSpPr/>
          <p:nvPr/>
        </p:nvSpPr>
        <p:spPr>
          <a:xfrm>
            <a:off x="10991092" y="2880338"/>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Deliver JSON</a:t>
            </a:r>
            <a:endParaRPr lang="en-US" sz="1000" noProof="0" dirty="0"/>
          </a:p>
          <a:p>
            <a:pPr marL="0" indent="0" algn="ctr">
              <a:buNone/>
            </a:pPr>
            <a:r>
              <a:rPr lang="en-US" sz="1000" noProof="0" dirty="0">
                <a:solidFill>
                  <a:srgbClr val="64748B"/>
                </a:solidFill>
              </a:rPr>
              <a:t>format ST-ready</a:t>
            </a:r>
            <a:endParaRPr lang="en-US" sz="1000" noProof="0" dirty="0"/>
          </a:p>
        </p:txBody>
      </p:sp>
      <p:pic>
        <p:nvPicPr>
          <p:cNvPr id="100" name="Graphic 99" descr="Dice with solid fill">
            <a:extLst>
              <a:ext uri="{FF2B5EF4-FFF2-40B4-BE49-F238E27FC236}">
                <a16:creationId xmlns:a16="http://schemas.microsoft.com/office/drawing/2014/main" id="{92617804-C93D-CA4D-74A3-CFF32FEB4A4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164991" y="1929967"/>
            <a:ext cx="402338" cy="402338"/>
          </a:xfrm>
          <a:prstGeom prst="rect">
            <a:avLst/>
          </a:prstGeom>
        </p:spPr>
      </p:pic>
      <p:sp>
        <p:nvSpPr>
          <p:cNvPr id="101" name="Shape 20">
            <a:extLst>
              <a:ext uri="{FF2B5EF4-FFF2-40B4-BE49-F238E27FC236}">
                <a16:creationId xmlns:a16="http://schemas.microsoft.com/office/drawing/2014/main" id="{03973D2B-E68E-E600-80D4-F71A9CD1D4C9}"/>
              </a:ext>
            </a:extLst>
          </p:cNvPr>
          <p:cNvSpPr/>
          <p:nvPr/>
        </p:nvSpPr>
        <p:spPr>
          <a:xfrm>
            <a:off x="6215313" y="1911930"/>
            <a:ext cx="1397438" cy="1981141"/>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02" name="Shape 21">
            <a:extLst>
              <a:ext uri="{FF2B5EF4-FFF2-40B4-BE49-F238E27FC236}">
                <a16:creationId xmlns:a16="http://schemas.microsoft.com/office/drawing/2014/main" id="{9702FBC5-26B4-7997-956C-636BA4840286}"/>
              </a:ext>
            </a:extLst>
          </p:cNvPr>
          <p:cNvSpPr/>
          <p:nvPr/>
        </p:nvSpPr>
        <p:spPr>
          <a:xfrm>
            <a:off x="6215312" y="1907356"/>
            <a:ext cx="1411952" cy="438912"/>
          </a:xfrm>
          <a:prstGeom prst="rect">
            <a:avLst/>
          </a:prstGeom>
          <a:noFill/>
          <a:ln w="12700">
            <a:solidFill>
              <a:srgbClr val="000000"/>
            </a:solidFill>
            <a:prstDash val="solid"/>
          </a:ln>
        </p:spPr>
        <p:txBody>
          <a:bodyPr/>
          <a:lstStyle/>
          <a:p>
            <a:endParaRPr lang="en-US" noProof="0" dirty="0"/>
          </a:p>
        </p:txBody>
      </p:sp>
      <p:sp>
        <p:nvSpPr>
          <p:cNvPr id="103" name="Text 22">
            <a:extLst>
              <a:ext uri="{FF2B5EF4-FFF2-40B4-BE49-F238E27FC236}">
                <a16:creationId xmlns:a16="http://schemas.microsoft.com/office/drawing/2014/main" id="{024219D0-E892-1C16-83A2-434CC9E5790D}"/>
              </a:ext>
            </a:extLst>
          </p:cNvPr>
          <p:cNvSpPr/>
          <p:nvPr/>
        </p:nvSpPr>
        <p:spPr>
          <a:xfrm>
            <a:off x="6289954" y="1907356"/>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5</a:t>
            </a:r>
            <a:endParaRPr lang="en-US" sz="1400" noProof="0" dirty="0">
              <a:solidFill>
                <a:srgbClr val="0D9488"/>
              </a:solidFill>
            </a:endParaRPr>
          </a:p>
        </p:txBody>
      </p:sp>
      <p:sp>
        <p:nvSpPr>
          <p:cNvPr id="104" name="Text 23">
            <a:extLst>
              <a:ext uri="{FF2B5EF4-FFF2-40B4-BE49-F238E27FC236}">
                <a16:creationId xmlns:a16="http://schemas.microsoft.com/office/drawing/2014/main" id="{22477861-2350-C179-4AE5-0D7B35F6B5CB}"/>
              </a:ext>
            </a:extLst>
          </p:cNvPr>
          <p:cNvSpPr/>
          <p:nvPr/>
        </p:nvSpPr>
        <p:spPr>
          <a:xfrm>
            <a:off x="6476272" y="2430880"/>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Data Generation</a:t>
            </a:r>
            <a:endParaRPr lang="en-US" sz="1050" noProof="0" dirty="0"/>
          </a:p>
        </p:txBody>
      </p:sp>
      <p:sp>
        <p:nvSpPr>
          <p:cNvPr id="105" name="Text 24">
            <a:extLst>
              <a:ext uri="{FF2B5EF4-FFF2-40B4-BE49-F238E27FC236}">
                <a16:creationId xmlns:a16="http://schemas.microsoft.com/office/drawing/2014/main" id="{048022D0-E2FA-8C49-AA3D-C16EC2DFE4F2}"/>
              </a:ext>
            </a:extLst>
          </p:cNvPr>
          <p:cNvSpPr/>
          <p:nvPr/>
        </p:nvSpPr>
        <p:spPr>
          <a:xfrm>
            <a:off x="6476272" y="2940628"/>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A post-processing stage that turns prepared data into actionable support artifacts</a:t>
            </a:r>
            <a:endParaRPr lang="en-US" sz="1000" noProof="0" dirty="0"/>
          </a:p>
        </p:txBody>
      </p:sp>
      <p:pic>
        <p:nvPicPr>
          <p:cNvPr id="106" name="Graphic 105" descr="Database with solid fill">
            <a:extLst>
              <a:ext uri="{FF2B5EF4-FFF2-40B4-BE49-F238E27FC236}">
                <a16:creationId xmlns:a16="http://schemas.microsoft.com/office/drawing/2014/main" id="{99B4C9B9-5490-1B59-2F30-D5F16C280990}"/>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793537" y="1931676"/>
            <a:ext cx="390272" cy="390272"/>
          </a:xfrm>
          <a:prstGeom prst="rect">
            <a:avLst/>
          </a:prstGeom>
        </p:spPr>
      </p:pic>
      <p:cxnSp>
        <p:nvCxnSpPr>
          <p:cNvPr id="107" name="Straight Arrow Connector 106">
            <a:extLst>
              <a:ext uri="{FF2B5EF4-FFF2-40B4-BE49-F238E27FC236}">
                <a16:creationId xmlns:a16="http://schemas.microsoft.com/office/drawing/2014/main" id="{54338C25-E6E1-6C5E-1D3D-8A20CC0F5831}"/>
              </a:ext>
            </a:extLst>
          </p:cNvPr>
          <p:cNvCxnSpPr>
            <a:stCxn id="51" idx="3"/>
            <a:endCxn id="72" idx="1"/>
          </p:cNvCxnSpPr>
          <p:nvPr/>
        </p:nvCxnSpPr>
        <p:spPr>
          <a:xfrm>
            <a:off x="4464518" y="2897927"/>
            <a:ext cx="194837" cy="10581"/>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C756BC1F-C4CD-851E-C273-E0A57B32BC74}"/>
              </a:ext>
            </a:extLst>
          </p:cNvPr>
          <p:cNvCxnSpPr>
            <a:stCxn id="72" idx="3"/>
            <a:endCxn id="101" idx="1"/>
          </p:cNvCxnSpPr>
          <p:nvPr/>
        </p:nvCxnSpPr>
        <p:spPr>
          <a:xfrm flipV="1">
            <a:off x="6056793" y="2902501"/>
            <a:ext cx="158520" cy="6007"/>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09" name="Connector: Elbow 108">
            <a:extLst>
              <a:ext uri="{FF2B5EF4-FFF2-40B4-BE49-F238E27FC236}">
                <a16:creationId xmlns:a16="http://schemas.microsoft.com/office/drawing/2014/main" id="{1010BA37-C016-57DF-10B7-01FCE713EBBC}"/>
              </a:ext>
            </a:extLst>
          </p:cNvPr>
          <p:cNvCxnSpPr>
            <a:stCxn id="101" idx="3"/>
            <a:endCxn id="78" idx="1"/>
          </p:cNvCxnSpPr>
          <p:nvPr/>
        </p:nvCxnSpPr>
        <p:spPr>
          <a:xfrm>
            <a:off x="7612751" y="2902501"/>
            <a:ext cx="162977" cy="6007"/>
          </a:xfrm>
          <a:prstGeom prst="bentConnector3">
            <a:avLst>
              <a:gd name="adj1" fmla="val 50000"/>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F9272644-722D-34BD-3302-28E9111E8DE2}"/>
              </a:ext>
            </a:extLst>
          </p:cNvPr>
          <p:cNvCxnSpPr>
            <a:stCxn id="78" idx="3"/>
            <a:endCxn id="87" idx="1"/>
          </p:cNvCxnSpPr>
          <p:nvPr/>
        </p:nvCxnSpPr>
        <p:spPr>
          <a:xfrm>
            <a:off x="9173166" y="2908508"/>
            <a:ext cx="172006" cy="5176"/>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3D64353C-EBE4-812D-EF87-0E49D3562E9E}"/>
              </a:ext>
            </a:extLst>
          </p:cNvPr>
          <p:cNvCxnSpPr>
            <a:cxnSpLocks/>
            <a:stCxn id="87" idx="3"/>
            <a:endCxn id="94" idx="1"/>
          </p:cNvCxnSpPr>
          <p:nvPr/>
        </p:nvCxnSpPr>
        <p:spPr>
          <a:xfrm>
            <a:off x="10729104" y="2913684"/>
            <a:ext cx="162998" cy="245"/>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pic>
        <p:nvPicPr>
          <p:cNvPr id="112" name="Image 1" descr="preencoded.png">
            <a:extLst>
              <a:ext uri="{FF2B5EF4-FFF2-40B4-BE49-F238E27FC236}">
                <a16:creationId xmlns:a16="http://schemas.microsoft.com/office/drawing/2014/main" id="{9EE58F77-0250-7453-D688-FB8F1AE63FFA}"/>
              </a:ext>
            </a:extLst>
          </p:cNvPr>
          <p:cNvPicPr>
            <a:picLocks noChangeAspect="1"/>
          </p:cNvPicPr>
          <p:nvPr/>
        </p:nvPicPr>
        <p:blipFill>
          <a:blip r:embed="rId5"/>
          <a:stretch>
            <a:fillRect/>
          </a:stretch>
        </p:blipFill>
        <p:spPr>
          <a:xfrm>
            <a:off x="1535658" y="2964948"/>
            <a:ext cx="237744" cy="237744"/>
          </a:xfrm>
          <a:prstGeom prst="rect">
            <a:avLst/>
          </a:prstGeom>
        </p:spPr>
      </p:pic>
      <p:sp>
        <p:nvSpPr>
          <p:cNvPr id="113" name="Shape 10">
            <a:extLst>
              <a:ext uri="{FF2B5EF4-FFF2-40B4-BE49-F238E27FC236}">
                <a16:creationId xmlns:a16="http://schemas.microsoft.com/office/drawing/2014/main" id="{75299999-A53B-6737-FEA7-478FD82B3728}"/>
              </a:ext>
            </a:extLst>
          </p:cNvPr>
          <p:cNvSpPr/>
          <p:nvPr/>
        </p:nvSpPr>
        <p:spPr>
          <a:xfrm>
            <a:off x="1519175" y="1909324"/>
            <a:ext cx="1412748" cy="1974140"/>
          </a:xfrm>
          <a:prstGeom prst="rect">
            <a:avLst/>
          </a:prstGeom>
          <a:solidFill>
            <a:srgbClr val="FFFFFF"/>
          </a:solidFill>
          <a:ln w="9525">
            <a:no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14" name="Shape 11">
            <a:extLst>
              <a:ext uri="{FF2B5EF4-FFF2-40B4-BE49-F238E27FC236}">
                <a16:creationId xmlns:a16="http://schemas.microsoft.com/office/drawing/2014/main" id="{786DD37F-DE8C-0AC9-4A84-CC84424648B7}"/>
              </a:ext>
            </a:extLst>
          </p:cNvPr>
          <p:cNvSpPr/>
          <p:nvPr/>
        </p:nvSpPr>
        <p:spPr>
          <a:xfrm>
            <a:off x="1519175" y="1909324"/>
            <a:ext cx="1412748" cy="438912"/>
          </a:xfrm>
          <a:prstGeom prst="rect">
            <a:avLst/>
          </a:prstGeom>
          <a:noFill/>
          <a:ln w="12700">
            <a:solidFill>
              <a:schemeClr val="tx1"/>
            </a:solidFill>
            <a:prstDash val="solid"/>
          </a:ln>
        </p:spPr>
        <p:txBody>
          <a:bodyPr/>
          <a:lstStyle/>
          <a:p>
            <a:endParaRPr lang="en-US" noProof="0" dirty="0"/>
          </a:p>
        </p:txBody>
      </p:sp>
      <p:sp>
        <p:nvSpPr>
          <p:cNvPr id="115" name="Text 12">
            <a:extLst>
              <a:ext uri="{FF2B5EF4-FFF2-40B4-BE49-F238E27FC236}">
                <a16:creationId xmlns:a16="http://schemas.microsoft.com/office/drawing/2014/main" id="{4A9ADD65-7F5F-4E4A-5175-3972860F78F8}"/>
              </a:ext>
            </a:extLst>
          </p:cNvPr>
          <p:cNvSpPr/>
          <p:nvPr/>
        </p:nvSpPr>
        <p:spPr>
          <a:xfrm>
            <a:off x="1519175" y="1909324"/>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2</a:t>
            </a:r>
            <a:endParaRPr lang="en-US" sz="1400" noProof="0" dirty="0">
              <a:solidFill>
                <a:srgbClr val="0D9488"/>
              </a:solidFill>
            </a:endParaRPr>
          </a:p>
        </p:txBody>
      </p:sp>
      <p:sp>
        <p:nvSpPr>
          <p:cNvPr id="116" name="Text 13">
            <a:extLst>
              <a:ext uri="{FF2B5EF4-FFF2-40B4-BE49-F238E27FC236}">
                <a16:creationId xmlns:a16="http://schemas.microsoft.com/office/drawing/2014/main" id="{458DCE91-23D2-F970-E100-883D91C09B67}"/>
              </a:ext>
            </a:extLst>
          </p:cNvPr>
          <p:cNvSpPr/>
          <p:nvPr/>
        </p:nvSpPr>
        <p:spPr>
          <a:xfrm>
            <a:off x="1725252" y="2391388"/>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Cleaning</a:t>
            </a:r>
            <a:endParaRPr lang="en-US" sz="1050" noProof="0" dirty="0"/>
          </a:p>
        </p:txBody>
      </p:sp>
      <p:sp>
        <p:nvSpPr>
          <p:cNvPr id="117" name="Text 14">
            <a:extLst>
              <a:ext uri="{FF2B5EF4-FFF2-40B4-BE49-F238E27FC236}">
                <a16:creationId xmlns:a16="http://schemas.microsoft.com/office/drawing/2014/main" id="{2347E4AA-BA3A-83B5-FD43-F7A70828BE0C}"/>
              </a:ext>
            </a:extLst>
          </p:cNvPr>
          <p:cNvSpPr/>
          <p:nvPr/>
        </p:nvSpPr>
        <p:spPr>
          <a:xfrm>
            <a:off x="1683767" y="2770923"/>
            <a:ext cx="1176327"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Clean:</a:t>
            </a:r>
          </a:p>
          <a:p>
            <a:pPr marL="0" indent="0" algn="ctr">
              <a:buNone/>
            </a:pPr>
            <a:r>
              <a:rPr lang="en-US" sz="1000" noProof="0" dirty="0">
                <a:solidFill>
                  <a:srgbClr val="64748B"/>
                </a:solidFill>
              </a:rPr>
              <a:t>remove HTML,</a:t>
            </a:r>
            <a:endParaRPr lang="en-US" sz="1000" noProof="0" dirty="0"/>
          </a:p>
          <a:p>
            <a:pPr marL="0" indent="0" algn="ctr">
              <a:buNone/>
            </a:pPr>
            <a:r>
              <a:rPr lang="en-US" sz="1000" noProof="0" dirty="0">
                <a:solidFill>
                  <a:srgbClr val="64748B"/>
                </a:solidFill>
              </a:rPr>
              <a:t>Noisy text</a:t>
            </a:r>
            <a:endParaRPr lang="en-US" sz="1000" noProof="0" dirty="0"/>
          </a:p>
        </p:txBody>
      </p:sp>
      <p:pic>
        <p:nvPicPr>
          <p:cNvPr id="118" name="Graphic 117" descr="Eraser with solid fill">
            <a:extLst>
              <a:ext uri="{FF2B5EF4-FFF2-40B4-BE49-F238E27FC236}">
                <a16:creationId xmlns:a16="http://schemas.microsoft.com/office/drawing/2014/main" id="{A3377E2B-6695-6380-47CC-E533C10CBE85}"/>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2063309" y="1974984"/>
            <a:ext cx="329184" cy="329184"/>
          </a:xfrm>
          <a:prstGeom prst="rect">
            <a:avLst/>
          </a:prstGeom>
        </p:spPr>
      </p:pic>
      <p:cxnSp>
        <p:nvCxnSpPr>
          <p:cNvPr id="119" name="Straight Arrow Connector 118">
            <a:extLst>
              <a:ext uri="{FF2B5EF4-FFF2-40B4-BE49-F238E27FC236}">
                <a16:creationId xmlns:a16="http://schemas.microsoft.com/office/drawing/2014/main" id="{B7DFD9DA-B8EA-60B8-81B3-DA5DD6E01F35}"/>
              </a:ext>
            </a:extLst>
          </p:cNvPr>
          <p:cNvCxnSpPr>
            <a:stCxn id="3" idx="3"/>
            <a:endCxn id="113" idx="1"/>
          </p:cNvCxnSpPr>
          <p:nvPr/>
        </p:nvCxnSpPr>
        <p:spPr>
          <a:xfrm flipV="1">
            <a:off x="1383557" y="2896394"/>
            <a:ext cx="135618" cy="6107"/>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87AD3D5D-C22A-277C-391E-D0327ECD255B}"/>
              </a:ext>
            </a:extLst>
          </p:cNvPr>
          <p:cNvCxnSpPr>
            <a:stCxn id="113" idx="3"/>
            <a:endCxn id="51" idx="1"/>
          </p:cNvCxnSpPr>
          <p:nvPr/>
        </p:nvCxnSpPr>
        <p:spPr>
          <a:xfrm>
            <a:off x="2931923" y="2896394"/>
            <a:ext cx="125867" cy="1533"/>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E0ED20A2-8DF1-70E1-74D9-A4431580F736}"/>
              </a:ext>
            </a:extLst>
          </p:cNvPr>
          <p:cNvSpPr>
            <a:spLocks noGrp="1"/>
          </p:cNvSpPr>
          <p:nvPr>
            <p:ph type="sldNum" sz="quarter" idx="12"/>
          </p:nvPr>
        </p:nvSpPr>
        <p:spPr/>
        <p:txBody>
          <a:bodyPr/>
          <a:lstStyle/>
          <a:p>
            <a:fld id="{40A7B169-58CE-4E65-B1F9-ACF9E46440C2}" type="slidenum">
              <a:rPr lang="en-US" noProof="0" smtClean="0"/>
              <a:t>50</a:t>
            </a:fld>
            <a:endParaRPr lang="en-US" noProof="0" dirty="0"/>
          </a:p>
        </p:txBody>
      </p:sp>
    </p:spTree>
    <p:extLst>
      <p:ext uri="{BB962C8B-B14F-4D97-AF65-F5344CB8AC3E}">
        <p14:creationId xmlns:p14="http://schemas.microsoft.com/office/powerpoint/2010/main" val="24701819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62E7E-A45E-A2C8-970B-058B6F0DA1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C84C7E-5145-FA93-D987-AE2836EB82DF}"/>
              </a:ext>
            </a:extLst>
          </p:cNvPr>
          <p:cNvSpPr>
            <a:spLocks noGrp="1"/>
          </p:cNvSpPr>
          <p:nvPr>
            <p:ph type="title"/>
          </p:nvPr>
        </p:nvSpPr>
        <p:spPr>
          <a:xfrm>
            <a:off x="242477" y="-53443"/>
            <a:ext cx="11609159" cy="1247050"/>
          </a:xfrm>
        </p:spPr>
        <p:txBody>
          <a:bodyPr/>
          <a:lstStyle/>
          <a:p>
            <a:r>
              <a:rPr lang="en-US" sz="1800" b="1" noProof="0" dirty="0"/>
              <a:t>Pipeline: chunking</a:t>
            </a:r>
            <a:endParaRPr lang="en-US" sz="1800" noProof="0" dirty="0"/>
          </a:p>
        </p:txBody>
      </p:sp>
      <p:sp>
        <p:nvSpPr>
          <p:cNvPr id="58" name="Shape 4">
            <a:extLst>
              <a:ext uri="{FF2B5EF4-FFF2-40B4-BE49-F238E27FC236}">
                <a16:creationId xmlns:a16="http://schemas.microsoft.com/office/drawing/2014/main" id="{477DE5B3-E258-1E2B-FF3A-80325CDF74D6}"/>
              </a:ext>
            </a:extLst>
          </p:cNvPr>
          <p:cNvSpPr/>
          <p:nvPr/>
        </p:nvSpPr>
        <p:spPr>
          <a:xfrm>
            <a:off x="390663" y="1069741"/>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60" name="Slide Number Placeholder 59">
            <a:extLst>
              <a:ext uri="{FF2B5EF4-FFF2-40B4-BE49-F238E27FC236}">
                <a16:creationId xmlns:a16="http://schemas.microsoft.com/office/drawing/2014/main" id="{1376746A-4BC1-3E79-0821-8EB26DD4A7FC}"/>
              </a:ext>
            </a:extLst>
          </p:cNvPr>
          <p:cNvSpPr>
            <a:spLocks noGrp="1"/>
          </p:cNvSpPr>
          <p:nvPr>
            <p:ph type="sldNum" sz="quarter" idx="12"/>
          </p:nvPr>
        </p:nvSpPr>
        <p:spPr/>
        <p:txBody>
          <a:bodyPr/>
          <a:lstStyle/>
          <a:p>
            <a:fld id="{40A7B169-58CE-4E65-B1F9-ACF9E46440C2}" type="slidenum">
              <a:rPr lang="en-US" noProof="0" smtClean="0"/>
              <a:t>51</a:t>
            </a:fld>
            <a:endParaRPr lang="en-US" noProof="0" dirty="0"/>
          </a:p>
        </p:txBody>
      </p:sp>
      <p:sp>
        <p:nvSpPr>
          <p:cNvPr id="63" name="V1">
            <a:extLst>
              <a:ext uri="{FF2B5EF4-FFF2-40B4-BE49-F238E27FC236}">
                <a16:creationId xmlns:a16="http://schemas.microsoft.com/office/drawing/2014/main" id="{F7531D99-4456-75DA-DF82-16D6B12DBEB6}"/>
              </a:ext>
            </a:extLst>
          </p:cNvPr>
          <p:cNvSpPr/>
          <p:nvPr/>
        </p:nvSpPr>
        <p:spPr>
          <a:xfrm>
            <a:off x="3220263" y="1662068"/>
            <a:ext cx="5400000" cy="1279230"/>
          </a:xfrm>
          <a:prstGeom prst="roundRect">
            <a:avLst>
              <a:gd name="adj" fmla="val 8000"/>
            </a:avLst>
          </a:prstGeom>
          <a:solidFill>
            <a:srgbClr val="E8EDF2"/>
          </a:solidFill>
          <a:ln w="12700">
            <a:solidFill>
              <a:srgbClr val="AABBCC"/>
            </a:solidFill>
          </a:ln>
        </p:spPr>
        <p:txBody>
          <a:bodyPr wrap="square" lIns="182880" tIns="91440" rIns="182880" bIns="91440" anchor="t"/>
          <a:lstStyle/>
          <a:p>
            <a:pPr algn="l">
              <a:buNone/>
            </a:pPr>
            <a:r>
              <a:rPr lang="en-US" sz="1050" b="1" noProof="0" dirty="0">
                <a:solidFill>
                  <a:srgbClr val="0D9488"/>
                </a:solidFill>
              </a:rPr>
              <a:t>One chunk per issue</a:t>
            </a:r>
          </a:p>
          <a:p>
            <a:pPr algn="l">
              <a:buNone/>
            </a:pPr>
            <a:endParaRPr lang="en-US" sz="1050" b="1" noProof="0" dirty="0">
              <a:solidFill>
                <a:srgbClr val="0D9488"/>
              </a:solidFill>
            </a:endParaRPr>
          </a:p>
          <a:p>
            <a:pPr marL="171450" indent="-171450" algn="l">
              <a:buFont typeface="Arial" panose="020B0604020202020204" pitchFamily="34" charset="0"/>
              <a:buChar char="•"/>
            </a:pPr>
            <a:r>
              <a:rPr lang="en-US" sz="1000" b="0" noProof="0" dirty="0">
                <a:solidFill>
                  <a:srgbClr val="475569"/>
                </a:solidFill>
              </a:rPr>
              <a:t>Each cleaned issue becomes a single chunk with all its metadata.</a:t>
            </a:r>
          </a:p>
          <a:p>
            <a:pPr marL="171450" indent="-171450" algn="l">
              <a:buFont typeface="Arial" panose="020B0604020202020204" pitchFamily="34" charset="0"/>
              <a:buChar char="•"/>
            </a:pPr>
            <a:r>
              <a:rPr lang="en-US" sz="1000" b="0" noProof="0" dirty="0">
                <a:solidFill>
                  <a:srgbClr val="475569"/>
                </a:solidFill>
              </a:rPr>
              <a:t>Fast and simple : good for short, focused issues.</a:t>
            </a:r>
          </a:p>
          <a:p>
            <a:pPr marL="171450" indent="-171450" algn="l">
              <a:buFont typeface="Arial" panose="020B0604020202020204" pitchFamily="34" charset="0"/>
              <a:buChar char="•"/>
            </a:pPr>
            <a:endParaRPr lang="en-US" sz="1000" b="0" noProof="0" dirty="0">
              <a:solidFill>
                <a:srgbClr val="475569"/>
              </a:solidFill>
            </a:endParaRPr>
          </a:p>
          <a:p>
            <a:pPr algn="l">
              <a:buNone/>
            </a:pPr>
            <a:endParaRPr lang="en-US" sz="900" b="0" noProof="0" dirty="0">
              <a:solidFill>
                <a:srgbClr val="475569"/>
              </a:solidFill>
            </a:endParaRPr>
          </a:p>
          <a:p>
            <a:pPr algn="l">
              <a:buNone/>
            </a:pPr>
            <a:r>
              <a:rPr lang="en-US" sz="850" b="0" i="1" noProof="0" dirty="0" err="1">
                <a:solidFill>
                  <a:srgbClr val="64748B"/>
                </a:solidFill>
              </a:rPr>
              <a:t>clean_issue_to_chunk</a:t>
            </a:r>
            <a:r>
              <a:rPr lang="en-US" sz="850" b="0" i="1" noProof="0" dirty="0">
                <a:solidFill>
                  <a:srgbClr val="64748B"/>
                </a:solidFill>
              </a:rPr>
              <a:t>() → </a:t>
            </a:r>
            <a:r>
              <a:rPr lang="en-US" sz="850" b="0" i="1" noProof="0" dirty="0" err="1">
                <a:solidFill>
                  <a:srgbClr val="64748B"/>
                </a:solidFill>
              </a:rPr>
              <a:t>chunks_issues</a:t>
            </a:r>
            <a:r>
              <a:rPr lang="en-US" sz="850" b="0" i="1" noProof="0" dirty="0">
                <a:solidFill>
                  <a:srgbClr val="64748B"/>
                </a:solidFill>
              </a:rPr>
              <a:t>_&lt;repo&gt;.</a:t>
            </a:r>
            <a:r>
              <a:rPr lang="en-US" sz="850" b="0" i="1" noProof="0" dirty="0" err="1">
                <a:solidFill>
                  <a:srgbClr val="64748B"/>
                </a:solidFill>
              </a:rPr>
              <a:t>json</a:t>
            </a:r>
            <a:endParaRPr lang="en-US" sz="850" b="0" i="1" noProof="0" dirty="0">
              <a:solidFill>
                <a:srgbClr val="64748B"/>
              </a:solidFill>
            </a:endParaRPr>
          </a:p>
        </p:txBody>
      </p:sp>
      <p:sp>
        <p:nvSpPr>
          <p:cNvPr id="257" name="SA">
            <a:extLst>
              <a:ext uri="{FF2B5EF4-FFF2-40B4-BE49-F238E27FC236}">
                <a16:creationId xmlns:a16="http://schemas.microsoft.com/office/drawing/2014/main" id="{7FB0EAD8-6286-0A89-9E28-97137D75DAFB}"/>
              </a:ext>
            </a:extLst>
          </p:cNvPr>
          <p:cNvSpPr/>
          <p:nvPr/>
        </p:nvSpPr>
        <p:spPr>
          <a:xfrm>
            <a:off x="3120263" y="3239288"/>
            <a:ext cx="5700000" cy="360000"/>
          </a:xfrm>
          <a:prstGeom prst="roundRect">
            <a:avLst>
              <a:gd name="adj" fmla="val 10000"/>
            </a:avLst>
          </a:prstGeom>
          <a:solidFill>
            <a:srgbClr val="1B2A3B"/>
          </a:solidFill>
          <a:ln>
            <a:noFill/>
          </a:ln>
        </p:spPr>
        <p:txBody>
          <a:bodyPr wrap="square" lIns="182880" tIns="45720" rIns="182880" bIns="45720" anchor="ctr"/>
          <a:lstStyle/>
          <a:p>
            <a:pPr algn="l">
              <a:buNone/>
            </a:pPr>
            <a:r>
              <a:rPr lang="en-US" sz="1050" b="1" noProof="0" dirty="0">
                <a:solidFill>
                  <a:srgbClr val="0D9488"/>
                </a:solidFill>
              </a:rPr>
              <a:t>Preprocessed issues  </a:t>
            </a:r>
            <a:r>
              <a:rPr lang="en-US" sz="1000" b="1" noProof="0" dirty="0">
                <a:solidFill>
                  <a:srgbClr val="CBD5E1"/>
                </a:solidFill>
              </a:rPr>
              <a:t>cleaned, enriched, similarity-linked</a:t>
            </a:r>
          </a:p>
        </p:txBody>
      </p:sp>
      <p:sp>
        <p:nvSpPr>
          <p:cNvPr id="258" name="A1">
            <a:extLst>
              <a:ext uri="{FF2B5EF4-FFF2-40B4-BE49-F238E27FC236}">
                <a16:creationId xmlns:a16="http://schemas.microsoft.com/office/drawing/2014/main" id="{D0F4B8AF-94F9-CF40-46B8-7C032D2E04AE}"/>
              </a:ext>
            </a:extLst>
          </p:cNvPr>
          <p:cNvSpPr/>
          <p:nvPr/>
        </p:nvSpPr>
        <p:spPr>
          <a:xfrm>
            <a:off x="5720263" y="3619288"/>
            <a:ext cx="400000" cy="240000"/>
          </a:xfrm>
          <a:prstGeom prst="rect">
            <a:avLst/>
          </a:prstGeom>
          <a:noFill/>
        </p:spPr>
        <p:txBody>
          <a:bodyPr wrap="square" lIns="0" tIns="0" rIns="0" bIns="0" anchor="ctr"/>
          <a:lstStyle/>
          <a:p>
            <a:pPr algn="ctr">
              <a:buNone/>
            </a:pPr>
            <a:r>
              <a:rPr lang="en-US" sz="1200" b="1" noProof="0" dirty="0">
                <a:solidFill>
                  <a:srgbClr val="94A3B8"/>
                </a:solidFill>
              </a:rPr>
              <a:t>↓</a:t>
            </a:r>
          </a:p>
        </p:txBody>
      </p:sp>
      <p:sp>
        <p:nvSpPr>
          <p:cNvPr id="259" name="SB">
            <a:extLst>
              <a:ext uri="{FF2B5EF4-FFF2-40B4-BE49-F238E27FC236}">
                <a16:creationId xmlns:a16="http://schemas.microsoft.com/office/drawing/2014/main" id="{BC7445B3-E5B1-E01C-18DE-6A47BE045251}"/>
              </a:ext>
            </a:extLst>
          </p:cNvPr>
          <p:cNvSpPr/>
          <p:nvPr/>
        </p:nvSpPr>
        <p:spPr>
          <a:xfrm>
            <a:off x="3120263" y="3869288"/>
            <a:ext cx="5700000" cy="360000"/>
          </a:xfrm>
          <a:prstGeom prst="roundRect">
            <a:avLst>
              <a:gd name="adj" fmla="val 10000"/>
            </a:avLst>
          </a:prstGeom>
          <a:solidFill>
            <a:srgbClr val="0D9488"/>
          </a:solidFill>
          <a:ln>
            <a:noFill/>
          </a:ln>
        </p:spPr>
        <p:txBody>
          <a:bodyPr wrap="square" lIns="182880" tIns="45720" rIns="182880" bIns="45720" anchor="ctr"/>
          <a:lstStyle/>
          <a:p>
            <a:pPr algn="l">
              <a:buNone/>
            </a:pPr>
            <a:r>
              <a:rPr lang="en-US" sz="1050" b="1" noProof="0" dirty="0">
                <a:solidFill>
                  <a:srgbClr val="FFFFFF"/>
                </a:solidFill>
              </a:rPr>
              <a:t>Chunking                                 </a:t>
            </a:r>
            <a:r>
              <a:rPr lang="en-US" sz="1000" b="1" noProof="0" dirty="0">
                <a:solidFill>
                  <a:srgbClr val="E0F2F1"/>
                </a:solidFill>
              </a:rPr>
              <a:t>split into JSON chunks</a:t>
            </a:r>
          </a:p>
        </p:txBody>
      </p:sp>
      <p:sp>
        <p:nvSpPr>
          <p:cNvPr id="7" name="WhyBox"/>
          <p:cNvSpPr/>
          <p:nvPr/>
        </p:nvSpPr>
        <p:spPr>
          <a:xfrm>
            <a:off x="293460" y="4499288"/>
            <a:ext cx="11400000" cy="1474520"/>
          </a:xfrm>
          <a:prstGeom prst="roundRect">
            <a:avLst>
              <a:gd name="adj" fmla="val 6000"/>
            </a:avLst>
          </a:prstGeom>
          <a:solidFill>
            <a:srgbClr val="FFFFFF"/>
          </a:solidFill>
          <a:ln w="28575">
            <a:solidFill>
              <a:srgbClr val="0D9488"/>
            </a:solidFill>
          </a:ln>
        </p:spPr>
        <p:txBody>
          <a:bodyPr wrap="square" lIns="182880" tIns="91440" rIns="182880" bIns="91440" anchor="t"/>
          <a:lstStyle/>
          <a:p>
            <a:pPr algn="ctr">
              <a:buNone/>
            </a:pPr>
            <a:r>
              <a:rPr lang="en-US" sz="1200" b="1" noProof="0" dirty="0">
                <a:solidFill>
                  <a:srgbClr val="1B2A3B"/>
                </a:solidFill>
              </a:rPr>
              <a:t>Why this step</a:t>
            </a:r>
          </a:p>
          <a:p>
            <a:pPr algn="l">
              <a:buNone/>
            </a:pPr>
            <a:endParaRPr lang="en-US" sz="1050" b="1" noProof="0" dirty="0">
              <a:solidFill>
                <a:srgbClr val="1B2A3B"/>
              </a:solidFill>
            </a:endParaRPr>
          </a:p>
          <a:p>
            <a:pPr algn="l">
              <a:lnSpc>
                <a:spcPct val="150000"/>
              </a:lnSpc>
              <a:buNone/>
            </a:pPr>
            <a:r>
              <a:rPr lang="en-US" sz="1050" b="0" noProof="0" dirty="0">
                <a:solidFill>
                  <a:srgbClr val="475569"/>
                </a:solidFill>
              </a:rPr>
              <a:t>This is NOT the final evaluation or the final pipeline output. We chunk the data, then test locally with a simple TF-IDF search to verify our preprocessing produces retrievable content. If it works here, the data is ready for the ST platform.</a:t>
            </a:r>
          </a:p>
          <a:p>
            <a:pPr algn="l">
              <a:buNone/>
            </a:pPr>
            <a:endParaRPr lang="en-US" sz="950" b="0" noProof="0" dirty="0">
              <a:solidFill>
                <a:srgbClr val="475569"/>
              </a:solidFill>
            </a:endParaRPr>
          </a:p>
          <a:p>
            <a:pPr algn="ctr">
              <a:buNone/>
            </a:pPr>
            <a:r>
              <a:rPr lang="en-US" sz="950" b="1" noProof="0" dirty="0">
                <a:solidFill>
                  <a:srgbClr val="0D9488"/>
                </a:solidFill>
              </a:rPr>
              <a:t>The offline evaluation is covered in the Evaluation section.</a:t>
            </a:r>
          </a:p>
        </p:txBody>
      </p:sp>
      <p:sp>
        <p:nvSpPr>
          <p:cNvPr id="100" name="SubCtx"/>
          <p:cNvSpPr/>
          <p:nvPr/>
        </p:nvSpPr>
        <p:spPr>
          <a:xfrm>
            <a:off x="390663" y="818607"/>
            <a:ext cx="8000000" cy="340000"/>
          </a:xfrm>
          <a:prstGeom prst="rect">
            <a:avLst/>
          </a:prstGeom>
          <a:noFill/>
        </p:spPr>
        <p:txBody>
          <a:bodyPr wrap="square" lIns="91440" tIns="45720" rIns="91440" bIns="45720"/>
          <a:lstStyle/>
          <a:p>
            <a:r>
              <a:rPr lang="en-US" sz="1000" b="0" i="1" noProof="0" dirty="0">
                <a:solidFill>
                  <a:srgbClr val="475569"/>
                </a:solidFill>
              </a:rPr>
              <a:t>Preparing data for offline evaluation — before uploading to ST ChatGPT</a:t>
            </a:r>
          </a:p>
        </p:txBody>
      </p:sp>
    </p:spTree>
    <p:extLst>
      <p:ext uri="{BB962C8B-B14F-4D97-AF65-F5344CB8AC3E}">
        <p14:creationId xmlns:p14="http://schemas.microsoft.com/office/powerpoint/2010/main" val="208155919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D16CB-1329-A214-A208-AAF8C7F863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72F836-0C68-8D37-12DD-2F73B32523CA}"/>
              </a:ext>
            </a:extLst>
          </p:cNvPr>
          <p:cNvSpPr>
            <a:spLocks noGrp="1"/>
          </p:cNvSpPr>
          <p:nvPr>
            <p:ph type="title"/>
          </p:nvPr>
        </p:nvSpPr>
        <p:spPr>
          <a:xfrm>
            <a:off x="242477" y="-53443"/>
            <a:ext cx="11609159" cy="1247050"/>
          </a:xfrm>
        </p:spPr>
        <p:txBody>
          <a:bodyPr/>
          <a:lstStyle/>
          <a:p>
            <a:r>
              <a:rPr lang="en-US" sz="1800" b="1" noProof="0" dirty="0"/>
              <a:t>Pipeline: chunking</a:t>
            </a:r>
            <a:endParaRPr lang="en-US" sz="1800" noProof="0" dirty="0"/>
          </a:p>
        </p:txBody>
      </p:sp>
      <p:sp>
        <p:nvSpPr>
          <p:cNvPr id="56" name="TextBox 55">
            <a:extLst>
              <a:ext uri="{FF2B5EF4-FFF2-40B4-BE49-F238E27FC236}">
                <a16:creationId xmlns:a16="http://schemas.microsoft.com/office/drawing/2014/main" id="{65DE3EED-6848-97A9-4195-FD2399CB2BD8}"/>
              </a:ext>
            </a:extLst>
          </p:cNvPr>
          <p:cNvSpPr txBox="1"/>
          <p:nvPr/>
        </p:nvSpPr>
        <p:spPr>
          <a:xfrm>
            <a:off x="291502" y="635702"/>
            <a:ext cx="6173779" cy="276999"/>
          </a:xfrm>
          <a:prstGeom prst="rect">
            <a:avLst/>
          </a:prstGeom>
          <a:noFill/>
        </p:spPr>
        <p:txBody>
          <a:bodyPr wrap="square">
            <a:spAutoFit/>
          </a:bodyPr>
          <a:lstStyle/>
          <a:p>
            <a:pPr marL="0" indent="0" algn="l">
              <a:buNone/>
            </a:pPr>
            <a:r>
              <a:rPr lang="en-US" sz="1200" b="1" noProof="0" dirty="0">
                <a:solidFill>
                  <a:srgbClr val="425A78"/>
                </a:solidFill>
              </a:rPr>
              <a:t>Chunking PARENT_CHILD — Splitting intelligently</a:t>
            </a:r>
          </a:p>
        </p:txBody>
      </p:sp>
      <p:sp>
        <p:nvSpPr>
          <p:cNvPr id="57" name="Text 3">
            <a:extLst>
              <a:ext uri="{FF2B5EF4-FFF2-40B4-BE49-F238E27FC236}">
                <a16:creationId xmlns:a16="http://schemas.microsoft.com/office/drawing/2014/main" id="{A0C8BBC2-EA08-C3C7-7E8D-837E410DB1E1}"/>
              </a:ext>
            </a:extLst>
          </p:cNvPr>
          <p:cNvSpPr/>
          <p:nvPr/>
        </p:nvSpPr>
        <p:spPr>
          <a:xfrm>
            <a:off x="390663" y="921845"/>
            <a:ext cx="8229600" cy="256032"/>
          </a:xfrm>
          <a:prstGeom prst="rect">
            <a:avLst/>
          </a:prstGeom>
          <a:noFill/>
          <a:ln/>
        </p:spPr>
        <p:txBody>
          <a:bodyPr wrap="square" lIns="0" tIns="0" rIns="0" bIns="0" rtlCol="0" anchor="ctr"/>
          <a:lstStyle/>
          <a:p>
            <a:pPr marL="0" indent="0" algn="l">
              <a:buNone/>
            </a:pPr>
            <a:r>
              <a:rPr lang="en-US" sz="1200" i="1" noProof="0" dirty="0">
                <a:solidFill>
                  <a:srgbClr val="64748B"/>
                </a:solidFill>
              </a:rPr>
              <a:t>Why not give the full document to the LLM at once?</a:t>
            </a:r>
          </a:p>
        </p:txBody>
      </p:sp>
      <p:sp>
        <p:nvSpPr>
          <p:cNvPr id="58" name="Shape 4">
            <a:extLst>
              <a:ext uri="{FF2B5EF4-FFF2-40B4-BE49-F238E27FC236}">
                <a16:creationId xmlns:a16="http://schemas.microsoft.com/office/drawing/2014/main" id="{153E2018-9015-06E0-AAE9-9ECD88D919F3}"/>
              </a:ext>
            </a:extLst>
          </p:cNvPr>
          <p:cNvSpPr/>
          <p:nvPr/>
        </p:nvSpPr>
        <p:spPr>
          <a:xfrm>
            <a:off x="340364" y="1302803"/>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4" name="Shape 5">
            <a:extLst>
              <a:ext uri="{FF2B5EF4-FFF2-40B4-BE49-F238E27FC236}">
                <a16:creationId xmlns:a16="http://schemas.microsoft.com/office/drawing/2014/main" id="{6AE61A08-072E-0B39-E1E4-294ADDB083C5}"/>
              </a:ext>
            </a:extLst>
          </p:cNvPr>
          <p:cNvSpPr/>
          <p:nvPr/>
        </p:nvSpPr>
        <p:spPr>
          <a:xfrm>
            <a:off x="1260391" y="1601846"/>
            <a:ext cx="9949904" cy="804672"/>
          </a:xfrm>
          <a:prstGeom prst="rect">
            <a:avLst/>
          </a:prstGeom>
          <a:solidFill>
            <a:srgbClr val="F8FAFC"/>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5" name="Shape 6">
            <a:extLst>
              <a:ext uri="{FF2B5EF4-FFF2-40B4-BE49-F238E27FC236}">
                <a16:creationId xmlns:a16="http://schemas.microsoft.com/office/drawing/2014/main" id="{1A26B327-E4BB-8D72-0825-EAD852F9F6D2}"/>
              </a:ext>
            </a:extLst>
          </p:cNvPr>
          <p:cNvSpPr/>
          <p:nvPr/>
        </p:nvSpPr>
        <p:spPr>
          <a:xfrm>
            <a:off x="1260391" y="1601846"/>
            <a:ext cx="68893" cy="804672"/>
          </a:xfrm>
          <a:prstGeom prst="rect">
            <a:avLst/>
          </a:prstGeom>
          <a:solidFill>
            <a:srgbClr val="425A78"/>
          </a:solidFill>
          <a:ln w="12700">
            <a:solidFill>
              <a:srgbClr val="000000"/>
            </a:solidFill>
            <a:prstDash val="solid"/>
          </a:ln>
        </p:spPr>
        <p:txBody>
          <a:bodyPr/>
          <a:lstStyle/>
          <a:p>
            <a:endParaRPr lang="en-US" noProof="0" dirty="0"/>
          </a:p>
        </p:txBody>
      </p:sp>
      <p:pic>
        <p:nvPicPr>
          <p:cNvPr id="6" name="Image 0" descr="preencoded.png">
            <a:extLst>
              <a:ext uri="{FF2B5EF4-FFF2-40B4-BE49-F238E27FC236}">
                <a16:creationId xmlns:a16="http://schemas.microsoft.com/office/drawing/2014/main" id="{F2AED9A8-5B96-5496-3981-336FAD5ACAE1}"/>
              </a:ext>
            </a:extLst>
          </p:cNvPr>
          <p:cNvPicPr>
            <a:picLocks noChangeAspect="1"/>
          </p:cNvPicPr>
          <p:nvPr/>
        </p:nvPicPr>
        <p:blipFill>
          <a:blip r:embed="rId3"/>
          <a:stretch>
            <a:fillRect/>
          </a:stretch>
        </p:blipFill>
        <p:spPr>
          <a:xfrm>
            <a:off x="1477200" y="1867022"/>
            <a:ext cx="295255" cy="274320"/>
          </a:xfrm>
          <a:prstGeom prst="rect">
            <a:avLst/>
          </a:prstGeom>
        </p:spPr>
      </p:pic>
      <p:sp>
        <p:nvSpPr>
          <p:cNvPr id="7" name="Text 7">
            <a:extLst>
              <a:ext uri="{FF2B5EF4-FFF2-40B4-BE49-F238E27FC236}">
                <a16:creationId xmlns:a16="http://schemas.microsoft.com/office/drawing/2014/main" id="{C842236B-D287-F611-9185-E15CE2B17E50}"/>
              </a:ext>
            </a:extLst>
          </p:cNvPr>
          <p:cNvSpPr/>
          <p:nvPr/>
        </p:nvSpPr>
        <p:spPr>
          <a:xfrm>
            <a:off x="1854751" y="1674998"/>
            <a:ext cx="9670559" cy="658368"/>
          </a:xfrm>
          <a:prstGeom prst="rect">
            <a:avLst/>
          </a:prstGeom>
          <a:noFill/>
          <a:ln/>
        </p:spPr>
        <p:txBody>
          <a:bodyPr wrap="square" lIns="0" tIns="0" rIns="0" bIns="0" rtlCol="0" anchor="ctr"/>
          <a:lstStyle/>
          <a:p>
            <a:pPr marL="0" indent="0">
              <a:lnSpc>
                <a:spcPct val="150000"/>
              </a:lnSpc>
              <a:buNone/>
            </a:pPr>
            <a:r>
              <a:rPr lang="en-US" sz="1100" noProof="0" dirty="0">
                <a:solidFill>
                  <a:srgbClr val="1B2A3B"/>
                </a:solidFill>
              </a:rPr>
              <a:t>Book analogy: If you look for information in a book, you do not send the entire book to someone.</a:t>
            </a:r>
          </a:p>
          <a:p>
            <a:pPr marL="0" indent="0">
              <a:lnSpc>
                <a:spcPct val="150000"/>
              </a:lnSpc>
              <a:buNone/>
            </a:pPr>
            <a:r>
              <a:rPr lang="en-US" sz="1100" noProof="0" dirty="0">
                <a:solidFill>
                  <a:srgbClr val="1B2A3B"/>
                </a:solidFill>
              </a:rPr>
              <a:t>You first find the right chapter (CHILD = 1,000 characters), then you read the full chapter to understand the context (PARENT = 3,000 characters).</a:t>
            </a:r>
            <a:endParaRPr lang="en-US" sz="1100" noProof="0" dirty="0"/>
          </a:p>
        </p:txBody>
      </p:sp>
      <p:sp>
        <p:nvSpPr>
          <p:cNvPr id="8" name="Shape 8">
            <a:extLst>
              <a:ext uri="{FF2B5EF4-FFF2-40B4-BE49-F238E27FC236}">
                <a16:creationId xmlns:a16="http://schemas.microsoft.com/office/drawing/2014/main" id="{7672939C-BAA5-9663-A93C-A5D6E2FB5965}"/>
              </a:ext>
            </a:extLst>
          </p:cNvPr>
          <p:cNvSpPr/>
          <p:nvPr/>
        </p:nvSpPr>
        <p:spPr>
          <a:xfrm>
            <a:off x="1260391" y="2909438"/>
            <a:ext cx="3474720" cy="2633472"/>
          </a:xfrm>
          <a:prstGeom prst="rect">
            <a:avLst/>
          </a:prstGeom>
          <a:noFill/>
          <a:ln w="25400">
            <a:solidFill>
              <a:schemeClr val="tx1"/>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9" name="Shape 9">
            <a:extLst>
              <a:ext uri="{FF2B5EF4-FFF2-40B4-BE49-F238E27FC236}">
                <a16:creationId xmlns:a16="http://schemas.microsoft.com/office/drawing/2014/main" id="{19EC1FFC-FBB2-DE85-C610-1538D4DCD12A}"/>
              </a:ext>
            </a:extLst>
          </p:cNvPr>
          <p:cNvSpPr/>
          <p:nvPr/>
        </p:nvSpPr>
        <p:spPr>
          <a:xfrm>
            <a:off x="1260391" y="2909438"/>
            <a:ext cx="3474720" cy="402336"/>
          </a:xfrm>
          <a:prstGeom prst="rect">
            <a:avLst/>
          </a:prstGeom>
          <a:solidFill>
            <a:srgbClr val="1B2A3B"/>
          </a:solidFill>
          <a:ln w="12700">
            <a:solidFill>
              <a:srgbClr val="000000"/>
            </a:solidFill>
            <a:prstDash val="solid"/>
          </a:ln>
        </p:spPr>
        <p:txBody>
          <a:bodyPr/>
          <a:lstStyle/>
          <a:p>
            <a:endParaRPr lang="en-US" noProof="0" dirty="0"/>
          </a:p>
        </p:txBody>
      </p:sp>
      <p:pic>
        <p:nvPicPr>
          <p:cNvPr id="10" name="Image 1" descr="preencoded.png">
            <a:extLst>
              <a:ext uri="{FF2B5EF4-FFF2-40B4-BE49-F238E27FC236}">
                <a16:creationId xmlns:a16="http://schemas.microsoft.com/office/drawing/2014/main" id="{F6CA72E0-0EB2-2F0B-3041-073CF1099950}"/>
              </a:ext>
            </a:extLst>
          </p:cNvPr>
          <p:cNvPicPr>
            <a:picLocks noChangeAspect="1"/>
          </p:cNvPicPr>
          <p:nvPr/>
        </p:nvPicPr>
        <p:blipFill>
          <a:blip r:embed="rId4"/>
          <a:stretch>
            <a:fillRect/>
          </a:stretch>
        </p:blipFill>
        <p:spPr>
          <a:xfrm>
            <a:off x="1451089" y="3000878"/>
            <a:ext cx="214244" cy="214244"/>
          </a:xfrm>
          <a:prstGeom prst="rect">
            <a:avLst/>
          </a:prstGeom>
        </p:spPr>
      </p:pic>
      <p:sp>
        <p:nvSpPr>
          <p:cNvPr id="11" name="Text 10">
            <a:extLst>
              <a:ext uri="{FF2B5EF4-FFF2-40B4-BE49-F238E27FC236}">
                <a16:creationId xmlns:a16="http://schemas.microsoft.com/office/drawing/2014/main" id="{B9585F8B-3CF6-3F46-364E-92DC97A2AF9D}"/>
              </a:ext>
            </a:extLst>
          </p:cNvPr>
          <p:cNvSpPr/>
          <p:nvPr/>
        </p:nvSpPr>
        <p:spPr>
          <a:xfrm>
            <a:off x="1772455" y="3000878"/>
            <a:ext cx="3429000" cy="237744"/>
          </a:xfrm>
          <a:prstGeom prst="rect">
            <a:avLst/>
          </a:prstGeom>
          <a:noFill/>
          <a:ln/>
        </p:spPr>
        <p:txBody>
          <a:bodyPr wrap="square" lIns="0" tIns="0" rIns="0" bIns="0" rtlCol="0" anchor="ctr"/>
          <a:lstStyle/>
          <a:p>
            <a:pPr marL="0" indent="0">
              <a:buNone/>
            </a:pPr>
            <a:r>
              <a:rPr lang="en-US" sz="1100" b="1" noProof="0" dirty="0">
                <a:solidFill>
                  <a:srgbClr val="0D9488"/>
                </a:solidFill>
              </a:rPr>
              <a:t>PARENT CHUNK (~3,000 chars)</a:t>
            </a:r>
            <a:endParaRPr lang="en-US" sz="1100" noProof="0" dirty="0">
              <a:solidFill>
                <a:srgbClr val="0D9488"/>
              </a:solidFill>
            </a:endParaRPr>
          </a:p>
        </p:txBody>
      </p:sp>
      <p:pic>
        <p:nvPicPr>
          <p:cNvPr id="12" name="Image 2" descr="preencoded.png">
            <a:extLst>
              <a:ext uri="{FF2B5EF4-FFF2-40B4-BE49-F238E27FC236}">
                <a16:creationId xmlns:a16="http://schemas.microsoft.com/office/drawing/2014/main" id="{F7CF2D7A-19F5-4346-216F-71F1895A739E}"/>
              </a:ext>
            </a:extLst>
          </p:cNvPr>
          <p:cNvPicPr>
            <a:picLocks noChangeAspect="1"/>
          </p:cNvPicPr>
          <p:nvPr/>
        </p:nvPicPr>
        <p:blipFill>
          <a:blip r:embed="rId5"/>
          <a:stretch>
            <a:fillRect/>
          </a:stretch>
        </p:blipFill>
        <p:spPr>
          <a:xfrm>
            <a:off x="1424983" y="3558662"/>
            <a:ext cx="201168" cy="201168"/>
          </a:xfrm>
          <a:prstGeom prst="rect">
            <a:avLst/>
          </a:prstGeom>
        </p:spPr>
      </p:pic>
      <p:sp>
        <p:nvSpPr>
          <p:cNvPr id="13" name="Text 11">
            <a:extLst>
              <a:ext uri="{FF2B5EF4-FFF2-40B4-BE49-F238E27FC236}">
                <a16:creationId xmlns:a16="http://schemas.microsoft.com/office/drawing/2014/main" id="{AE2F6D59-EFF7-E55D-83A6-25053C786B08}"/>
              </a:ext>
            </a:extLst>
          </p:cNvPr>
          <p:cNvSpPr/>
          <p:nvPr/>
        </p:nvSpPr>
        <p:spPr>
          <a:xfrm>
            <a:off x="1717591" y="3516087"/>
            <a:ext cx="3474720" cy="256032"/>
          </a:xfrm>
          <a:prstGeom prst="rect">
            <a:avLst/>
          </a:prstGeom>
          <a:noFill/>
          <a:ln/>
        </p:spPr>
        <p:txBody>
          <a:bodyPr wrap="square" lIns="0" tIns="0" rIns="0" bIns="0" rtlCol="0" anchor="ctr"/>
          <a:lstStyle/>
          <a:p>
            <a:pPr marL="0" indent="0">
              <a:buNone/>
            </a:pPr>
            <a:r>
              <a:rPr lang="en-US" sz="1050" noProof="0" dirty="0"/>
              <a:t>Contains full document context</a:t>
            </a:r>
          </a:p>
        </p:txBody>
      </p:sp>
      <p:pic>
        <p:nvPicPr>
          <p:cNvPr id="15" name="Image 3" descr="preencoded.png">
            <a:extLst>
              <a:ext uri="{FF2B5EF4-FFF2-40B4-BE49-F238E27FC236}">
                <a16:creationId xmlns:a16="http://schemas.microsoft.com/office/drawing/2014/main" id="{2A0A2C53-5EA8-3168-FD99-28B2366ABFAE}"/>
              </a:ext>
            </a:extLst>
          </p:cNvPr>
          <p:cNvPicPr>
            <a:picLocks noChangeAspect="1"/>
          </p:cNvPicPr>
          <p:nvPr/>
        </p:nvPicPr>
        <p:blipFill>
          <a:blip r:embed="rId5"/>
          <a:stretch>
            <a:fillRect/>
          </a:stretch>
        </p:blipFill>
        <p:spPr>
          <a:xfrm>
            <a:off x="1424983" y="4015862"/>
            <a:ext cx="201168" cy="201168"/>
          </a:xfrm>
          <a:prstGeom prst="rect">
            <a:avLst/>
          </a:prstGeom>
        </p:spPr>
      </p:pic>
      <p:sp>
        <p:nvSpPr>
          <p:cNvPr id="16" name="Text 12">
            <a:extLst>
              <a:ext uri="{FF2B5EF4-FFF2-40B4-BE49-F238E27FC236}">
                <a16:creationId xmlns:a16="http://schemas.microsoft.com/office/drawing/2014/main" id="{31C955C9-99C1-53BC-D651-9E7194D97093}"/>
              </a:ext>
            </a:extLst>
          </p:cNvPr>
          <p:cNvSpPr/>
          <p:nvPr/>
        </p:nvSpPr>
        <p:spPr>
          <a:xfrm>
            <a:off x="1717591" y="3973287"/>
            <a:ext cx="3474720" cy="256032"/>
          </a:xfrm>
          <a:prstGeom prst="rect">
            <a:avLst/>
          </a:prstGeom>
          <a:noFill/>
          <a:ln/>
        </p:spPr>
        <p:txBody>
          <a:bodyPr wrap="square" lIns="0" tIns="0" rIns="0" bIns="0" rtlCol="0" anchor="ctr"/>
          <a:lstStyle/>
          <a:p>
            <a:pPr marL="0" indent="0">
              <a:buNone/>
            </a:pPr>
            <a:r>
              <a:rPr lang="en-US" sz="1050" noProof="0" dirty="0"/>
              <a:t>Used by LLM to formulate the answer</a:t>
            </a:r>
          </a:p>
        </p:txBody>
      </p:sp>
      <p:pic>
        <p:nvPicPr>
          <p:cNvPr id="17" name="Image 4" descr="preencoded.png">
            <a:extLst>
              <a:ext uri="{FF2B5EF4-FFF2-40B4-BE49-F238E27FC236}">
                <a16:creationId xmlns:a16="http://schemas.microsoft.com/office/drawing/2014/main" id="{6884EF65-A476-9BF2-CF95-D1FD2522BD75}"/>
              </a:ext>
            </a:extLst>
          </p:cNvPr>
          <p:cNvPicPr>
            <a:picLocks noChangeAspect="1"/>
          </p:cNvPicPr>
          <p:nvPr/>
        </p:nvPicPr>
        <p:blipFill>
          <a:blip r:embed="rId5"/>
          <a:stretch>
            <a:fillRect/>
          </a:stretch>
        </p:blipFill>
        <p:spPr>
          <a:xfrm>
            <a:off x="1424983" y="4473062"/>
            <a:ext cx="201168" cy="201168"/>
          </a:xfrm>
          <a:prstGeom prst="rect">
            <a:avLst/>
          </a:prstGeom>
        </p:spPr>
      </p:pic>
      <p:sp>
        <p:nvSpPr>
          <p:cNvPr id="18" name="Text 13">
            <a:extLst>
              <a:ext uri="{FF2B5EF4-FFF2-40B4-BE49-F238E27FC236}">
                <a16:creationId xmlns:a16="http://schemas.microsoft.com/office/drawing/2014/main" id="{5FEA3CD1-A71E-8F18-02F2-DDD80A368D22}"/>
              </a:ext>
            </a:extLst>
          </p:cNvPr>
          <p:cNvSpPr/>
          <p:nvPr/>
        </p:nvSpPr>
        <p:spPr>
          <a:xfrm>
            <a:off x="1717591" y="4430487"/>
            <a:ext cx="3474720" cy="256032"/>
          </a:xfrm>
          <a:prstGeom prst="rect">
            <a:avLst/>
          </a:prstGeom>
          <a:noFill/>
          <a:ln/>
        </p:spPr>
        <p:txBody>
          <a:bodyPr wrap="square" lIns="0" tIns="0" rIns="0" bIns="0" rtlCol="0" anchor="ctr"/>
          <a:lstStyle/>
          <a:p>
            <a:pPr marL="0" indent="0">
              <a:buNone/>
            </a:pPr>
            <a:r>
              <a:rPr lang="en-US" sz="1050" noProof="0" dirty="0"/>
              <a:t>Preserves global meaning of the section</a:t>
            </a:r>
          </a:p>
        </p:txBody>
      </p:sp>
      <p:pic>
        <p:nvPicPr>
          <p:cNvPr id="19" name="Image 5" descr="preencoded.png">
            <a:extLst>
              <a:ext uri="{FF2B5EF4-FFF2-40B4-BE49-F238E27FC236}">
                <a16:creationId xmlns:a16="http://schemas.microsoft.com/office/drawing/2014/main" id="{D33A466F-C781-D44C-62D2-F2237BCE3927}"/>
              </a:ext>
            </a:extLst>
          </p:cNvPr>
          <p:cNvPicPr>
            <a:picLocks noChangeAspect="1"/>
          </p:cNvPicPr>
          <p:nvPr/>
        </p:nvPicPr>
        <p:blipFill>
          <a:blip r:embed="rId5"/>
          <a:stretch>
            <a:fillRect/>
          </a:stretch>
        </p:blipFill>
        <p:spPr>
          <a:xfrm>
            <a:off x="1424983" y="4930262"/>
            <a:ext cx="201168" cy="201168"/>
          </a:xfrm>
          <a:prstGeom prst="rect">
            <a:avLst/>
          </a:prstGeom>
        </p:spPr>
      </p:pic>
      <p:sp>
        <p:nvSpPr>
          <p:cNvPr id="20" name="Text 14">
            <a:extLst>
              <a:ext uri="{FF2B5EF4-FFF2-40B4-BE49-F238E27FC236}">
                <a16:creationId xmlns:a16="http://schemas.microsoft.com/office/drawing/2014/main" id="{3758B35A-9A3A-7E77-1E89-846873498518}"/>
              </a:ext>
            </a:extLst>
          </p:cNvPr>
          <p:cNvSpPr/>
          <p:nvPr/>
        </p:nvSpPr>
        <p:spPr>
          <a:xfrm>
            <a:off x="1717591" y="4887687"/>
            <a:ext cx="3474720" cy="256032"/>
          </a:xfrm>
          <a:prstGeom prst="rect">
            <a:avLst/>
          </a:prstGeom>
          <a:noFill/>
          <a:ln/>
        </p:spPr>
        <p:txBody>
          <a:bodyPr wrap="square" lIns="0" tIns="0" rIns="0" bIns="0" rtlCol="0" anchor="ctr"/>
          <a:lstStyle/>
          <a:p>
            <a:pPr marL="0" indent="0">
              <a:buNone/>
            </a:pPr>
            <a:r>
              <a:rPr lang="en-US" sz="1050" noProof="0" dirty="0"/>
              <a:t>Sent whole to AI for generation</a:t>
            </a:r>
          </a:p>
        </p:txBody>
      </p:sp>
      <p:sp>
        <p:nvSpPr>
          <p:cNvPr id="21" name="Text 15">
            <a:extLst>
              <a:ext uri="{FF2B5EF4-FFF2-40B4-BE49-F238E27FC236}">
                <a16:creationId xmlns:a16="http://schemas.microsoft.com/office/drawing/2014/main" id="{3EB6A477-4B02-27BD-C837-3AE0DED6E05B}"/>
              </a:ext>
            </a:extLst>
          </p:cNvPr>
          <p:cNvSpPr/>
          <p:nvPr/>
        </p:nvSpPr>
        <p:spPr>
          <a:xfrm>
            <a:off x="5482881" y="4013316"/>
            <a:ext cx="1115568" cy="292608"/>
          </a:xfrm>
          <a:prstGeom prst="rect">
            <a:avLst/>
          </a:prstGeom>
          <a:noFill/>
          <a:ln/>
        </p:spPr>
        <p:txBody>
          <a:bodyPr wrap="square" lIns="0" tIns="0" rIns="0" bIns="0" rtlCol="0" anchor="ctr"/>
          <a:lstStyle/>
          <a:p>
            <a:pPr marL="0" indent="0" algn="ctr">
              <a:buNone/>
            </a:pPr>
            <a:r>
              <a:rPr lang="en-US" sz="1000" b="1" noProof="0" dirty="0">
                <a:solidFill>
                  <a:srgbClr val="F59E0B"/>
                </a:solidFill>
              </a:rPr>
              <a:t>subdivided into ▶</a:t>
            </a:r>
            <a:endParaRPr lang="en-US" sz="1000" noProof="0" dirty="0">
              <a:solidFill>
                <a:srgbClr val="F59E0B"/>
              </a:solidFill>
            </a:endParaRPr>
          </a:p>
        </p:txBody>
      </p:sp>
      <p:sp>
        <p:nvSpPr>
          <p:cNvPr id="22" name="Shape 16">
            <a:extLst>
              <a:ext uri="{FF2B5EF4-FFF2-40B4-BE49-F238E27FC236}">
                <a16:creationId xmlns:a16="http://schemas.microsoft.com/office/drawing/2014/main" id="{9F85DF02-769D-F1E7-8503-82049DBB8F4A}"/>
              </a:ext>
            </a:extLst>
          </p:cNvPr>
          <p:cNvSpPr/>
          <p:nvPr/>
        </p:nvSpPr>
        <p:spPr>
          <a:xfrm>
            <a:off x="7396471" y="2918449"/>
            <a:ext cx="3338245" cy="2633472"/>
          </a:xfrm>
          <a:prstGeom prst="rect">
            <a:avLst/>
          </a:prstGeom>
          <a:noFill/>
          <a:ln w="28575">
            <a:solidFill>
              <a:srgbClr val="00000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23" name="Shape 17">
            <a:extLst>
              <a:ext uri="{FF2B5EF4-FFF2-40B4-BE49-F238E27FC236}">
                <a16:creationId xmlns:a16="http://schemas.microsoft.com/office/drawing/2014/main" id="{8076AC82-3E2D-4B78-C96D-0510A53A0EA4}"/>
              </a:ext>
            </a:extLst>
          </p:cNvPr>
          <p:cNvSpPr/>
          <p:nvPr/>
        </p:nvSpPr>
        <p:spPr>
          <a:xfrm>
            <a:off x="7396472" y="2918449"/>
            <a:ext cx="3338246" cy="402336"/>
          </a:xfrm>
          <a:prstGeom prst="rect">
            <a:avLst/>
          </a:prstGeom>
          <a:solidFill>
            <a:srgbClr val="1B2A3B"/>
          </a:solidFill>
          <a:ln w="12700">
            <a:solidFill>
              <a:srgbClr val="000000"/>
            </a:solidFill>
            <a:prstDash val="solid"/>
          </a:ln>
        </p:spPr>
        <p:txBody>
          <a:bodyPr/>
          <a:lstStyle/>
          <a:p>
            <a:endParaRPr lang="en-US" noProof="0" dirty="0"/>
          </a:p>
        </p:txBody>
      </p:sp>
      <p:pic>
        <p:nvPicPr>
          <p:cNvPr id="24" name="Image 6" descr="preencoded.png">
            <a:extLst>
              <a:ext uri="{FF2B5EF4-FFF2-40B4-BE49-F238E27FC236}">
                <a16:creationId xmlns:a16="http://schemas.microsoft.com/office/drawing/2014/main" id="{B20BBF19-7F54-A941-F8BA-03A260CC30F1}"/>
              </a:ext>
            </a:extLst>
          </p:cNvPr>
          <p:cNvPicPr>
            <a:picLocks noChangeAspect="1"/>
          </p:cNvPicPr>
          <p:nvPr/>
        </p:nvPicPr>
        <p:blipFill>
          <a:blip r:embed="rId6"/>
          <a:stretch>
            <a:fillRect/>
          </a:stretch>
        </p:blipFill>
        <p:spPr>
          <a:xfrm>
            <a:off x="7584564" y="2991601"/>
            <a:ext cx="232532" cy="232532"/>
          </a:xfrm>
          <a:prstGeom prst="rect">
            <a:avLst/>
          </a:prstGeom>
        </p:spPr>
      </p:pic>
      <p:sp>
        <p:nvSpPr>
          <p:cNvPr id="25" name="Text 18">
            <a:extLst>
              <a:ext uri="{FF2B5EF4-FFF2-40B4-BE49-F238E27FC236}">
                <a16:creationId xmlns:a16="http://schemas.microsoft.com/office/drawing/2014/main" id="{0F11CAF9-6877-F3B6-F652-FFFE90FCF37A}"/>
              </a:ext>
            </a:extLst>
          </p:cNvPr>
          <p:cNvSpPr/>
          <p:nvPr/>
        </p:nvSpPr>
        <p:spPr>
          <a:xfrm>
            <a:off x="7890248" y="3009889"/>
            <a:ext cx="2505456" cy="237744"/>
          </a:xfrm>
          <a:prstGeom prst="rect">
            <a:avLst/>
          </a:prstGeom>
          <a:noFill/>
          <a:ln/>
        </p:spPr>
        <p:txBody>
          <a:bodyPr wrap="square" lIns="0" tIns="0" rIns="0" bIns="0" rtlCol="0" anchor="ctr"/>
          <a:lstStyle/>
          <a:p>
            <a:pPr marL="0" indent="0">
              <a:buNone/>
            </a:pPr>
            <a:r>
              <a:rPr lang="en-US" sz="1100" b="1" noProof="0" dirty="0">
                <a:solidFill>
                  <a:srgbClr val="0D9589"/>
                </a:solidFill>
              </a:rPr>
              <a:t>CHILD CHUNK (~1,000 chars)</a:t>
            </a:r>
            <a:endParaRPr lang="en-US" sz="1100" noProof="0" dirty="0">
              <a:solidFill>
                <a:srgbClr val="0D9589"/>
              </a:solidFill>
            </a:endParaRPr>
          </a:p>
        </p:txBody>
      </p:sp>
      <p:pic>
        <p:nvPicPr>
          <p:cNvPr id="26" name="Image 7" descr="preencoded.png">
            <a:extLst>
              <a:ext uri="{FF2B5EF4-FFF2-40B4-BE49-F238E27FC236}">
                <a16:creationId xmlns:a16="http://schemas.microsoft.com/office/drawing/2014/main" id="{6B44B468-11DE-A6C0-0BE8-B5950614FDB1}"/>
              </a:ext>
            </a:extLst>
          </p:cNvPr>
          <p:cNvPicPr>
            <a:picLocks noChangeAspect="1"/>
          </p:cNvPicPr>
          <p:nvPr/>
        </p:nvPicPr>
        <p:blipFill>
          <a:blip r:embed="rId5"/>
          <a:stretch>
            <a:fillRect/>
          </a:stretch>
        </p:blipFill>
        <p:spPr>
          <a:xfrm>
            <a:off x="7615928" y="3607394"/>
            <a:ext cx="201168" cy="201168"/>
          </a:xfrm>
          <a:prstGeom prst="rect">
            <a:avLst/>
          </a:prstGeom>
        </p:spPr>
      </p:pic>
      <p:sp>
        <p:nvSpPr>
          <p:cNvPr id="27" name="Text 19">
            <a:extLst>
              <a:ext uri="{FF2B5EF4-FFF2-40B4-BE49-F238E27FC236}">
                <a16:creationId xmlns:a16="http://schemas.microsoft.com/office/drawing/2014/main" id="{35A63428-D4C3-C556-B634-A207F92FC1C4}"/>
              </a:ext>
            </a:extLst>
          </p:cNvPr>
          <p:cNvSpPr/>
          <p:nvPr/>
        </p:nvSpPr>
        <p:spPr>
          <a:xfrm>
            <a:off x="7890248" y="3567673"/>
            <a:ext cx="2633472" cy="256032"/>
          </a:xfrm>
          <a:prstGeom prst="rect">
            <a:avLst/>
          </a:prstGeom>
          <a:noFill/>
          <a:ln/>
        </p:spPr>
        <p:txBody>
          <a:bodyPr wrap="square" lIns="0" tIns="0" rIns="0" bIns="0" rtlCol="0" anchor="ctr"/>
          <a:lstStyle/>
          <a:p>
            <a:pPr marL="0" indent="0">
              <a:buNone/>
            </a:pPr>
            <a:r>
              <a:rPr lang="en-US" sz="1050" noProof="0" dirty="0"/>
              <a:t>Precise sub-segment of the parent</a:t>
            </a:r>
          </a:p>
        </p:txBody>
      </p:sp>
      <p:pic>
        <p:nvPicPr>
          <p:cNvPr id="29" name="Image 8" descr="preencoded.png">
            <a:extLst>
              <a:ext uri="{FF2B5EF4-FFF2-40B4-BE49-F238E27FC236}">
                <a16:creationId xmlns:a16="http://schemas.microsoft.com/office/drawing/2014/main" id="{026E9E06-43E8-B1B2-7A61-629024B2C7B5}"/>
              </a:ext>
            </a:extLst>
          </p:cNvPr>
          <p:cNvPicPr>
            <a:picLocks noChangeAspect="1"/>
          </p:cNvPicPr>
          <p:nvPr/>
        </p:nvPicPr>
        <p:blipFill>
          <a:blip r:embed="rId5"/>
          <a:stretch>
            <a:fillRect/>
          </a:stretch>
        </p:blipFill>
        <p:spPr>
          <a:xfrm>
            <a:off x="7615928" y="4064594"/>
            <a:ext cx="201168" cy="201168"/>
          </a:xfrm>
          <a:prstGeom prst="rect">
            <a:avLst/>
          </a:prstGeom>
        </p:spPr>
      </p:pic>
      <p:sp>
        <p:nvSpPr>
          <p:cNvPr id="30" name="Text 20">
            <a:extLst>
              <a:ext uri="{FF2B5EF4-FFF2-40B4-BE49-F238E27FC236}">
                <a16:creationId xmlns:a16="http://schemas.microsoft.com/office/drawing/2014/main" id="{878D42F4-4323-1F26-983B-15A5943BEC71}"/>
              </a:ext>
            </a:extLst>
          </p:cNvPr>
          <p:cNvSpPr/>
          <p:nvPr/>
        </p:nvSpPr>
        <p:spPr>
          <a:xfrm>
            <a:off x="7890248" y="4024873"/>
            <a:ext cx="2633472" cy="256032"/>
          </a:xfrm>
          <a:prstGeom prst="rect">
            <a:avLst/>
          </a:prstGeom>
          <a:noFill/>
          <a:ln/>
        </p:spPr>
        <p:txBody>
          <a:bodyPr wrap="square" lIns="0" tIns="0" rIns="0" bIns="0" rtlCol="0" anchor="ctr"/>
          <a:lstStyle/>
          <a:p>
            <a:pPr marL="0" indent="0">
              <a:buNone/>
            </a:pPr>
            <a:r>
              <a:rPr lang="en-US" sz="1050" noProof="0" dirty="0"/>
              <a:t>Used for SEARCH in the KB</a:t>
            </a:r>
          </a:p>
        </p:txBody>
      </p:sp>
      <p:pic>
        <p:nvPicPr>
          <p:cNvPr id="31" name="Image 9" descr="preencoded.png">
            <a:extLst>
              <a:ext uri="{FF2B5EF4-FFF2-40B4-BE49-F238E27FC236}">
                <a16:creationId xmlns:a16="http://schemas.microsoft.com/office/drawing/2014/main" id="{52FFC6B0-66F0-9FF1-D51B-29F7A5962395}"/>
              </a:ext>
            </a:extLst>
          </p:cNvPr>
          <p:cNvPicPr>
            <a:picLocks noChangeAspect="1"/>
          </p:cNvPicPr>
          <p:nvPr/>
        </p:nvPicPr>
        <p:blipFill>
          <a:blip r:embed="rId5"/>
          <a:stretch>
            <a:fillRect/>
          </a:stretch>
        </p:blipFill>
        <p:spPr>
          <a:xfrm>
            <a:off x="7615928" y="4521794"/>
            <a:ext cx="201168" cy="201168"/>
          </a:xfrm>
          <a:prstGeom prst="rect">
            <a:avLst/>
          </a:prstGeom>
        </p:spPr>
      </p:pic>
      <p:sp>
        <p:nvSpPr>
          <p:cNvPr id="32" name="Text 21">
            <a:extLst>
              <a:ext uri="{FF2B5EF4-FFF2-40B4-BE49-F238E27FC236}">
                <a16:creationId xmlns:a16="http://schemas.microsoft.com/office/drawing/2014/main" id="{339801BF-97E5-9557-C8C1-A2FF3FF5FC62}"/>
              </a:ext>
            </a:extLst>
          </p:cNvPr>
          <p:cNvSpPr/>
          <p:nvPr/>
        </p:nvSpPr>
        <p:spPr>
          <a:xfrm>
            <a:off x="7890248" y="4482073"/>
            <a:ext cx="2633472" cy="256032"/>
          </a:xfrm>
          <a:prstGeom prst="rect">
            <a:avLst/>
          </a:prstGeom>
          <a:noFill/>
          <a:ln/>
        </p:spPr>
        <p:txBody>
          <a:bodyPr wrap="square" lIns="0" tIns="0" rIns="0" bIns="0" rtlCol="0" anchor="ctr"/>
          <a:lstStyle/>
          <a:p>
            <a:pPr marL="0" indent="0">
              <a:buNone/>
            </a:pPr>
            <a:r>
              <a:rPr lang="en-US" sz="1050" noProof="0" dirty="0"/>
              <a:t>Finds the right passage for the query</a:t>
            </a:r>
          </a:p>
        </p:txBody>
      </p:sp>
      <p:pic>
        <p:nvPicPr>
          <p:cNvPr id="33" name="Image 10" descr="preencoded.png">
            <a:extLst>
              <a:ext uri="{FF2B5EF4-FFF2-40B4-BE49-F238E27FC236}">
                <a16:creationId xmlns:a16="http://schemas.microsoft.com/office/drawing/2014/main" id="{E9D83B29-F8B3-8930-5A2A-1B11650414C6}"/>
              </a:ext>
            </a:extLst>
          </p:cNvPr>
          <p:cNvPicPr>
            <a:picLocks noChangeAspect="1"/>
          </p:cNvPicPr>
          <p:nvPr/>
        </p:nvPicPr>
        <p:blipFill>
          <a:blip r:embed="rId5"/>
          <a:stretch>
            <a:fillRect/>
          </a:stretch>
        </p:blipFill>
        <p:spPr>
          <a:xfrm>
            <a:off x="7615928" y="4978994"/>
            <a:ext cx="201168" cy="201168"/>
          </a:xfrm>
          <a:prstGeom prst="rect">
            <a:avLst/>
          </a:prstGeom>
        </p:spPr>
      </p:pic>
      <p:sp>
        <p:nvSpPr>
          <p:cNvPr id="34" name="Text 22">
            <a:extLst>
              <a:ext uri="{FF2B5EF4-FFF2-40B4-BE49-F238E27FC236}">
                <a16:creationId xmlns:a16="http://schemas.microsoft.com/office/drawing/2014/main" id="{56A83DF9-FDA2-056D-8CCD-CAD9B8553EC4}"/>
              </a:ext>
            </a:extLst>
          </p:cNvPr>
          <p:cNvSpPr/>
          <p:nvPr/>
        </p:nvSpPr>
        <p:spPr>
          <a:xfrm>
            <a:off x="7890248" y="4939273"/>
            <a:ext cx="2633472" cy="256032"/>
          </a:xfrm>
          <a:prstGeom prst="rect">
            <a:avLst/>
          </a:prstGeom>
          <a:noFill/>
          <a:ln/>
        </p:spPr>
        <p:txBody>
          <a:bodyPr wrap="square" lIns="0" tIns="0" rIns="0" bIns="0" rtlCol="0" anchor="ctr"/>
          <a:lstStyle/>
          <a:p>
            <a:pPr marL="0" indent="0">
              <a:buNone/>
            </a:pPr>
            <a:r>
              <a:rPr lang="en-US" sz="1050" noProof="0" dirty="0"/>
              <a:t>Linked to parent to retrieve context</a:t>
            </a:r>
          </a:p>
        </p:txBody>
      </p:sp>
      <p:sp>
        <p:nvSpPr>
          <p:cNvPr id="3" name="Shape 8">
            <a:extLst>
              <a:ext uri="{FF2B5EF4-FFF2-40B4-BE49-F238E27FC236}">
                <a16:creationId xmlns:a16="http://schemas.microsoft.com/office/drawing/2014/main" id="{4D4A575E-A9AF-B639-18E5-A2159BBA2B54}"/>
              </a:ext>
            </a:extLst>
          </p:cNvPr>
          <p:cNvSpPr/>
          <p:nvPr/>
        </p:nvSpPr>
        <p:spPr>
          <a:xfrm>
            <a:off x="1260391" y="2909438"/>
            <a:ext cx="3474720" cy="2633472"/>
          </a:xfrm>
          <a:prstGeom prst="rect">
            <a:avLst/>
          </a:prstGeom>
          <a:noFill/>
          <a:ln w="25400">
            <a:solidFill>
              <a:schemeClr val="tx1"/>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4" name="Shape 9">
            <a:extLst>
              <a:ext uri="{FF2B5EF4-FFF2-40B4-BE49-F238E27FC236}">
                <a16:creationId xmlns:a16="http://schemas.microsoft.com/office/drawing/2014/main" id="{AA055F60-1342-3268-B8A0-B6D82C88ADF0}"/>
              </a:ext>
            </a:extLst>
          </p:cNvPr>
          <p:cNvSpPr/>
          <p:nvPr/>
        </p:nvSpPr>
        <p:spPr>
          <a:xfrm>
            <a:off x="1260391" y="2909438"/>
            <a:ext cx="3474720" cy="402336"/>
          </a:xfrm>
          <a:prstGeom prst="rect">
            <a:avLst/>
          </a:prstGeom>
          <a:solidFill>
            <a:srgbClr val="1B2A3B"/>
          </a:solidFill>
          <a:ln w="12700">
            <a:solidFill>
              <a:srgbClr val="000000"/>
            </a:solidFill>
            <a:prstDash val="solid"/>
          </a:ln>
        </p:spPr>
        <p:txBody>
          <a:bodyPr/>
          <a:lstStyle/>
          <a:p>
            <a:endParaRPr lang="en-US" noProof="0" dirty="0"/>
          </a:p>
        </p:txBody>
      </p:sp>
      <p:pic>
        <p:nvPicPr>
          <p:cNvPr id="28" name="Image 1" descr="preencoded.png">
            <a:extLst>
              <a:ext uri="{FF2B5EF4-FFF2-40B4-BE49-F238E27FC236}">
                <a16:creationId xmlns:a16="http://schemas.microsoft.com/office/drawing/2014/main" id="{60B3FBEF-230F-C78F-1E69-E4E873A828CD}"/>
              </a:ext>
            </a:extLst>
          </p:cNvPr>
          <p:cNvPicPr>
            <a:picLocks noChangeAspect="1"/>
          </p:cNvPicPr>
          <p:nvPr/>
        </p:nvPicPr>
        <p:blipFill>
          <a:blip r:embed="rId4"/>
          <a:stretch>
            <a:fillRect/>
          </a:stretch>
        </p:blipFill>
        <p:spPr>
          <a:xfrm>
            <a:off x="1451089" y="3000878"/>
            <a:ext cx="214244" cy="214244"/>
          </a:xfrm>
          <a:prstGeom prst="rect">
            <a:avLst/>
          </a:prstGeom>
        </p:spPr>
      </p:pic>
      <p:sp>
        <p:nvSpPr>
          <p:cNvPr id="35" name="Text 10">
            <a:extLst>
              <a:ext uri="{FF2B5EF4-FFF2-40B4-BE49-F238E27FC236}">
                <a16:creationId xmlns:a16="http://schemas.microsoft.com/office/drawing/2014/main" id="{A47548FC-CF89-BFC5-BB64-AC7EAADDFF27}"/>
              </a:ext>
            </a:extLst>
          </p:cNvPr>
          <p:cNvSpPr/>
          <p:nvPr/>
        </p:nvSpPr>
        <p:spPr>
          <a:xfrm>
            <a:off x="1772455" y="3000878"/>
            <a:ext cx="3429000" cy="237744"/>
          </a:xfrm>
          <a:prstGeom prst="rect">
            <a:avLst/>
          </a:prstGeom>
          <a:noFill/>
          <a:ln/>
        </p:spPr>
        <p:txBody>
          <a:bodyPr wrap="square" lIns="0" tIns="0" rIns="0" bIns="0" rtlCol="0" anchor="ctr"/>
          <a:lstStyle/>
          <a:p>
            <a:pPr marL="0" indent="0">
              <a:buNone/>
            </a:pPr>
            <a:r>
              <a:rPr lang="en-US" sz="1100" b="1" noProof="0" dirty="0">
                <a:solidFill>
                  <a:srgbClr val="0D9488"/>
                </a:solidFill>
              </a:rPr>
              <a:t>PARENT CHUNK (~3,000 chars)</a:t>
            </a:r>
            <a:endParaRPr lang="en-US" sz="1100" noProof="0" dirty="0">
              <a:solidFill>
                <a:srgbClr val="0D9488"/>
              </a:solidFill>
            </a:endParaRPr>
          </a:p>
        </p:txBody>
      </p:sp>
      <p:pic>
        <p:nvPicPr>
          <p:cNvPr id="36" name="Image 2" descr="preencoded.png">
            <a:extLst>
              <a:ext uri="{FF2B5EF4-FFF2-40B4-BE49-F238E27FC236}">
                <a16:creationId xmlns:a16="http://schemas.microsoft.com/office/drawing/2014/main" id="{B4CADE21-B13E-57C0-E804-63B799EF4EDC}"/>
              </a:ext>
            </a:extLst>
          </p:cNvPr>
          <p:cNvPicPr>
            <a:picLocks noChangeAspect="1"/>
          </p:cNvPicPr>
          <p:nvPr/>
        </p:nvPicPr>
        <p:blipFill>
          <a:blip r:embed="rId5"/>
          <a:stretch>
            <a:fillRect/>
          </a:stretch>
        </p:blipFill>
        <p:spPr>
          <a:xfrm>
            <a:off x="1424983" y="3558662"/>
            <a:ext cx="201168" cy="201168"/>
          </a:xfrm>
          <a:prstGeom prst="rect">
            <a:avLst/>
          </a:prstGeom>
        </p:spPr>
      </p:pic>
      <p:sp>
        <p:nvSpPr>
          <p:cNvPr id="37" name="Text 11">
            <a:extLst>
              <a:ext uri="{FF2B5EF4-FFF2-40B4-BE49-F238E27FC236}">
                <a16:creationId xmlns:a16="http://schemas.microsoft.com/office/drawing/2014/main" id="{C1C0C216-C0DC-1697-CE1F-0B585CDBAD58}"/>
              </a:ext>
            </a:extLst>
          </p:cNvPr>
          <p:cNvSpPr/>
          <p:nvPr/>
        </p:nvSpPr>
        <p:spPr>
          <a:xfrm>
            <a:off x="1717591" y="3516087"/>
            <a:ext cx="3474720" cy="256032"/>
          </a:xfrm>
          <a:prstGeom prst="rect">
            <a:avLst/>
          </a:prstGeom>
          <a:noFill/>
          <a:ln/>
        </p:spPr>
        <p:txBody>
          <a:bodyPr wrap="square" lIns="0" tIns="0" rIns="0" bIns="0" rtlCol="0" anchor="ctr"/>
          <a:lstStyle/>
          <a:p>
            <a:pPr marL="0" indent="0">
              <a:buNone/>
            </a:pPr>
            <a:r>
              <a:rPr lang="en-US" sz="1050" noProof="0" dirty="0"/>
              <a:t>Contains full document context</a:t>
            </a:r>
          </a:p>
        </p:txBody>
      </p:sp>
      <p:pic>
        <p:nvPicPr>
          <p:cNvPr id="38" name="Image 3" descr="preencoded.png">
            <a:extLst>
              <a:ext uri="{FF2B5EF4-FFF2-40B4-BE49-F238E27FC236}">
                <a16:creationId xmlns:a16="http://schemas.microsoft.com/office/drawing/2014/main" id="{7C1CAE1F-1BA7-1333-36EA-15220A5D094C}"/>
              </a:ext>
            </a:extLst>
          </p:cNvPr>
          <p:cNvPicPr>
            <a:picLocks noChangeAspect="1"/>
          </p:cNvPicPr>
          <p:nvPr/>
        </p:nvPicPr>
        <p:blipFill>
          <a:blip r:embed="rId5"/>
          <a:stretch>
            <a:fillRect/>
          </a:stretch>
        </p:blipFill>
        <p:spPr>
          <a:xfrm>
            <a:off x="1424983" y="4015862"/>
            <a:ext cx="201168" cy="201168"/>
          </a:xfrm>
          <a:prstGeom prst="rect">
            <a:avLst/>
          </a:prstGeom>
        </p:spPr>
      </p:pic>
      <p:sp>
        <p:nvSpPr>
          <p:cNvPr id="39" name="Text 12">
            <a:extLst>
              <a:ext uri="{FF2B5EF4-FFF2-40B4-BE49-F238E27FC236}">
                <a16:creationId xmlns:a16="http://schemas.microsoft.com/office/drawing/2014/main" id="{1D3BE336-7AC2-EF8E-89B9-4B7B8E6DE8AC}"/>
              </a:ext>
            </a:extLst>
          </p:cNvPr>
          <p:cNvSpPr/>
          <p:nvPr/>
        </p:nvSpPr>
        <p:spPr>
          <a:xfrm>
            <a:off x="1717591" y="3973287"/>
            <a:ext cx="3474720" cy="256032"/>
          </a:xfrm>
          <a:prstGeom prst="rect">
            <a:avLst/>
          </a:prstGeom>
          <a:noFill/>
          <a:ln/>
        </p:spPr>
        <p:txBody>
          <a:bodyPr wrap="square" lIns="0" tIns="0" rIns="0" bIns="0" rtlCol="0" anchor="ctr"/>
          <a:lstStyle/>
          <a:p>
            <a:pPr marL="0" indent="0">
              <a:buNone/>
            </a:pPr>
            <a:r>
              <a:rPr lang="en-US" sz="1050" noProof="0" dirty="0"/>
              <a:t>Used by LLM to formulate the answer</a:t>
            </a:r>
          </a:p>
        </p:txBody>
      </p:sp>
      <p:pic>
        <p:nvPicPr>
          <p:cNvPr id="40" name="Image 4" descr="preencoded.png">
            <a:extLst>
              <a:ext uri="{FF2B5EF4-FFF2-40B4-BE49-F238E27FC236}">
                <a16:creationId xmlns:a16="http://schemas.microsoft.com/office/drawing/2014/main" id="{D035F92E-9EF0-9271-C375-039E4F2D4C66}"/>
              </a:ext>
            </a:extLst>
          </p:cNvPr>
          <p:cNvPicPr>
            <a:picLocks noChangeAspect="1"/>
          </p:cNvPicPr>
          <p:nvPr/>
        </p:nvPicPr>
        <p:blipFill>
          <a:blip r:embed="rId5"/>
          <a:stretch>
            <a:fillRect/>
          </a:stretch>
        </p:blipFill>
        <p:spPr>
          <a:xfrm>
            <a:off x="1424983" y="4473062"/>
            <a:ext cx="201168" cy="201168"/>
          </a:xfrm>
          <a:prstGeom prst="rect">
            <a:avLst/>
          </a:prstGeom>
        </p:spPr>
      </p:pic>
      <p:sp>
        <p:nvSpPr>
          <p:cNvPr id="41" name="Text 13">
            <a:extLst>
              <a:ext uri="{FF2B5EF4-FFF2-40B4-BE49-F238E27FC236}">
                <a16:creationId xmlns:a16="http://schemas.microsoft.com/office/drawing/2014/main" id="{FB00206C-9B60-FB98-2BC0-CDF32CA926A4}"/>
              </a:ext>
            </a:extLst>
          </p:cNvPr>
          <p:cNvSpPr/>
          <p:nvPr/>
        </p:nvSpPr>
        <p:spPr>
          <a:xfrm>
            <a:off x="1717591" y="4430487"/>
            <a:ext cx="3474720" cy="256032"/>
          </a:xfrm>
          <a:prstGeom prst="rect">
            <a:avLst/>
          </a:prstGeom>
          <a:noFill/>
          <a:ln/>
        </p:spPr>
        <p:txBody>
          <a:bodyPr wrap="square" lIns="0" tIns="0" rIns="0" bIns="0" rtlCol="0" anchor="ctr"/>
          <a:lstStyle/>
          <a:p>
            <a:pPr marL="0" indent="0">
              <a:buNone/>
            </a:pPr>
            <a:r>
              <a:rPr lang="en-US" sz="1050" noProof="0" dirty="0"/>
              <a:t>Preserves global meaning of the section</a:t>
            </a:r>
          </a:p>
        </p:txBody>
      </p:sp>
      <p:pic>
        <p:nvPicPr>
          <p:cNvPr id="42" name="Image 5" descr="preencoded.png">
            <a:extLst>
              <a:ext uri="{FF2B5EF4-FFF2-40B4-BE49-F238E27FC236}">
                <a16:creationId xmlns:a16="http://schemas.microsoft.com/office/drawing/2014/main" id="{7C046709-DBE5-7FA8-89EA-2020519A55B4}"/>
              </a:ext>
            </a:extLst>
          </p:cNvPr>
          <p:cNvPicPr>
            <a:picLocks noChangeAspect="1"/>
          </p:cNvPicPr>
          <p:nvPr/>
        </p:nvPicPr>
        <p:blipFill>
          <a:blip r:embed="rId5"/>
          <a:stretch>
            <a:fillRect/>
          </a:stretch>
        </p:blipFill>
        <p:spPr>
          <a:xfrm>
            <a:off x="1424983" y="4930262"/>
            <a:ext cx="201168" cy="201168"/>
          </a:xfrm>
          <a:prstGeom prst="rect">
            <a:avLst/>
          </a:prstGeom>
        </p:spPr>
      </p:pic>
      <p:sp>
        <p:nvSpPr>
          <p:cNvPr id="43" name="Text 14">
            <a:extLst>
              <a:ext uri="{FF2B5EF4-FFF2-40B4-BE49-F238E27FC236}">
                <a16:creationId xmlns:a16="http://schemas.microsoft.com/office/drawing/2014/main" id="{5A2517E6-32F1-FEB1-CCD7-CBFD358416EB}"/>
              </a:ext>
            </a:extLst>
          </p:cNvPr>
          <p:cNvSpPr/>
          <p:nvPr/>
        </p:nvSpPr>
        <p:spPr>
          <a:xfrm>
            <a:off x="1717591" y="4887687"/>
            <a:ext cx="3474720" cy="256032"/>
          </a:xfrm>
          <a:prstGeom prst="rect">
            <a:avLst/>
          </a:prstGeom>
          <a:noFill/>
          <a:ln/>
        </p:spPr>
        <p:txBody>
          <a:bodyPr wrap="square" lIns="0" tIns="0" rIns="0" bIns="0" rtlCol="0" anchor="ctr"/>
          <a:lstStyle/>
          <a:p>
            <a:pPr marL="0" indent="0">
              <a:buNone/>
            </a:pPr>
            <a:r>
              <a:rPr lang="en-US" sz="1050" noProof="0" dirty="0"/>
              <a:t>Sent whole to AI for generation</a:t>
            </a:r>
          </a:p>
        </p:txBody>
      </p:sp>
      <p:sp>
        <p:nvSpPr>
          <p:cNvPr id="44" name="Text 15">
            <a:extLst>
              <a:ext uri="{FF2B5EF4-FFF2-40B4-BE49-F238E27FC236}">
                <a16:creationId xmlns:a16="http://schemas.microsoft.com/office/drawing/2014/main" id="{B406DF57-61C4-43B9-00F8-C0E56C161E90}"/>
              </a:ext>
            </a:extLst>
          </p:cNvPr>
          <p:cNvSpPr/>
          <p:nvPr/>
        </p:nvSpPr>
        <p:spPr>
          <a:xfrm>
            <a:off x="5482881" y="4013316"/>
            <a:ext cx="1115568" cy="292608"/>
          </a:xfrm>
          <a:prstGeom prst="rect">
            <a:avLst/>
          </a:prstGeom>
          <a:noFill/>
          <a:ln/>
        </p:spPr>
        <p:txBody>
          <a:bodyPr wrap="square" lIns="0" tIns="0" rIns="0" bIns="0" rtlCol="0" anchor="ctr"/>
          <a:lstStyle/>
          <a:p>
            <a:pPr marL="0" indent="0" algn="ctr">
              <a:buNone/>
            </a:pPr>
            <a:r>
              <a:rPr lang="en-US" sz="1000" b="1" noProof="0" dirty="0">
                <a:solidFill>
                  <a:srgbClr val="F59E0B"/>
                </a:solidFill>
              </a:rPr>
              <a:t>subdivided into ▶</a:t>
            </a:r>
            <a:endParaRPr lang="en-US" sz="1000" noProof="0" dirty="0">
              <a:solidFill>
                <a:srgbClr val="F59E0B"/>
              </a:solidFill>
            </a:endParaRPr>
          </a:p>
        </p:txBody>
      </p:sp>
      <p:sp>
        <p:nvSpPr>
          <p:cNvPr id="45" name="Shape 16">
            <a:extLst>
              <a:ext uri="{FF2B5EF4-FFF2-40B4-BE49-F238E27FC236}">
                <a16:creationId xmlns:a16="http://schemas.microsoft.com/office/drawing/2014/main" id="{29C62279-2358-B313-E998-B5E1F65853AB}"/>
              </a:ext>
            </a:extLst>
          </p:cNvPr>
          <p:cNvSpPr/>
          <p:nvPr/>
        </p:nvSpPr>
        <p:spPr>
          <a:xfrm>
            <a:off x="7396471" y="2918449"/>
            <a:ext cx="3338245" cy="2633472"/>
          </a:xfrm>
          <a:prstGeom prst="rect">
            <a:avLst/>
          </a:prstGeom>
          <a:noFill/>
          <a:ln w="28575">
            <a:solidFill>
              <a:srgbClr val="00000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46" name="Shape 17">
            <a:extLst>
              <a:ext uri="{FF2B5EF4-FFF2-40B4-BE49-F238E27FC236}">
                <a16:creationId xmlns:a16="http://schemas.microsoft.com/office/drawing/2014/main" id="{C662F1B4-F93B-04EB-7915-6B7AEFA04599}"/>
              </a:ext>
            </a:extLst>
          </p:cNvPr>
          <p:cNvSpPr/>
          <p:nvPr/>
        </p:nvSpPr>
        <p:spPr>
          <a:xfrm>
            <a:off x="7396472" y="2918449"/>
            <a:ext cx="3338246" cy="402336"/>
          </a:xfrm>
          <a:prstGeom prst="rect">
            <a:avLst/>
          </a:prstGeom>
          <a:solidFill>
            <a:srgbClr val="1B2A3B"/>
          </a:solidFill>
          <a:ln w="12700">
            <a:solidFill>
              <a:srgbClr val="000000"/>
            </a:solidFill>
            <a:prstDash val="solid"/>
          </a:ln>
        </p:spPr>
        <p:txBody>
          <a:bodyPr/>
          <a:lstStyle/>
          <a:p>
            <a:endParaRPr lang="en-US" noProof="0" dirty="0"/>
          </a:p>
        </p:txBody>
      </p:sp>
      <p:pic>
        <p:nvPicPr>
          <p:cNvPr id="47" name="Image 6" descr="preencoded.png">
            <a:extLst>
              <a:ext uri="{FF2B5EF4-FFF2-40B4-BE49-F238E27FC236}">
                <a16:creationId xmlns:a16="http://schemas.microsoft.com/office/drawing/2014/main" id="{51522662-091C-211D-1AA3-1999948E8BB4}"/>
              </a:ext>
            </a:extLst>
          </p:cNvPr>
          <p:cNvPicPr>
            <a:picLocks noChangeAspect="1"/>
          </p:cNvPicPr>
          <p:nvPr/>
        </p:nvPicPr>
        <p:blipFill>
          <a:blip r:embed="rId6"/>
          <a:stretch>
            <a:fillRect/>
          </a:stretch>
        </p:blipFill>
        <p:spPr>
          <a:xfrm>
            <a:off x="7584564" y="2991601"/>
            <a:ext cx="232532" cy="232532"/>
          </a:xfrm>
          <a:prstGeom prst="rect">
            <a:avLst/>
          </a:prstGeom>
        </p:spPr>
      </p:pic>
      <p:sp>
        <p:nvSpPr>
          <p:cNvPr id="48" name="Text 18">
            <a:extLst>
              <a:ext uri="{FF2B5EF4-FFF2-40B4-BE49-F238E27FC236}">
                <a16:creationId xmlns:a16="http://schemas.microsoft.com/office/drawing/2014/main" id="{347AD95E-805B-F21F-0BDA-9D357183F350}"/>
              </a:ext>
            </a:extLst>
          </p:cNvPr>
          <p:cNvSpPr/>
          <p:nvPr/>
        </p:nvSpPr>
        <p:spPr>
          <a:xfrm>
            <a:off x="7890248" y="3009889"/>
            <a:ext cx="2505456" cy="237744"/>
          </a:xfrm>
          <a:prstGeom prst="rect">
            <a:avLst/>
          </a:prstGeom>
          <a:noFill/>
          <a:ln/>
        </p:spPr>
        <p:txBody>
          <a:bodyPr wrap="square" lIns="0" tIns="0" rIns="0" bIns="0" rtlCol="0" anchor="ctr"/>
          <a:lstStyle/>
          <a:p>
            <a:pPr marL="0" indent="0">
              <a:buNone/>
            </a:pPr>
            <a:r>
              <a:rPr lang="en-US" sz="1100" b="1" noProof="0" dirty="0">
                <a:solidFill>
                  <a:srgbClr val="0D9589"/>
                </a:solidFill>
              </a:rPr>
              <a:t>CHILD CHUNK (~1,000 chars)</a:t>
            </a:r>
            <a:endParaRPr lang="en-US" sz="1100" noProof="0" dirty="0">
              <a:solidFill>
                <a:srgbClr val="0D9589"/>
              </a:solidFill>
            </a:endParaRPr>
          </a:p>
        </p:txBody>
      </p:sp>
      <p:pic>
        <p:nvPicPr>
          <p:cNvPr id="49" name="Image 7" descr="preencoded.png">
            <a:extLst>
              <a:ext uri="{FF2B5EF4-FFF2-40B4-BE49-F238E27FC236}">
                <a16:creationId xmlns:a16="http://schemas.microsoft.com/office/drawing/2014/main" id="{6B0B436E-5E7F-EB90-9D42-76A1D11C13C8}"/>
              </a:ext>
            </a:extLst>
          </p:cNvPr>
          <p:cNvPicPr>
            <a:picLocks noChangeAspect="1"/>
          </p:cNvPicPr>
          <p:nvPr/>
        </p:nvPicPr>
        <p:blipFill>
          <a:blip r:embed="rId5"/>
          <a:stretch>
            <a:fillRect/>
          </a:stretch>
        </p:blipFill>
        <p:spPr>
          <a:xfrm>
            <a:off x="7615928" y="3607394"/>
            <a:ext cx="201168" cy="201168"/>
          </a:xfrm>
          <a:prstGeom prst="rect">
            <a:avLst/>
          </a:prstGeom>
        </p:spPr>
      </p:pic>
      <p:sp>
        <p:nvSpPr>
          <p:cNvPr id="50" name="Text 19">
            <a:extLst>
              <a:ext uri="{FF2B5EF4-FFF2-40B4-BE49-F238E27FC236}">
                <a16:creationId xmlns:a16="http://schemas.microsoft.com/office/drawing/2014/main" id="{5FF73976-973A-5EF9-FB8D-B63504E2868C}"/>
              </a:ext>
            </a:extLst>
          </p:cNvPr>
          <p:cNvSpPr/>
          <p:nvPr/>
        </p:nvSpPr>
        <p:spPr>
          <a:xfrm>
            <a:off x="7890248" y="3567673"/>
            <a:ext cx="2633472" cy="256032"/>
          </a:xfrm>
          <a:prstGeom prst="rect">
            <a:avLst/>
          </a:prstGeom>
          <a:noFill/>
          <a:ln/>
        </p:spPr>
        <p:txBody>
          <a:bodyPr wrap="square" lIns="0" tIns="0" rIns="0" bIns="0" rtlCol="0" anchor="ctr"/>
          <a:lstStyle/>
          <a:p>
            <a:pPr marL="0" indent="0">
              <a:buNone/>
            </a:pPr>
            <a:r>
              <a:rPr lang="en-US" sz="1050" noProof="0" dirty="0"/>
              <a:t>Precise sub-segment of the parent</a:t>
            </a:r>
          </a:p>
        </p:txBody>
      </p:sp>
      <p:pic>
        <p:nvPicPr>
          <p:cNvPr id="51" name="Image 8" descr="preencoded.png">
            <a:extLst>
              <a:ext uri="{FF2B5EF4-FFF2-40B4-BE49-F238E27FC236}">
                <a16:creationId xmlns:a16="http://schemas.microsoft.com/office/drawing/2014/main" id="{087F690D-675A-51BD-AF1A-C510A0DDB423}"/>
              </a:ext>
            </a:extLst>
          </p:cNvPr>
          <p:cNvPicPr>
            <a:picLocks noChangeAspect="1"/>
          </p:cNvPicPr>
          <p:nvPr/>
        </p:nvPicPr>
        <p:blipFill>
          <a:blip r:embed="rId5"/>
          <a:stretch>
            <a:fillRect/>
          </a:stretch>
        </p:blipFill>
        <p:spPr>
          <a:xfrm>
            <a:off x="7615928" y="4064594"/>
            <a:ext cx="201168" cy="201168"/>
          </a:xfrm>
          <a:prstGeom prst="rect">
            <a:avLst/>
          </a:prstGeom>
        </p:spPr>
      </p:pic>
      <p:sp>
        <p:nvSpPr>
          <p:cNvPr id="52" name="Text 20">
            <a:extLst>
              <a:ext uri="{FF2B5EF4-FFF2-40B4-BE49-F238E27FC236}">
                <a16:creationId xmlns:a16="http://schemas.microsoft.com/office/drawing/2014/main" id="{529D1648-12BC-45DF-D39A-019490338BC5}"/>
              </a:ext>
            </a:extLst>
          </p:cNvPr>
          <p:cNvSpPr/>
          <p:nvPr/>
        </p:nvSpPr>
        <p:spPr>
          <a:xfrm>
            <a:off x="7890248" y="4024873"/>
            <a:ext cx="2633472" cy="256032"/>
          </a:xfrm>
          <a:prstGeom prst="rect">
            <a:avLst/>
          </a:prstGeom>
          <a:noFill/>
          <a:ln/>
        </p:spPr>
        <p:txBody>
          <a:bodyPr wrap="square" lIns="0" tIns="0" rIns="0" bIns="0" rtlCol="0" anchor="ctr"/>
          <a:lstStyle/>
          <a:p>
            <a:pPr marL="0" indent="0">
              <a:buNone/>
            </a:pPr>
            <a:r>
              <a:rPr lang="en-US" sz="1050" noProof="0" dirty="0"/>
              <a:t>Used for SEARCH in the KB</a:t>
            </a:r>
          </a:p>
        </p:txBody>
      </p:sp>
      <p:pic>
        <p:nvPicPr>
          <p:cNvPr id="53" name="Image 9" descr="preencoded.png">
            <a:extLst>
              <a:ext uri="{FF2B5EF4-FFF2-40B4-BE49-F238E27FC236}">
                <a16:creationId xmlns:a16="http://schemas.microsoft.com/office/drawing/2014/main" id="{0228DA1F-96AD-994E-B3B7-DB71ED2D13AD}"/>
              </a:ext>
            </a:extLst>
          </p:cNvPr>
          <p:cNvPicPr>
            <a:picLocks noChangeAspect="1"/>
          </p:cNvPicPr>
          <p:nvPr/>
        </p:nvPicPr>
        <p:blipFill>
          <a:blip r:embed="rId5"/>
          <a:stretch>
            <a:fillRect/>
          </a:stretch>
        </p:blipFill>
        <p:spPr>
          <a:xfrm>
            <a:off x="7615928" y="4521794"/>
            <a:ext cx="201168" cy="201168"/>
          </a:xfrm>
          <a:prstGeom prst="rect">
            <a:avLst/>
          </a:prstGeom>
        </p:spPr>
      </p:pic>
      <p:sp>
        <p:nvSpPr>
          <p:cNvPr id="54" name="Text 21">
            <a:extLst>
              <a:ext uri="{FF2B5EF4-FFF2-40B4-BE49-F238E27FC236}">
                <a16:creationId xmlns:a16="http://schemas.microsoft.com/office/drawing/2014/main" id="{77DC9D36-71B1-B435-16B9-AD21688264B3}"/>
              </a:ext>
            </a:extLst>
          </p:cNvPr>
          <p:cNvSpPr/>
          <p:nvPr/>
        </p:nvSpPr>
        <p:spPr>
          <a:xfrm>
            <a:off x="7890248" y="4482073"/>
            <a:ext cx="2633472" cy="256032"/>
          </a:xfrm>
          <a:prstGeom prst="rect">
            <a:avLst/>
          </a:prstGeom>
          <a:noFill/>
          <a:ln/>
        </p:spPr>
        <p:txBody>
          <a:bodyPr wrap="square" lIns="0" tIns="0" rIns="0" bIns="0" rtlCol="0" anchor="ctr"/>
          <a:lstStyle/>
          <a:p>
            <a:pPr marL="0" indent="0">
              <a:buNone/>
            </a:pPr>
            <a:r>
              <a:rPr lang="en-US" sz="1050" noProof="0" dirty="0"/>
              <a:t>Finds the right passage for the query</a:t>
            </a:r>
          </a:p>
        </p:txBody>
      </p:sp>
      <p:pic>
        <p:nvPicPr>
          <p:cNvPr id="55" name="Image 10" descr="preencoded.png">
            <a:extLst>
              <a:ext uri="{FF2B5EF4-FFF2-40B4-BE49-F238E27FC236}">
                <a16:creationId xmlns:a16="http://schemas.microsoft.com/office/drawing/2014/main" id="{E0BB5977-5929-E074-E78C-DEDC5845EE45}"/>
              </a:ext>
            </a:extLst>
          </p:cNvPr>
          <p:cNvPicPr>
            <a:picLocks noChangeAspect="1"/>
          </p:cNvPicPr>
          <p:nvPr/>
        </p:nvPicPr>
        <p:blipFill>
          <a:blip r:embed="rId5"/>
          <a:stretch>
            <a:fillRect/>
          </a:stretch>
        </p:blipFill>
        <p:spPr>
          <a:xfrm>
            <a:off x="7615928" y="4978994"/>
            <a:ext cx="201168" cy="201168"/>
          </a:xfrm>
          <a:prstGeom prst="rect">
            <a:avLst/>
          </a:prstGeom>
        </p:spPr>
      </p:pic>
      <p:sp>
        <p:nvSpPr>
          <p:cNvPr id="59" name="Text 22">
            <a:extLst>
              <a:ext uri="{FF2B5EF4-FFF2-40B4-BE49-F238E27FC236}">
                <a16:creationId xmlns:a16="http://schemas.microsoft.com/office/drawing/2014/main" id="{F2056752-DC8F-2480-C182-D872CE6011E0}"/>
              </a:ext>
            </a:extLst>
          </p:cNvPr>
          <p:cNvSpPr/>
          <p:nvPr/>
        </p:nvSpPr>
        <p:spPr>
          <a:xfrm>
            <a:off x="7890248" y="4939273"/>
            <a:ext cx="2633472" cy="256032"/>
          </a:xfrm>
          <a:prstGeom prst="rect">
            <a:avLst/>
          </a:prstGeom>
          <a:noFill/>
          <a:ln/>
        </p:spPr>
        <p:txBody>
          <a:bodyPr wrap="square" lIns="0" tIns="0" rIns="0" bIns="0" rtlCol="0" anchor="ctr"/>
          <a:lstStyle/>
          <a:p>
            <a:pPr marL="0" indent="0">
              <a:buNone/>
            </a:pPr>
            <a:r>
              <a:rPr lang="en-US" sz="1050" noProof="0" dirty="0"/>
              <a:t>Linked to parent to retrieve context</a:t>
            </a:r>
          </a:p>
        </p:txBody>
      </p:sp>
      <p:sp>
        <p:nvSpPr>
          <p:cNvPr id="304" name="arrow_note_304">
            <a:extLst>
              <a:ext uri="{FF2B5EF4-FFF2-40B4-BE49-F238E27FC236}">
                <a16:creationId xmlns:a16="http://schemas.microsoft.com/office/drawing/2014/main" id="{ECFEA8F0-CE67-90CE-42F1-5DE4D747B5EC}"/>
              </a:ext>
            </a:extLst>
          </p:cNvPr>
          <p:cNvSpPr>
            <a:spLocks noGrp="1"/>
          </p:cNvSpPr>
          <p:nvPr/>
        </p:nvSpPr>
        <p:spPr>
          <a:xfrm>
            <a:off x="5069084" y="4540507"/>
            <a:ext cx="1903921" cy="448776"/>
          </a:xfrm>
          <a:prstGeom prst="roundRect">
            <a:avLst>
              <a:gd name="adj" fmla="val 20000"/>
            </a:avLst>
          </a:prstGeom>
          <a:solidFill>
            <a:srgbClr val="263547"/>
          </a:solidFill>
          <a:ln>
            <a:noFill/>
          </a:ln>
        </p:spPr>
        <p:txBody>
          <a:bodyPr wrap="square" lIns="114300" tIns="91440" rIns="114300" bIns="91440" anchor="ctr"/>
          <a:lstStyle/>
          <a:p>
            <a:pPr algn="l">
              <a:lnSpc>
                <a:spcPts val="1100"/>
              </a:lnSpc>
            </a:pPr>
            <a:r>
              <a:rPr lang="en-US" sz="800" b="1" noProof="0" dirty="0">
                <a:solidFill>
                  <a:srgbClr val="F59E0B"/>
                </a:solidFill>
              </a:rPr>
              <a:t>subdivide → </a:t>
            </a:r>
            <a:r>
              <a:rPr lang="en-US" sz="780" b="0" noProof="0" dirty="0">
                <a:solidFill>
                  <a:srgbClr val="CBD5E1"/>
                </a:solidFill>
              </a:rPr>
              <a:t>one PARENT splits into several CHILD chunks</a:t>
            </a:r>
          </a:p>
        </p:txBody>
      </p:sp>
      <p:sp>
        <p:nvSpPr>
          <p:cNvPr id="60" name="Slide Number Placeholder 59">
            <a:extLst>
              <a:ext uri="{FF2B5EF4-FFF2-40B4-BE49-F238E27FC236}">
                <a16:creationId xmlns:a16="http://schemas.microsoft.com/office/drawing/2014/main" id="{89AEC195-90AB-3F89-F613-89256A5299F3}"/>
              </a:ext>
            </a:extLst>
          </p:cNvPr>
          <p:cNvSpPr>
            <a:spLocks noGrp="1"/>
          </p:cNvSpPr>
          <p:nvPr>
            <p:ph type="sldNum" sz="quarter" idx="12"/>
          </p:nvPr>
        </p:nvSpPr>
        <p:spPr/>
        <p:txBody>
          <a:bodyPr/>
          <a:lstStyle/>
          <a:p>
            <a:fld id="{40A7B169-58CE-4E65-B1F9-ACF9E46440C2}" type="slidenum">
              <a:rPr lang="en-US" noProof="0" smtClean="0"/>
              <a:t>52</a:t>
            </a:fld>
            <a:endParaRPr lang="en-US" noProof="0" dirty="0"/>
          </a:p>
        </p:txBody>
      </p:sp>
      <p:sp>
        <p:nvSpPr>
          <p:cNvPr id="62" name="ZoneTexte 61">
            <a:extLst>
              <a:ext uri="{FF2B5EF4-FFF2-40B4-BE49-F238E27FC236}">
                <a16:creationId xmlns:a16="http://schemas.microsoft.com/office/drawing/2014/main" id="{130D67F1-FBAE-282E-CF3C-E40C2C5A072D}"/>
              </a:ext>
            </a:extLst>
          </p:cNvPr>
          <p:cNvSpPr txBox="1"/>
          <p:nvPr/>
        </p:nvSpPr>
        <p:spPr>
          <a:xfrm>
            <a:off x="2633807" y="6166420"/>
            <a:ext cx="10134045" cy="307777"/>
          </a:xfrm>
          <a:prstGeom prst="rect">
            <a:avLst/>
          </a:prstGeom>
          <a:noFill/>
        </p:spPr>
        <p:txBody>
          <a:bodyPr wrap="square">
            <a:spAutoFit/>
          </a:bodyPr>
          <a:lstStyle/>
          <a:p>
            <a:r>
              <a:rPr lang="en-US" sz="1400" i="1" noProof="0" dirty="0"/>
              <a:t>Retrieval happens on children, but the answer can reconstruct context using the parent.</a:t>
            </a:r>
          </a:p>
        </p:txBody>
      </p:sp>
    </p:spTree>
    <p:extLst>
      <p:ext uri="{BB962C8B-B14F-4D97-AF65-F5344CB8AC3E}">
        <p14:creationId xmlns:p14="http://schemas.microsoft.com/office/powerpoint/2010/main" val="36443010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04E1B-00EB-D13D-E508-AD0B13EFEA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7040A2-3B8F-724F-A2A6-587128610BE0}"/>
              </a:ext>
            </a:extLst>
          </p:cNvPr>
          <p:cNvSpPr>
            <a:spLocks noGrp="1"/>
          </p:cNvSpPr>
          <p:nvPr>
            <p:ph type="title"/>
          </p:nvPr>
        </p:nvSpPr>
        <p:spPr>
          <a:xfrm>
            <a:off x="242477" y="-53443"/>
            <a:ext cx="11609159" cy="1247050"/>
          </a:xfrm>
        </p:spPr>
        <p:txBody>
          <a:bodyPr/>
          <a:lstStyle/>
          <a:p>
            <a:r>
              <a:rPr lang="en-US" sz="1800" b="1" noProof="0" dirty="0">
                <a:latin typeface="+mn-lt"/>
              </a:rPr>
              <a:t>STM32Cube RAG for R&amp;D</a:t>
            </a:r>
            <a:endParaRPr lang="en-US" sz="1800" noProof="0" dirty="0">
              <a:latin typeface="+mn-lt"/>
            </a:endParaRPr>
          </a:p>
        </p:txBody>
      </p:sp>
      <p:sp>
        <p:nvSpPr>
          <p:cNvPr id="58" name="Shape 4">
            <a:extLst>
              <a:ext uri="{FF2B5EF4-FFF2-40B4-BE49-F238E27FC236}">
                <a16:creationId xmlns:a16="http://schemas.microsoft.com/office/drawing/2014/main" id="{EE0F2FF0-1366-3A69-2B1D-C65FE2DDC3F2}"/>
              </a:ext>
            </a:extLst>
          </p:cNvPr>
          <p:cNvSpPr/>
          <p:nvPr/>
        </p:nvSpPr>
        <p:spPr>
          <a:xfrm>
            <a:off x="340364" y="1051136"/>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3" name="Slide Number Placeholder 2">
            <a:extLst>
              <a:ext uri="{FF2B5EF4-FFF2-40B4-BE49-F238E27FC236}">
                <a16:creationId xmlns:a16="http://schemas.microsoft.com/office/drawing/2014/main" id="{FDD60E63-A9D0-4847-7F6D-003E6FA14749}"/>
              </a:ext>
            </a:extLst>
          </p:cNvPr>
          <p:cNvSpPr>
            <a:spLocks noGrp="1"/>
          </p:cNvSpPr>
          <p:nvPr>
            <p:ph type="sldNum" sz="quarter" idx="12"/>
          </p:nvPr>
        </p:nvSpPr>
        <p:spPr>
          <a:xfrm>
            <a:off x="11269898" y="6376086"/>
            <a:ext cx="411004" cy="292554"/>
          </a:xfrm>
        </p:spPr>
        <p:txBody>
          <a:bodyPr/>
          <a:lstStyle/>
          <a:p>
            <a:fld id="{40A7B169-58CE-4E65-B1F9-ACF9E46440C2}" type="slidenum">
              <a:rPr lang="en-US" noProof="0" smtClean="0"/>
              <a:t>53</a:t>
            </a:fld>
            <a:endParaRPr lang="en-US" noProof="0" dirty="0"/>
          </a:p>
        </p:txBody>
      </p:sp>
      <p:sp>
        <p:nvSpPr>
          <p:cNvPr id="6" name="Text 3">
            <a:extLst>
              <a:ext uri="{FF2B5EF4-FFF2-40B4-BE49-F238E27FC236}">
                <a16:creationId xmlns:a16="http://schemas.microsoft.com/office/drawing/2014/main" id="{ED878C48-8058-A100-31C6-3E128185DF5F}"/>
              </a:ext>
            </a:extLst>
          </p:cNvPr>
          <p:cNvSpPr/>
          <p:nvPr/>
        </p:nvSpPr>
        <p:spPr>
          <a:xfrm>
            <a:off x="340364" y="593382"/>
            <a:ext cx="8229600" cy="513557"/>
          </a:xfrm>
          <a:prstGeom prst="rect">
            <a:avLst/>
          </a:prstGeom>
          <a:noFill/>
          <a:ln/>
        </p:spPr>
        <p:txBody>
          <a:bodyPr wrap="square" lIns="0" tIns="0" rIns="0" bIns="0" rtlCol="0" anchor="ctr"/>
          <a:lstStyle/>
          <a:p>
            <a:pPr marL="0" indent="0" algn="l">
              <a:buNone/>
            </a:pPr>
            <a:endParaRPr lang="en-US" sz="1200" i="1" noProof="0" dirty="0">
              <a:solidFill>
                <a:srgbClr val="64748B"/>
              </a:solidFill>
            </a:endParaRPr>
          </a:p>
        </p:txBody>
      </p:sp>
      <p:sp>
        <p:nvSpPr>
          <p:cNvPr id="10" name="ZoneTexte 9">
            <a:extLst>
              <a:ext uri="{FF2B5EF4-FFF2-40B4-BE49-F238E27FC236}">
                <a16:creationId xmlns:a16="http://schemas.microsoft.com/office/drawing/2014/main" id="{4A60CB6C-2BBB-E76E-7292-05450EB2D3DC}"/>
              </a:ext>
            </a:extLst>
          </p:cNvPr>
          <p:cNvSpPr txBox="1"/>
          <p:nvPr/>
        </p:nvSpPr>
        <p:spPr>
          <a:xfrm>
            <a:off x="242477" y="720962"/>
            <a:ext cx="6273208" cy="246221"/>
          </a:xfrm>
          <a:prstGeom prst="rect">
            <a:avLst/>
          </a:prstGeom>
          <a:noFill/>
        </p:spPr>
        <p:txBody>
          <a:bodyPr wrap="square">
            <a:spAutoFit/>
          </a:bodyPr>
          <a:lstStyle/>
          <a:p>
            <a:pPr marL="0" indent="0" algn="l">
              <a:buNone/>
            </a:pPr>
            <a:r>
              <a:rPr lang="en-US" sz="1000" i="1" noProof="0" dirty="0">
                <a:solidFill>
                  <a:srgbClr val="425A78"/>
                </a:solidFill>
              </a:rPr>
              <a:t>We knew the strategy. Not how to prepare for it.</a:t>
            </a:r>
          </a:p>
        </p:txBody>
      </p:sp>
      <p:sp>
        <p:nvSpPr>
          <p:cNvPr id="11" name="Shape 3"/>
          <p:cNvSpPr/>
          <p:nvPr/>
        </p:nvSpPr>
        <p:spPr>
          <a:xfrm>
            <a:off x="1471313" y="1300658"/>
            <a:ext cx="3840480" cy="1766068"/>
          </a:xfrm>
          <a:prstGeom prst="rect">
            <a:avLst/>
          </a:prstGeom>
          <a:solidFill>
            <a:srgbClr val="FFFFFF"/>
          </a:solidFill>
          <a:ln w="19050">
            <a:solidFill>
              <a:srgbClr val="FED7AA"/>
            </a:solidFill>
            <a:prstDash val="solid"/>
          </a:ln>
        </p:spPr>
        <p:txBody>
          <a:bodyPr/>
          <a:lstStyle/>
          <a:p>
            <a:endParaRPr lang="en-US" noProof="0" dirty="0"/>
          </a:p>
        </p:txBody>
      </p:sp>
      <p:sp>
        <p:nvSpPr>
          <p:cNvPr id="12" name="Text 4"/>
          <p:cNvSpPr/>
          <p:nvPr/>
        </p:nvSpPr>
        <p:spPr>
          <a:xfrm>
            <a:off x="1471313" y="1392097"/>
            <a:ext cx="3840480" cy="320040"/>
          </a:xfrm>
          <a:prstGeom prst="rect">
            <a:avLst/>
          </a:prstGeom>
          <a:noFill/>
          <a:ln/>
        </p:spPr>
        <p:txBody>
          <a:bodyPr wrap="square" rtlCol="0" anchor="ctr"/>
          <a:lstStyle/>
          <a:p>
            <a:pPr marL="0" indent="0" algn="ctr">
              <a:buNone/>
            </a:pPr>
            <a:r>
              <a:rPr lang="en-US" sz="1400" b="1" noProof="0" dirty="0">
                <a:solidFill>
                  <a:srgbClr val="F59E0B"/>
                </a:solidFill>
                <a:ea typeface="Calibri" pitchFamily="34" charset="-122"/>
                <a:cs typeface="Calibri" pitchFamily="34" charset="-120"/>
              </a:rPr>
              <a:t>KNOWN</a:t>
            </a:r>
            <a:endParaRPr lang="en-US" sz="1400" noProof="0" dirty="0"/>
          </a:p>
        </p:txBody>
      </p:sp>
      <p:sp>
        <p:nvSpPr>
          <p:cNvPr id="13" name="Text 5"/>
          <p:cNvSpPr/>
          <p:nvPr/>
        </p:nvSpPr>
        <p:spPr>
          <a:xfrm>
            <a:off x="1608473" y="1472106"/>
            <a:ext cx="3566160" cy="1554480"/>
          </a:xfrm>
          <a:prstGeom prst="rect">
            <a:avLst/>
          </a:prstGeom>
          <a:noFill/>
          <a:ln/>
        </p:spPr>
        <p:txBody>
          <a:bodyPr wrap="square" rtlCol="0" anchor="ctr"/>
          <a:lstStyle/>
          <a:p>
            <a:pPr marL="0" indent="0">
              <a:buNone/>
            </a:pPr>
            <a:r>
              <a:rPr lang="en-US" sz="1300" b="1" noProof="0" dirty="0">
                <a:solidFill>
                  <a:srgbClr val="1E293B"/>
                </a:solidFill>
                <a:ea typeface="Calibri" pitchFamily="34" charset="-122"/>
                <a:cs typeface="Calibri" pitchFamily="34" charset="-120"/>
              </a:rPr>
              <a:t>ST ChatGPT</a:t>
            </a:r>
            <a:r>
              <a:rPr lang="en-US" sz="1300" noProof="0" dirty="0">
                <a:solidFill>
                  <a:srgbClr val="1E293B"/>
                </a:solidFill>
                <a:ea typeface="Calibri" pitchFamily="34" charset="-122"/>
                <a:cs typeface="Calibri" pitchFamily="34" charset="-120"/>
              </a:rPr>
              <a:t> uses parent-child</a:t>
            </a:r>
            <a:r>
              <a:rPr lang="en-US" sz="1300" noProof="0" dirty="0"/>
              <a:t> </a:t>
            </a:r>
            <a:r>
              <a:rPr lang="en-US" sz="1300" noProof="0" dirty="0">
                <a:solidFill>
                  <a:srgbClr val="1E293B"/>
                </a:solidFill>
                <a:ea typeface="Calibri" pitchFamily="34" charset="-122"/>
                <a:cs typeface="Calibri" pitchFamily="34" charset="-120"/>
              </a:rPr>
              <a:t>chunking strategy internally. </a:t>
            </a:r>
            <a:endParaRPr lang="en-US" sz="1300" noProof="0" dirty="0"/>
          </a:p>
        </p:txBody>
      </p:sp>
      <p:sp>
        <p:nvSpPr>
          <p:cNvPr id="15" name="Text 7"/>
          <p:cNvSpPr/>
          <p:nvPr/>
        </p:nvSpPr>
        <p:spPr>
          <a:xfrm>
            <a:off x="5790258" y="2031469"/>
            <a:ext cx="548640" cy="274320"/>
          </a:xfrm>
          <a:prstGeom prst="rect">
            <a:avLst/>
          </a:prstGeom>
          <a:noFill/>
          <a:ln/>
        </p:spPr>
        <p:txBody>
          <a:bodyPr wrap="square" rtlCol="0" anchor="ctr"/>
          <a:lstStyle/>
          <a:p>
            <a:pPr marL="0" indent="0" algn="ctr">
              <a:buNone/>
            </a:pPr>
            <a:r>
              <a:rPr lang="en-US" sz="1400" b="1" i="1" noProof="0" dirty="0">
                <a:solidFill>
                  <a:srgbClr val="64748B"/>
                </a:solidFill>
                <a:ea typeface="Calibri" pitchFamily="34" charset="-122"/>
                <a:cs typeface="Calibri" pitchFamily="34" charset="-120"/>
              </a:rPr>
              <a:t>but</a:t>
            </a:r>
            <a:endParaRPr lang="en-US" sz="1100" b="1" noProof="0" dirty="0"/>
          </a:p>
        </p:txBody>
      </p:sp>
      <p:sp>
        <p:nvSpPr>
          <p:cNvPr id="16" name="Shape 8"/>
          <p:cNvSpPr/>
          <p:nvPr/>
        </p:nvSpPr>
        <p:spPr>
          <a:xfrm>
            <a:off x="6817364" y="1392098"/>
            <a:ext cx="3840480" cy="1674628"/>
          </a:xfrm>
          <a:prstGeom prst="rect">
            <a:avLst/>
          </a:prstGeom>
          <a:solidFill>
            <a:srgbClr val="FFFFFF"/>
          </a:solidFill>
          <a:ln w="19050">
            <a:solidFill>
              <a:srgbClr val="3CB4E6"/>
            </a:solidFill>
            <a:prstDash val="solid"/>
          </a:ln>
        </p:spPr>
        <p:txBody>
          <a:bodyPr/>
          <a:lstStyle/>
          <a:p>
            <a:endParaRPr lang="en-US" noProof="0" dirty="0"/>
          </a:p>
        </p:txBody>
      </p:sp>
      <p:sp>
        <p:nvSpPr>
          <p:cNvPr id="17" name="Text 9"/>
          <p:cNvSpPr/>
          <p:nvPr/>
        </p:nvSpPr>
        <p:spPr>
          <a:xfrm>
            <a:off x="6817364" y="1483537"/>
            <a:ext cx="3840480" cy="320040"/>
          </a:xfrm>
          <a:prstGeom prst="rect">
            <a:avLst/>
          </a:prstGeom>
          <a:noFill/>
          <a:ln/>
        </p:spPr>
        <p:txBody>
          <a:bodyPr wrap="square" rtlCol="0" anchor="ctr"/>
          <a:lstStyle/>
          <a:p>
            <a:pPr marL="0" indent="0" algn="ctr">
              <a:buNone/>
            </a:pPr>
            <a:r>
              <a:rPr lang="en-US" sz="1400" b="1" noProof="0" dirty="0">
                <a:solidFill>
                  <a:srgbClr val="00B0F0"/>
                </a:solidFill>
                <a:ea typeface="Calibri" pitchFamily="34" charset="-122"/>
                <a:cs typeface="Calibri" pitchFamily="34" charset="-120"/>
              </a:rPr>
              <a:t>UNKNOWN</a:t>
            </a:r>
            <a:endParaRPr lang="en-US" sz="1100" noProof="0" dirty="0">
              <a:solidFill>
                <a:srgbClr val="00B0F0"/>
              </a:solidFill>
            </a:endParaRPr>
          </a:p>
        </p:txBody>
      </p:sp>
      <p:sp>
        <p:nvSpPr>
          <p:cNvPr id="18" name="Text 10"/>
          <p:cNvSpPr/>
          <p:nvPr/>
        </p:nvSpPr>
        <p:spPr>
          <a:xfrm>
            <a:off x="6954524" y="1713784"/>
            <a:ext cx="3566160" cy="1554480"/>
          </a:xfrm>
          <a:prstGeom prst="rect">
            <a:avLst/>
          </a:prstGeom>
          <a:noFill/>
          <a:ln/>
        </p:spPr>
        <p:txBody>
          <a:bodyPr wrap="square" rtlCol="0" anchor="ctr"/>
          <a:lstStyle/>
          <a:p>
            <a:pPr marL="285750" indent="-285750">
              <a:buFont typeface="Arial" panose="020B0604020202020204" pitchFamily="34" charset="0"/>
              <a:buChar char="•"/>
            </a:pPr>
            <a:r>
              <a:rPr lang="en-US" sz="1200" noProof="0" dirty="0">
                <a:solidFill>
                  <a:schemeClr val="bg2">
                    <a:lumMod val="25000"/>
                  </a:schemeClr>
                </a:solidFill>
              </a:rPr>
              <a:t>We don’t know why some questions retrieve the wrong content</a:t>
            </a:r>
            <a:endParaRPr lang="en-US" sz="1200" noProof="0" dirty="0">
              <a:solidFill>
                <a:schemeClr val="bg2">
                  <a:lumMod val="25000"/>
                </a:schemeClr>
              </a:solidFill>
              <a:ea typeface="Calibri" pitchFamily="34" charset="-122"/>
              <a:cs typeface="Calibri" pitchFamily="34" charset="-120"/>
            </a:endParaRPr>
          </a:p>
          <a:p>
            <a:pPr marL="285750" indent="-285750">
              <a:buFont typeface="Arial" panose="020B0604020202020204" pitchFamily="34" charset="0"/>
              <a:buChar char="•"/>
            </a:pPr>
            <a:endParaRPr lang="en-US" sz="1200" noProof="0" dirty="0">
              <a:solidFill>
                <a:schemeClr val="bg2">
                  <a:lumMod val="25000"/>
                </a:schemeClr>
              </a:solidFill>
              <a:ea typeface="Calibri" pitchFamily="34" charset="-122"/>
              <a:cs typeface="Calibri" pitchFamily="34" charset="-120"/>
            </a:endParaRPr>
          </a:p>
          <a:p>
            <a:pPr marL="285750" indent="-285750">
              <a:buFont typeface="Arial" panose="020B0604020202020204" pitchFamily="34" charset="0"/>
              <a:buChar char="•"/>
            </a:pPr>
            <a:r>
              <a:rPr lang="en-US" sz="1200" noProof="0" dirty="0">
                <a:solidFill>
                  <a:schemeClr val="bg2">
                    <a:lumMod val="25000"/>
                  </a:schemeClr>
                </a:solidFill>
                <a:ea typeface="Calibri" pitchFamily="34" charset="-122"/>
                <a:cs typeface="Calibri" pitchFamily="34" charset="-120"/>
              </a:rPr>
              <a:t>How to prepare our</a:t>
            </a:r>
            <a:r>
              <a:rPr lang="en-US" sz="1200" noProof="0" dirty="0">
                <a:solidFill>
                  <a:schemeClr val="bg2">
                    <a:lumMod val="25000"/>
                  </a:schemeClr>
                </a:solidFill>
              </a:rPr>
              <a:t> </a:t>
            </a:r>
            <a:r>
              <a:rPr lang="en-US" sz="1200" noProof="0" dirty="0">
                <a:solidFill>
                  <a:schemeClr val="bg2">
                    <a:lumMod val="25000"/>
                  </a:schemeClr>
                </a:solidFill>
                <a:ea typeface="Calibri" pitchFamily="34" charset="-122"/>
                <a:cs typeface="Calibri" pitchFamily="34" charset="-120"/>
              </a:rPr>
              <a:t>STM32CubeH7 data to be</a:t>
            </a:r>
            <a:r>
              <a:rPr lang="en-US" sz="1200" noProof="0" dirty="0">
                <a:solidFill>
                  <a:schemeClr val="bg2">
                    <a:lumMod val="25000"/>
                  </a:schemeClr>
                </a:solidFill>
              </a:rPr>
              <a:t> </a:t>
            </a:r>
            <a:r>
              <a:rPr lang="en-US" sz="1200" noProof="0" dirty="0">
                <a:solidFill>
                  <a:schemeClr val="bg2">
                    <a:lumMod val="25000"/>
                  </a:schemeClr>
                </a:solidFill>
                <a:ea typeface="Calibri" pitchFamily="34" charset="-122"/>
                <a:cs typeface="Calibri" pitchFamily="34" charset="-120"/>
              </a:rPr>
              <a:t>format-friendly to this</a:t>
            </a:r>
            <a:r>
              <a:rPr lang="en-US" sz="1200" noProof="0" dirty="0">
                <a:solidFill>
                  <a:schemeClr val="bg2">
                    <a:lumMod val="25000"/>
                  </a:schemeClr>
                </a:solidFill>
              </a:rPr>
              <a:t> </a:t>
            </a:r>
            <a:r>
              <a:rPr lang="en-US" sz="1200" noProof="0" dirty="0">
                <a:solidFill>
                  <a:schemeClr val="bg2">
                    <a:lumMod val="25000"/>
                  </a:schemeClr>
                </a:solidFill>
                <a:ea typeface="Calibri" pitchFamily="34" charset="-122"/>
                <a:cs typeface="Calibri" pitchFamily="34" charset="-120"/>
              </a:rPr>
              <a:t>strategy.</a:t>
            </a:r>
          </a:p>
          <a:p>
            <a:pPr marL="0" indent="0">
              <a:buNone/>
            </a:pPr>
            <a:endParaRPr lang="en-US" sz="1300" noProof="0" dirty="0"/>
          </a:p>
        </p:txBody>
      </p:sp>
      <p:sp>
        <p:nvSpPr>
          <p:cNvPr id="19" name="Shape 11"/>
          <p:cNvSpPr/>
          <p:nvPr/>
        </p:nvSpPr>
        <p:spPr>
          <a:xfrm>
            <a:off x="1745225" y="3255805"/>
            <a:ext cx="8229600" cy="548640"/>
          </a:xfrm>
          <a:prstGeom prst="rect">
            <a:avLst/>
          </a:prstGeom>
          <a:solidFill>
            <a:srgbClr val="0D9488"/>
          </a:solidFill>
          <a:ln w="12700">
            <a:solidFill>
              <a:srgbClr val="0D9488"/>
            </a:solidFill>
            <a:prstDash val="solid"/>
          </a:ln>
        </p:spPr>
        <p:txBody>
          <a:bodyPr/>
          <a:lstStyle/>
          <a:p>
            <a:endParaRPr lang="en-US" noProof="0" dirty="0"/>
          </a:p>
        </p:txBody>
      </p:sp>
      <p:sp>
        <p:nvSpPr>
          <p:cNvPr id="20" name="Text 12"/>
          <p:cNvSpPr/>
          <p:nvPr/>
        </p:nvSpPr>
        <p:spPr>
          <a:xfrm>
            <a:off x="1674614" y="3284958"/>
            <a:ext cx="8229600" cy="548640"/>
          </a:xfrm>
          <a:prstGeom prst="rect">
            <a:avLst/>
          </a:prstGeom>
          <a:noFill/>
          <a:ln/>
        </p:spPr>
        <p:txBody>
          <a:bodyPr wrap="square" rtlCol="0" anchor="ctr"/>
          <a:lstStyle/>
          <a:p>
            <a:pPr marL="0" indent="0" algn="ctr">
              <a:buNone/>
            </a:pPr>
            <a:r>
              <a:rPr lang="en-US" sz="1200" b="1" noProof="0" dirty="0">
                <a:solidFill>
                  <a:srgbClr val="FFFFFF"/>
                </a:solidFill>
                <a:ea typeface="Calibri" pitchFamily="34" charset="-122"/>
                <a:cs typeface="Calibri" pitchFamily="34" charset="-120"/>
              </a:rPr>
              <a:t>Solution: build a local off-domain benchmark to reverse-engineer the data requirements</a:t>
            </a:r>
            <a:endParaRPr lang="en-US" sz="1200" noProof="0" dirty="0"/>
          </a:p>
        </p:txBody>
      </p:sp>
      <p:sp>
        <p:nvSpPr>
          <p:cNvPr id="48" name="G1">
            <a:extLst>
              <a:ext uri="{FF2B5EF4-FFF2-40B4-BE49-F238E27FC236}">
                <a16:creationId xmlns:a16="http://schemas.microsoft.com/office/drawing/2014/main" id="{16F9BAB8-BB40-1791-CCD8-8792C07DB529}"/>
              </a:ext>
            </a:extLst>
          </p:cNvPr>
          <p:cNvSpPr/>
          <p:nvPr/>
        </p:nvSpPr>
        <p:spPr>
          <a:xfrm>
            <a:off x="1745225" y="4007924"/>
            <a:ext cx="3866668" cy="2505621"/>
          </a:xfrm>
          <a:prstGeom prst="roundRect">
            <a:avLst>
              <a:gd name="adj" fmla="val 10000"/>
            </a:avLst>
          </a:prstGeom>
          <a:solidFill>
            <a:srgbClr val="F8FAFC"/>
          </a:solidFill>
          <a:ln w="12700">
            <a:solidFill>
              <a:srgbClr val="0D9589"/>
            </a:solidFill>
          </a:ln>
        </p:spPr>
        <p:txBody>
          <a:bodyPr wrap="square" lIns="152400" tIns="91440" rIns="152400" bIns="91440" anchor="t"/>
          <a:lstStyle/>
          <a:p>
            <a:pPr algn="l"/>
            <a:r>
              <a:rPr lang="en-US" sz="1400" b="1" noProof="0" dirty="0">
                <a:solidFill>
                  <a:srgbClr val="0D9488"/>
                </a:solidFill>
              </a:rPr>
              <a:t>Understand Parent–Child behavior :</a:t>
            </a:r>
          </a:p>
          <a:p>
            <a:pPr marL="457200" indent="-457200" algn="l">
              <a:buAutoNum type="arabicParenR"/>
            </a:pPr>
            <a:endParaRPr lang="en-US" sz="1400" b="1" noProof="0" dirty="0">
              <a:solidFill>
                <a:srgbClr val="0D9488"/>
              </a:solidFill>
            </a:endParaRPr>
          </a:p>
        </p:txBody>
      </p:sp>
      <p:sp>
        <p:nvSpPr>
          <p:cNvPr id="50" name="ZoneTexte 49">
            <a:extLst>
              <a:ext uri="{FF2B5EF4-FFF2-40B4-BE49-F238E27FC236}">
                <a16:creationId xmlns:a16="http://schemas.microsoft.com/office/drawing/2014/main" id="{F61D2128-029C-6363-D804-CA80D793FF1B}"/>
              </a:ext>
            </a:extLst>
          </p:cNvPr>
          <p:cNvSpPr txBox="1"/>
          <p:nvPr/>
        </p:nvSpPr>
        <p:spPr>
          <a:xfrm>
            <a:off x="1785924" y="4561436"/>
            <a:ext cx="3785270" cy="461665"/>
          </a:xfrm>
          <a:prstGeom prst="rect">
            <a:avLst/>
          </a:prstGeom>
          <a:noFill/>
        </p:spPr>
        <p:txBody>
          <a:bodyPr wrap="square">
            <a:spAutoFit/>
          </a:bodyPr>
          <a:lstStyle/>
          <a:p>
            <a:pPr marL="171450" indent="-171450">
              <a:buFont typeface="Arial" panose="020B0604020202020204" pitchFamily="34" charset="0"/>
              <a:buChar char="•"/>
            </a:pPr>
            <a:r>
              <a:rPr lang="en-US" sz="1200" noProof="0" dirty="0"/>
              <a:t>Using the dashboard developed, we identified the key factors that impact retrieval quality:</a:t>
            </a:r>
          </a:p>
        </p:txBody>
      </p:sp>
      <p:sp>
        <p:nvSpPr>
          <p:cNvPr id="51" name="Rectangle 1">
            <a:extLst>
              <a:ext uri="{FF2B5EF4-FFF2-40B4-BE49-F238E27FC236}">
                <a16:creationId xmlns:a16="http://schemas.microsoft.com/office/drawing/2014/main" id="{4210AF26-8383-4868-8C76-AA69CFEFBA06}"/>
              </a:ext>
            </a:extLst>
          </p:cNvPr>
          <p:cNvSpPr>
            <a:spLocks noChangeArrowheads="1"/>
          </p:cNvSpPr>
          <p:nvPr/>
        </p:nvSpPr>
        <p:spPr bwMode="auto">
          <a:xfrm>
            <a:off x="1926263" y="5169028"/>
            <a:ext cx="2959465" cy="1166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sz="1200" b="1" i="0" u="none" strike="noStrike" cap="none" normalizeH="0" baseline="0" noProof="0" dirty="0">
                <a:ln>
                  <a:noFill/>
                </a:ln>
                <a:solidFill>
                  <a:schemeClr val="tx1"/>
                </a:solidFill>
                <a:effectLst/>
                <a:latin typeface="Arial" panose="020B0604020202020204" pitchFamily="34" charset="0"/>
              </a:rPr>
              <a:t>Context continuity is critical</a:t>
            </a:r>
            <a:endParaRPr lang="en-US" sz="1200" noProof="0" dirty="0">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sz="1200" b="1" i="0" u="none" strike="noStrike" cap="none" normalizeH="0" baseline="0" noProof="0" dirty="0">
                <a:ln>
                  <a:noFill/>
                </a:ln>
                <a:solidFill>
                  <a:schemeClr val="tx1"/>
                </a:solidFill>
                <a:effectLst/>
                <a:latin typeface="Arial" panose="020B0604020202020204" pitchFamily="34" charset="0"/>
              </a:rPr>
              <a:t>Technical anchors improve matching</a:t>
            </a:r>
            <a:endParaRPr lang="en-US" sz="1200" noProof="0" dirty="0">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sz="1200" b="1" i="0" u="none" strike="noStrike" cap="none" normalizeH="0" baseline="0" noProof="0" dirty="0">
                <a:ln>
                  <a:noFill/>
                </a:ln>
                <a:solidFill>
                  <a:schemeClr val="tx1"/>
                </a:solidFill>
                <a:effectLst/>
                <a:latin typeface="Arial" panose="020B0604020202020204" pitchFamily="34" charset="0"/>
              </a:rPr>
              <a:t>Parent reconstruction is necessary</a:t>
            </a:r>
            <a:br>
              <a:rPr kumimoji="0" lang="en-US" sz="1200" b="0" i="0" u="none" strike="noStrike" cap="none" normalizeH="0" baseline="0" noProof="0" dirty="0">
                <a:ln>
                  <a:noFill/>
                </a:ln>
                <a:solidFill>
                  <a:schemeClr val="tx1"/>
                </a:solidFill>
                <a:effectLst/>
                <a:latin typeface="Arial" panose="020B0604020202020204" pitchFamily="34" charset="0"/>
              </a:rPr>
            </a:br>
            <a:endParaRPr kumimoji="0" lang="en-US" sz="1200" b="0" i="0" u="none" strike="noStrike" cap="none" normalizeH="0" baseline="0" noProof="0" dirty="0">
              <a:ln>
                <a:noFill/>
              </a:ln>
              <a:solidFill>
                <a:schemeClr val="tx1"/>
              </a:solidFill>
              <a:effectLst/>
              <a:latin typeface="Arial" panose="020B0604020202020204" pitchFamily="34" charset="0"/>
            </a:endParaRPr>
          </a:p>
        </p:txBody>
      </p:sp>
      <p:sp>
        <p:nvSpPr>
          <p:cNvPr id="52" name="G1">
            <a:extLst>
              <a:ext uri="{FF2B5EF4-FFF2-40B4-BE49-F238E27FC236}">
                <a16:creationId xmlns:a16="http://schemas.microsoft.com/office/drawing/2014/main" id="{6B5C9C9B-F1A3-16C6-DB28-B55245CDB200}"/>
              </a:ext>
            </a:extLst>
          </p:cNvPr>
          <p:cNvSpPr/>
          <p:nvPr/>
        </p:nvSpPr>
        <p:spPr>
          <a:xfrm>
            <a:off x="5749053" y="4022359"/>
            <a:ext cx="4760061" cy="2491186"/>
          </a:xfrm>
          <a:prstGeom prst="roundRect">
            <a:avLst>
              <a:gd name="adj" fmla="val 10000"/>
            </a:avLst>
          </a:prstGeom>
          <a:solidFill>
            <a:srgbClr val="F8FAFC"/>
          </a:solidFill>
          <a:ln w="12700">
            <a:solidFill>
              <a:srgbClr val="0D9589"/>
            </a:solidFill>
          </a:ln>
        </p:spPr>
        <p:txBody>
          <a:bodyPr wrap="square" lIns="152400" tIns="91440" rIns="152400" bIns="91440" anchor="t"/>
          <a:lstStyle/>
          <a:p>
            <a:pPr algn="l"/>
            <a:r>
              <a:rPr lang="en-US" sz="1400" b="1" noProof="0" dirty="0">
                <a:solidFill>
                  <a:srgbClr val="0D9488"/>
                </a:solidFill>
              </a:rPr>
              <a:t>Extracted Data Preprocessing Best Practices :</a:t>
            </a:r>
          </a:p>
        </p:txBody>
      </p:sp>
      <p:sp>
        <p:nvSpPr>
          <p:cNvPr id="57" name="ZoneTexte 56">
            <a:extLst>
              <a:ext uri="{FF2B5EF4-FFF2-40B4-BE49-F238E27FC236}">
                <a16:creationId xmlns:a16="http://schemas.microsoft.com/office/drawing/2014/main" id="{697ABBFE-ECFC-EDA4-B76A-A3BD57976BC5}"/>
              </a:ext>
            </a:extLst>
          </p:cNvPr>
          <p:cNvSpPr txBox="1"/>
          <p:nvPr/>
        </p:nvSpPr>
        <p:spPr>
          <a:xfrm>
            <a:off x="5841192" y="4486824"/>
            <a:ext cx="4860208" cy="2181816"/>
          </a:xfrm>
          <a:prstGeom prst="rect">
            <a:avLst/>
          </a:prstGeom>
          <a:noFill/>
        </p:spPr>
        <p:txBody>
          <a:bodyPr wrap="square">
            <a:spAutoFit/>
          </a:bodyPr>
          <a:lstStyle/>
          <a:p>
            <a:pPr marL="171450" indent="-171450">
              <a:lnSpc>
                <a:spcPct val="150000"/>
              </a:lnSpc>
              <a:buFont typeface="Arial" panose="020B0604020202020204" pitchFamily="34" charset="0"/>
              <a:buChar char="•"/>
            </a:pPr>
            <a:r>
              <a:rPr lang="en-US" sz="1200" noProof="0" dirty="0"/>
              <a:t>Based on dataset + retrieval failures, we derived concrete rules, instead of guessing improvements, we validated them using:</a:t>
            </a:r>
          </a:p>
          <a:p>
            <a:pPr>
              <a:buNone/>
            </a:pPr>
            <a:endParaRPr lang="en-US" sz="1200" noProof="0" dirty="0"/>
          </a:p>
          <a:p>
            <a:pPr marL="628650" lvl="1" indent="-171450">
              <a:buFont typeface="Wingdings" panose="05000000000000000000" pitchFamily="2" charset="2"/>
              <a:buChar char="ü"/>
            </a:pPr>
            <a:r>
              <a:rPr lang="en-US" sz="1200" b="1" noProof="0" dirty="0"/>
              <a:t>Retrieval metrics</a:t>
            </a:r>
            <a:endParaRPr lang="en-US" sz="1200" noProof="0" dirty="0"/>
          </a:p>
          <a:p>
            <a:pPr marL="628650" lvl="1" indent="-171450">
              <a:buFont typeface="Wingdings" panose="05000000000000000000" pitchFamily="2" charset="2"/>
              <a:buChar char="ü"/>
            </a:pPr>
            <a:r>
              <a:rPr lang="en-US" sz="1200" b="1" noProof="0" dirty="0"/>
              <a:t>Chunk quality metrics</a:t>
            </a:r>
            <a:endParaRPr lang="en-US" sz="1200" noProof="0" dirty="0"/>
          </a:p>
          <a:p>
            <a:pPr marL="628650" lvl="1" indent="-171450">
              <a:buFont typeface="Wingdings" panose="05000000000000000000" pitchFamily="2" charset="2"/>
              <a:buChar char="ü"/>
            </a:pPr>
            <a:r>
              <a:rPr lang="en-US" sz="1200" b="1" noProof="0" dirty="0"/>
              <a:t>Per-question debugging</a:t>
            </a:r>
          </a:p>
          <a:p>
            <a:pPr>
              <a:buFont typeface="Arial" panose="020B0604020202020204" pitchFamily="34" charset="0"/>
              <a:buChar char="•"/>
            </a:pPr>
            <a:endParaRPr lang="en-US" sz="1200" noProof="0" dirty="0"/>
          </a:p>
          <a:p>
            <a:pPr>
              <a:buNone/>
            </a:pPr>
            <a:r>
              <a:rPr lang="en-US" sz="1200" noProof="0" dirty="0">
                <a:solidFill>
                  <a:srgbClr val="0D9488"/>
                </a:solidFill>
                <a:sym typeface="Wingdings" panose="05000000000000000000" pitchFamily="2" charset="2"/>
              </a:rPr>
              <a:t></a:t>
            </a:r>
            <a:r>
              <a:rPr lang="en-US" sz="1200" noProof="0" dirty="0">
                <a:sym typeface="Wingdings" panose="05000000000000000000" pitchFamily="2" charset="2"/>
              </a:rPr>
              <a:t> </a:t>
            </a:r>
            <a:r>
              <a:rPr lang="en-US" sz="1200" b="1" noProof="0" dirty="0">
                <a:solidFill>
                  <a:srgbClr val="0D9589"/>
                </a:solidFill>
              </a:rPr>
              <a:t>Result: </a:t>
            </a:r>
            <a:r>
              <a:rPr lang="en-US" sz="1200" noProof="0" dirty="0"/>
              <a:t>preprocessing became a </a:t>
            </a:r>
            <a:r>
              <a:rPr lang="en-US" sz="1200" b="1" noProof="0" dirty="0"/>
              <a:t>measurable engineering process</a:t>
            </a:r>
            <a:endParaRPr lang="en-US" sz="1200" noProof="0" dirty="0"/>
          </a:p>
          <a:p>
            <a:pPr marL="171450" indent="-171450">
              <a:lnSpc>
                <a:spcPct val="150000"/>
              </a:lnSpc>
              <a:buFont typeface="Arial" panose="020B0604020202020204" pitchFamily="34" charset="0"/>
              <a:buChar char="•"/>
            </a:pPr>
            <a:endParaRPr lang="en-US" sz="1200" noProof="0" dirty="0"/>
          </a:p>
        </p:txBody>
      </p:sp>
    </p:spTree>
    <p:extLst>
      <p:ext uri="{BB962C8B-B14F-4D97-AF65-F5344CB8AC3E}">
        <p14:creationId xmlns:p14="http://schemas.microsoft.com/office/powerpoint/2010/main" val="165085444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3DCD3-82FE-BD11-2F8B-94A447288C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632855-0AB3-1658-D242-228DB62707E1}"/>
              </a:ext>
            </a:extLst>
          </p:cNvPr>
          <p:cNvSpPr>
            <a:spLocks noGrp="1"/>
          </p:cNvSpPr>
          <p:nvPr>
            <p:ph type="title"/>
          </p:nvPr>
        </p:nvSpPr>
        <p:spPr>
          <a:xfrm>
            <a:off x="242477" y="-53443"/>
            <a:ext cx="11609159" cy="1247050"/>
          </a:xfrm>
        </p:spPr>
        <p:txBody>
          <a:bodyPr/>
          <a:lstStyle/>
          <a:p>
            <a:r>
              <a:rPr lang="en-US" sz="1800" b="1" noProof="0" dirty="0">
                <a:latin typeface="+mn-lt"/>
              </a:rPr>
              <a:t>The Data Preprocessing Pipeline</a:t>
            </a:r>
            <a:endParaRPr lang="en-US" sz="1800" noProof="0" dirty="0">
              <a:latin typeface="+mn-lt"/>
            </a:endParaRPr>
          </a:p>
        </p:txBody>
      </p:sp>
      <p:sp>
        <p:nvSpPr>
          <p:cNvPr id="56" name="TextBox 55">
            <a:extLst>
              <a:ext uri="{FF2B5EF4-FFF2-40B4-BE49-F238E27FC236}">
                <a16:creationId xmlns:a16="http://schemas.microsoft.com/office/drawing/2014/main" id="{C647F0F3-1401-E737-4211-4C61D82ADDE3}"/>
              </a:ext>
            </a:extLst>
          </p:cNvPr>
          <p:cNvSpPr txBox="1"/>
          <p:nvPr/>
        </p:nvSpPr>
        <p:spPr>
          <a:xfrm>
            <a:off x="242477" y="615186"/>
            <a:ext cx="6271666" cy="276999"/>
          </a:xfrm>
          <a:prstGeom prst="rect">
            <a:avLst/>
          </a:prstGeom>
          <a:noFill/>
        </p:spPr>
        <p:txBody>
          <a:bodyPr wrap="square">
            <a:spAutoFit/>
          </a:bodyPr>
          <a:lstStyle/>
          <a:p>
            <a:pPr marL="0" indent="0" algn="l">
              <a:buNone/>
            </a:pPr>
            <a:r>
              <a:rPr lang="en-US" sz="1200" b="1" noProof="0" dirty="0">
                <a:solidFill>
                  <a:srgbClr val="425A78"/>
                </a:solidFill>
              </a:rPr>
              <a:t>7 steps to transform raw data into KB-ready knowledge</a:t>
            </a:r>
          </a:p>
        </p:txBody>
      </p:sp>
      <p:sp>
        <p:nvSpPr>
          <p:cNvPr id="57" name="Text 3">
            <a:extLst>
              <a:ext uri="{FF2B5EF4-FFF2-40B4-BE49-F238E27FC236}">
                <a16:creationId xmlns:a16="http://schemas.microsoft.com/office/drawing/2014/main" id="{5672C180-ED84-783E-43FB-D43ED24E07EA}"/>
              </a:ext>
            </a:extLst>
          </p:cNvPr>
          <p:cNvSpPr/>
          <p:nvPr/>
        </p:nvSpPr>
        <p:spPr>
          <a:xfrm>
            <a:off x="340364" y="925138"/>
            <a:ext cx="8229600" cy="256032"/>
          </a:xfrm>
          <a:prstGeom prst="rect">
            <a:avLst/>
          </a:prstGeom>
          <a:noFill/>
          <a:ln/>
        </p:spPr>
        <p:txBody>
          <a:bodyPr wrap="square" lIns="0" tIns="0" rIns="0" bIns="0" rtlCol="0" anchor="ctr"/>
          <a:lstStyle/>
          <a:p>
            <a:pPr marL="0" indent="0" algn="l">
              <a:buNone/>
            </a:pPr>
            <a:r>
              <a:rPr lang="en-US" sz="1200" i="1" noProof="0" dirty="0">
                <a:solidFill>
                  <a:srgbClr val="64748B"/>
                </a:solidFill>
              </a:rPr>
              <a:t>Each step is deliberate — nothing is done at random</a:t>
            </a:r>
          </a:p>
        </p:txBody>
      </p:sp>
      <p:sp>
        <p:nvSpPr>
          <p:cNvPr id="58" name="Shape 4">
            <a:extLst>
              <a:ext uri="{FF2B5EF4-FFF2-40B4-BE49-F238E27FC236}">
                <a16:creationId xmlns:a16="http://schemas.microsoft.com/office/drawing/2014/main" id="{62ED7BF6-F08D-ABA0-F00B-5FB419A5C98A}"/>
              </a:ext>
            </a:extLst>
          </p:cNvPr>
          <p:cNvSpPr/>
          <p:nvPr/>
        </p:nvSpPr>
        <p:spPr>
          <a:xfrm>
            <a:off x="340364" y="1302803"/>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123" name="Shape 5">
            <a:extLst>
              <a:ext uri="{FF2B5EF4-FFF2-40B4-BE49-F238E27FC236}">
                <a16:creationId xmlns:a16="http://schemas.microsoft.com/office/drawing/2014/main" id="{2561BF30-5529-D999-A900-94557B48C4EF}"/>
              </a:ext>
            </a:extLst>
          </p:cNvPr>
          <p:cNvSpPr/>
          <p:nvPr/>
        </p:nvSpPr>
        <p:spPr>
          <a:xfrm>
            <a:off x="78775" y="1911930"/>
            <a:ext cx="1304782" cy="1981142"/>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24" name="Shape 6">
            <a:extLst>
              <a:ext uri="{FF2B5EF4-FFF2-40B4-BE49-F238E27FC236}">
                <a16:creationId xmlns:a16="http://schemas.microsoft.com/office/drawing/2014/main" id="{B05FE461-FCCC-4B8B-DC91-0D1FC3D1C3ED}"/>
              </a:ext>
            </a:extLst>
          </p:cNvPr>
          <p:cNvSpPr/>
          <p:nvPr/>
        </p:nvSpPr>
        <p:spPr>
          <a:xfrm>
            <a:off x="78775" y="1911930"/>
            <a:ext cx="1294372" cy="438912"/>
          </a:xfrm>
          <a:prstGeom prst="rect">
            <a:avLst/>
          </a:prstGeom>
          <a:noFill/>
          <a:ln w="12700">
            <a:solidFill>
              <a:srgbClr val="000000"/>
            </a:solidFill>
            <a:prstDash val="solid"/>
          </a:ln>
        </p:spPr>
        <p:txBody>
          <a:bodyPr/>
          <a:lstStyle/>
          <a:p>
            <a:endParaRPr lang="en-US" noProof="0" dirty="0"/>
          </a:p>
        </p:txBody>
      </p:sp>
      <p:sp>
        <p:nvSpPr>
          <p:cNvPr id="125" name="Text 7">
            <a:extLst>
              <a:ext uri="{FF2B5EF4-FFF2-40B4-BE49-F238E27FC236}">
                <a16:creationId xmlns:a16="http://schemas.microsoft.com/office/drawing/2014/main" id="{CE30A3DE-1786-E784-073E-F9D332E9F7A0}"/>
              </a:ext>
            </a:extLst>
          </p:cNvPr>
          <p:cNvSpPr/>
          <p:nvPr/>
        </p:nvSpPr>
        <p:spPr>
          <a:xfrm>
            <a:off x="78775" y="1911930"/>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1</a:t>
            </a:r>
            <a:endParaRPr lang="en-US" sz="1400" noProof="0" dirty="0">
              <a:solidFill>
                <a:srgbClr val="0D9488"/>
              </a:solidFill>
            </a:endParaRPr>
          </a:p>
        </p:txBody>
      </p:sp>
      <p:pic>
        <p:nvPicPr>
          <p:cNvPr id="126" name="Image 0" descr="preencoded.png">
            <a:extLst>
              <a:ext uri="{FF2B5EF4-FFF2-40B4-BE49-F238E27FC236}">
                <a16:creationId xmlns:a16="http://schemas.microsoft.com/office/drawing/2014/main" id="{C344A903-4704-DFA5-5102-F319D673EB8D}"/>
              </a:ext>
            </a:extLst>
          </p:cNvPr>
          <p:cNvPicPr>
            <a:picLocks noChangeAspect="1"/>
          </p:cNvPicPr>
          <p:nvPr/>
        </p:nvPicPr>
        <p:blipFill>
          <a:blip r:embed="rId3"/>
          <a:stretch>
            <a:fillRect/>
          </a:stretch>
        </p:blipFill>
        <p:spPr>
          <a:xfrm>
            <a:off x="631987" y="1980273"/>
            <a:ext cx="329184" cy="329184"/>
          </a:xfrm>
          <a:prstGeom prst="rect">
            <a:avLst/>
          </a:prstGeom>
        </p:spPr>
      </p:pic>
      <p:sp>
        <p:nvSpPr>
          <p:cNvPr id="127" name="Text 8">
            <a:extLst>
              <a:ext uri="{FF2B5EF4-FFF2-40B4-BE49-F238E27FC236}">
                <a16:creationId xmlns:a16="http://schemas.microsoft.com/office/drawing/2014/main" id="{F7B389A2-A9E3-FE58-4522-170CD40348A7}"/>
              </a:ext>
            </a:extLst>
          </p:cNvPr>
          <p:cNvSpPr/>
          <p:nvPr/>
        </p:nvSpPr>
        <p:spPr>
          <a:xfrm>
            <a:off x="284515" y="2428469"/>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Ingestion</a:t>
            </a:r>
            <a:endParaRPr lang="en-US" sz="1050" noProof="0" dirty="0"/>
          </a:p>
        </p:txBody>
      </p:sp>
      <p:sp>
        <p:nvSpPr>
          <p:cNvPr id="128" name="Text 9">
            <a:extLst>
              <a:ext uri="{FF2B5EF4-FFF2-40B4-BE49-F238E27FC236}">
                <a16:creationId xmlns:a16="http://schemas.microsoft.com/office/drawing/2014/main" id="{7C2ADB7C-ED18-EB2F-EFEA-9B2932A34571}"/>
              </a:ext>
            </a:extLst>
          </p:cNvPr>
          <p:cNvSpPr/>
          <p:nvPr/>
        </p:nvSpPr>
        <p:spPr>
          <a:xfrm>
            <a:off x="242477" y="2880338"/>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Download raw data</a:t>
            </a:r>
            <a:endParaRPr lang="en-US" sz="1000" noProof="0" dirty="0"/>
          </a:p>
          <a:p>
            <a:pPr marL="0" indent="0" algn="ctr">
              <a:buNone/>
            </a:pPr>
            <a:r>
              <a:rPr lang="en-US" sz="1000" noProof="0" dirty="0">
                <a:solidFill>
                  <a:srgbClr val="64748B"/>
                </a:solidFill>
              </a:rPr>
              <a:t>from GitHub</a:t>
            </a:r>
            <a:endParaRPr lang="en-US" sz="1000" noProof="0" dirty="0"/>
          </a:p>
        </p:txBody>
      </p:sp>
      <p:pic>
        <p:nvPicPr>
          <p:cNvPr id="129" name="Image 1" descr="preencoded.png">
            <a:extLst>
              <a:ext uri="{FF2B5EF4-FFF2-40B4-BE49-F238E27FC236}">
                <a16:creationId xmlns:a16="http://schemas.microsoft.com/office/drawing/2014/main" id="{3DC3E013-D8EF-06C8-8575-AFA6B68C2E26}"/>
              </a:ext>
            </a:extLst>
          </p:cNvPr>
          <p:cNvPicPr>
            <a:picLocks noChangeAspect="1"/>
          </p:cNvPicPr>
          <p:nvPr/>
        </p:nvPicPr>
        <p:blipFill>
          <a:blip r:embed="rId4"/>
          <a:stretch>
            <a:fillRect/>
          </a:stretch>
        </p:blipFill>
        <p:spPr>
          <a:xfrm>
            <a:off x="1538917" y="2952203"/>
            <a:ext cx="237744" cy="237744"/>
          </a:xfrm>
          <a:prstGeom prst="rect">
            <a:avLst/>
          </a:prstGeom>
        </p:spPr>
      </p:pic>
      <p:pic>
        <p:nvPicPr>
          <p:cNvPr id="130" name="Image 3" descr="preencoded.png">
            <a:extLst>
              <a:ext uri="{FF2B5EF4-FFF2-40B4-BE49-F238E27FC236}">
                <a16:creationId xmlns:a16="http://schemas.microsoft.com/office/drawing/2014/main" id="{2002A6AE-A1C4-B0A0-3138-5D59FD9E9BC1}"/>
              </a:ext>
            </a:extLst>
          </p:cNvPr>
          <p:cNvPicPr>
            <a:picLocks noChangeAspect="1"/>
          </p:cNvPicPr>
          <p:nvPr/>
        </p:nvPicPr>
        <p:blipFill>
          <a:blip r:embed="rId4"/>
          <a:stretch>
            <a:fillRect/>
          </a:stretch>
        </p:blipFill>
        <p:spPr>
          <a:xfrm>
            <a:off x="3027746" y="2940628"/>
            <a:ext cx="237744" cy="237744"/>
          </a:xfrm>
          <a:prstGeom prst="rect">
            <a:avLst/>
          </a:prstGeom>
        </p:spPr>
      </p:pic>
      <p:sp>
        <p:nvSpPr>
          <p:cNvPr id="131" name="Shape 15">
            <a:extLst>
              <a:ext uri="{FF2B5EF4-FFF2-40B4-BE49-F238E27FC236}">
                <a16:creationId xmlns:a16="http://schemas.microsoft.com/office/drawing/2014/main" id="{8E7EEF4E-9757-E67B-AF72-6964480A96DF}"/>
              </a:ext>
            </a:extLst>
          </p:cNvPr>
          <p:cNvSpPr/>
          <p:nvPr/>
        </p:nvSpPr>
        <p:spPr>
          <a:xfrm>
            <a:off x="3057790" y="1907356"/>
            <a:ext cx="1406728" cy="1981141"/>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32" name="Shape 16">
            <a:extLst>
              <a:ext uri="{FF2B5EF4-FFF2-40B4-BE49-F238E27FC236}">
                <a16:creationId xmlns:a16="http://schemas.microsoft.com/office/drawing/2014/main" id="{60F45BA5-FB2F-0408-CEDA-27C139B9B59C}"/>
              </a:ext>
            </a:extLst>
          </p:cNvPr>
          <p:cNvSpPr/>
          <p:nvPr/>
        </p:nvSpPr>
        <p:spPr>
          <a:xfrm>
            <a:off x="3063655" y="1917937"/>
            <a:ext cx="1410616" cy="438912"/>
          </a:xfrm>
          <a:prstGeom prst="rect">
            <a:avLst/>
          </a:prstGeom>
          <a:noFill/>
          <a:ln w="12700">
            <a:solidFill>
              <a:srgbClr val="000000"/>
            </a:solidFill>
            <a:prstDash val="solid"/>
          </a:ln>
        </p:spPr>
        <p:txBody>
          <a:bodyPr/>
          <a:lstStyle/>
          <a:p>
            <a:endParaRPr lang="en-US" noProof="0" dirty="0"/>
          </a:p>
        </p:txBody>
      </p:sp>
      <p:sp>
        <p:nvSpPr>
          <p:cNvPr id="133" name="Text 17">
            <a:extLst>
              <a:ext uri="{FF2B5EF4-FFF2-40B4-BE49-F238E27FC236}">
                <a16:creationId xmlns:a16="http://schemas.microsoft.com/office/drawing/2014/main" id="{6C8CCCA1-CB85-2594-21B0-B50560F46961}"/>
              </a:ext>
            </a:extLst>
          </p:cNvPr>
          <p:cNvSpPr/>
          <p:nvPr/>
        </p:nvSpPr>
        <p:spPr>
          <a:xfrm>
            <a:off x="3128330" y="1907356"/>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3</a:t>
            </a:r>
            <a:endParaRPr lang="en-US" sz="1400" noProof="0" dirty="0">
              <a:solidFill>
                <a:srgbClr val="0D9488"/>
              </a:solidFill>
            </a:endParaRPr>
          </a:p>
        </p:txBody>
      </p:sp>
      <p:pic>
        <p:nvPicPr>
          <p:cNvPr id="134" name="Image 4" descr="preencoded.png">
            <a:extLst>
              <a:ext uri="{FF2B5EF4-FFF2-40B4-BE49-F238E27FC236}">
                <a16:creationId xmlns:a16="http://schemas.microsoft.com/office/drawing/2014/main" id="{A9305C69-786B-AC28-A993-F6DD8B7E2E4B}"/>
              </a:ext>
            </a:extLst>
          </p:cNvPr>
          <p:cNvPicPr>
            <a:picLocks noChangeAspect="1"/>
          </p:cNvPicPr>
          <p:nvPr/>
        </p:nvPicPr>
        <p:blipFill>
          <a:blip r:embed="rId5"/>
          <a:stretch>
            <a:fillRect/>
          </a:stretch>
        </p:blipFill>
        <p:spPr>
          <a:xfrm>
            <a:off x="3663252" y="1984590"/>
            <a:ext cx="329184" cy="329184"/>
          </a:xfrm>
          <a:prstGeom prst="rect">
            <a:avLst/>
          </a:prstGeom>
        </p:spPr>
      </p:pic>
      <p:sp>
        <p:nvSpPr>
          <p:cNvPr id="135" name="Text 18">
            <a:extLst>
              <a:ext uri="{FF2B5EF4-FFF2-40B4-BE49-F238E27FC236}">
                <a16:creationId xmlns:a16="http://schemas.microsoft.com/office/drawing/2014/main" id="{D96A5AFA-F2F0-A05B-04D0-9ECDBAEE927B}"/>
              </a:ext>
            </a:extLst>
          </p:cNvPr>
          <p:cNvSpPr/>
          <p:nvPr/>
        </p:nvSpPr>
        <p:spPr>
          <a:xfrm>
            <a:off x="3153129" y="2555026"/>
            <a:ext cx="1296898"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Enrichment</a:t>
            </a:r>
          </a:p>
          <a:p>
            <a:pPr marL="0" indent="0" algn="ctr">
              <a:buNone/>
            </a:pPr>
            <a:r>
              <a:rPr lang="en-US" sz="900" b="1" noProof="0" dirty="0">
                <a:solidFill>
                  <a:srgbClr val="0D9488"/>
                </a:solidFill>
              </a:rPr>
              <a:t>(Feature</a:t>
            </a:r>
          </a:p>
          <a:p>
            <a:pPr marL="0" indent="0" algn="ctr">
              <a:buNone/>
            </a:pPr>
            <a:r>
              <a:rPr lang="en-US" sz="900" b="1" noProof="0" dirty="0">
                <a:solidFill>
                  <a:srgbClr val="0D9488"/>
                </a:solidFill>
              </a:rPr>
              <a:t>Engineering)</a:t>
            </a:r>
          </a:p>
        </p:txBody>
      </p:sp>
      <p:sp>
        <p:nvSpPr>
          <p:cNvPr id="136" name="Text 19">
            <a:extLst>
              <a:ext uri="{FF2B5EF4-FFF2-40B4-BE49-F238E27FC236}">
                <a16:creationId xmlns:a16="http://schemas.microsoft.com/office/drawing/2014/main" id="{35C3F10A-967F-81D4-577A-E2EEFCDCE50C}"/>
              </a:ext>
            </a:extLst>
          </p:cNvPr>
          <p:cNvSpPr/>
          <p:nvPr/>
        </p:nvSpPr>
        <p:spPr>
          <a:xfrm>
            <a:off x="3212933" y="2964948"/>
            <a:ext cx="1122027"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Add board, component, layer, severity, </a:t>
            </a:r>
            <a:r>
              <a:rPr lang="en-US" sz="1000" noProof="0" dirty="0" err="1">
                <a:solidFill>
                  <a:srgbClr val="64748B"/>
                </a:solidFill>
              </a:rPr>
              <a:t>issue_kind</a:t>
            </a:r>
            <a:r>
              <a:rPr lang="en-US" sz="1000" noProof="0" dirty="0">
                <a:solidFill>
                  <a:srgbClr val="64748B"/>
                </a:solidFill>
              </a:rPr>
              <a:t>, </a:t>
            </a:r>
            <a:r>
              <a:rPr lang="en-US" sz="1000" noProof="0" dirty="0" err="1">
                <a:solidFill>
                  <a:srgbClr val="64748B"/>
                </a:solidFill>
              </a:rPr>
              <a:t>is_valid</a:t>
            </a:r>
            <a:endParaRPr lang="en-US" sz="1000" noProof="0" dirty="0">
              <a:solidFill>
                <a:srgbClr val="64748B"/>
              </a:solidFill>
            </a:endParaRPr>
          </a:p>
        </p:txBody>
      </p:sp>
      <p:pic>
        <p:nvPicPr>
          <p:cNvPr id="137" name="Image 5" descr="preencoded.png">
            <a:extLst>
              <a:ext uri="{FF2B5EF4-FFF2-40B4-BE49-F238E27FC236}">
                <a16:creationId xmlns:a16="http://schemas.microsoft.com/office/drawing/2014/main" id="{758E59A0-72D9-07CF-E87B-6613EF9B9959}"/>
              </a:ext>
            </a:extLst>
          </p:cNvPr>
          <p:cNvPicPr>
            <a:picLocks noChangeAspect="1"/>
          </p:cNvPicPr>
          <p:nvPr/>
        </p:nvPicPr>
        <p:blipFill>
          <a:blip r:embed="rId4"/>
          <a:stretch>
            <a:fillRect/>
          </a:stretch>
        </p:blipFill>
        <p:spPr>
          <a:xfrm>
            <a:off x="4572226" y="2935808"/>
            <a:ext cx="237744" cy="237744"/>
          </a:xfrm>
          <a:prstGeom prst="rect">
            <a:avLst/>
          </a:prstGeom>
        </p:spPr>
      </p:pic>
      <p:sp>
        <p:nvSpPr>
          <p:cNvPr id="138" name="Shape 20">
            <a:extLst>
              <a:ext uri="{FF2B5EF4-FFF2-40B4-BE49-F238E27FC236}">
                <a16:creationId xmlns:a16="http://schemas.microsoft.com/office/drawing/2014/main" id="{4E551887-E0B0-7498-E9E5-E0FE3E49611D}"/>
              </a:ext>
            </a:extLst>
          </p:cNvPr>
          <p:cNvSpPr/>
          <p:nvPr/>
        </p:nvSpPr>
        <p:spPr>
          <a:xfrm>
            <a:off x="4659355" y="1917937"/>
            <a:ext cx="1397438" cy="1981141"/>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39" name="Shape 21">
            <a:extLst>
              <a:ext uri="{FF2B5EF4-FFF2-40B4-BE49-F238E27FC236}">
                <a16:creationId xmlns:a16="http://schemas.microsoft.com/office/drawing/2014/main" id="{16E6B34A-165E-AE38-51EC-2ADC6D776EDE}"/>
              </a:ext>
            </a:extLst>
          </p:cNvPr>
          <p:cNvSpPr/>
          <p:nvPr/>
        </p:nvSpPr>
        <p:spPr>
          <a:xfrm>
            <a:off x="4672810" y="1902536"/>
            <a:ext cx="1406728" cy="438912"/>
          </a:xfrm>
          <a:prstGeom prst="rect">
            <a:avLst/>
          </a:prstGeom>
          <a:noFill/>
          <a:ln w="12700">
            <a:solidFill>
              <a:srgbClr val="000000"/>
            </a:solidFill>
            <a:prstDash val="solid"/>
          </a:ln>
        </p:spPr>
        <p:txBody>
          <a:bodyPr/>
          <a:lstStyle/>
          <a:p>
            <a:endParaRPr lang="en-US" noProof="0" dirty="0"/>
          </a:p>
        </p:txBody>
      </p:sp>
      <p:sp>
        <p:nvSpPr>
          <p:cNvPr id="140" name="Text 22">
            <a:extLst>
              <a:ext uri="{FF2B5EF4-FFF2-40B4-BE49-F238E27FC236}">
                <a16:creationId xmlns:a16="http://schemas.microsoft.com/office/drawing/2014/main" id="{139E12DC-9AAB-1F4D-607B-AA409AAB2660}"/>
              </a:ext>
            </a:extLst>
          </p:cNvPr>
          <p:cNvSpPr/>
          <p:nvPr/>
        </p:nvSpPr>
        <p:spPr>
          <a:xfrm>
            <a:off x="4672810" y="1902536"/>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4</a:t>
            </a:r>
            <a:endParaRPr lang="en-US" sz="1400" noProof="0" dirty="0">
              <a:solidFill>
                <a:srgbClr val="0D9488"/>
              </a:solidFill>
            </a:endParaRPr>
          </a:p>
        </p:txBody>
      </p:sp>
      <p:sp>
        <p:nvSpPr>
          <p:cNvPr id="141" name="Text 23">
            <a:extLst>
              <a:ext uri="{FF2B5EF4-FFF2-40B4-BE49-F238E27FC236}">
                <a16:creationId xmlns:a16="http://schemas.microsoft.com/office/drawing/2014/main" id="{16448B02-B0DE-7E0B-D59D-223161CF07BF}"/>
              </a:ext>
            </a:extLst>
          </p:cNvPr>
          <p:cNvSpPr/>
          <p:nvPr/>
        </p:nvSpPr>
        <p:spPr>
          <a:xfrm>
            <a:off x="4859128" y="2426060"/>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Similarity</a:t>
            </a:r>
            <a:endParaRPr lang="en-US" sz="1050" noProof="0" dirty="0"/>
          </a:p>
        </p:txBody>
      </p:sp>
      <p:sp>
        <p:nvSpPr>
          <p:cNvPr id="142" name="Text 24">
            <a:extLst>
              <a:ext uri="{FF2B5EF4-FFF2-40B4-BE49-F238E27FC236}">
                <a16:creationId xmlns:a16="http://schemas.microsoft.com/office/drawing/2014/main" id="{8F56D65E-716E-3D96-BD93-21EC8150EC3A}"/>
              </a:ext>
            </a:extLst>
          </p:cNvPr>
          <p:cNvSpPr/>
          <p:nvPr/>
        </p:nvSpPr>
        <p:spPr>
          <a:xfrm>
            <a:off x="4868609" y="2803280"/>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Link related issues</a:t>
            </a:r>
            <a:endParaRPr lang="en-US" sz="1000" noProof="0" dirty="0"/>
          </a:p>
          <a:p>
            <a:pPr marL="0" indent="0" algn="ctr">
              <a:buNone/>
            </a:pPr>
            <a:r>
              <a:rPr lang="en-US" sz="1000" noProof="0" dirty="0">
                <a:solidFill>
                  <a:srgbClr val="64748B"/>
                </a:solidFill>
              </a:rPr>
              <a:t>describing the same bug</a:t>
            </a:r>
            <a:endParaRPr lang="en-US" sz="1000" noProof="0" dirty="0"/>
          </a:p>
        </p:txBody>
      </p:sp>
      <p:pic>
        <p:nvPicPr>
          <p:cNvPr id="143" name="Image 7" descr="preencoded.png">
            <a:extLst>
              <a:ext uri="{FF2B5EF4-FFF2-40B4-BE49-F238E27FC236}">
                <a16:creationId xmlns:a16="http://schemas.microsoft.com/office/drawing/2014/main" id="{3E64A4C2-BC75-6498-1640-F8284E47E688}"/>
              </a:ext>
            </a:extLst>
          </p:cNvPr>
          <p:cNvPicPr>
            <a:picLocks noChangeAspect="1"/>
          </p:cNvPicPr>
          <p:nvPr/>
        </p:nvPicPr>
        <p:blipFill>
          <a:blip r:embed="rId4"/>
          <a:stretch>
            <a:fillRect/>
          </a:stretch>
        </p:blipFill>
        <p:spPr>
          <a:xfrm>
            <a:off x="9688869" y="2051597"/>
            <a:ext cx="237744" cy="237744"/>
          </a:xfrm>
          <a:prstGeom prst="rect">
            <a:avLst/>
          </a:prstGeom>
        </p:spPr>
      </p:pic>
      <p:sp>
        <p:nvSpPr>
          <p:cNvPr id="144" name="Shape 25">
            <a:extLst>
              <a:ext uri="{FF2B5EF4-FFF2-40B4-BE49-F238E27FC236}">
                <a16:creationId xmlns:a16="http://schemas.microsoft.com/office/drawing/2014/main" id="{A8FBDC65-8A42-2A22-97D3-1EA7CD6ED858}"/>
              </a:ext>
            </a:extLst>
          </p:cNvPr>
          <p:cNvSpPr/>
          <p:nvPr/>
        </p:nvSpPr>
        <p:spPr>
          <a:xfrm>
            <a:off x="7775728" y="1917938"/>
            <a:ext cx="1397438" cy="1981140"/>
          </a:xfrm>
          <a:prstGeom prst="rect">
            <a:avLst/>
          </a:prstGeom>
          <a:solidFill>
            <a:srgbClr val="FFFFFF"/>
          </a:solidFill>
          <a:ln w="9525">
            <a:no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45" name="Shape 26">
            <a:extLst>
              <a:ext uri="{FF2B5EF4-FFF2-40B4-BE49-F238E27FC236}">
                <a16:creationId xmlns:a16="http://schemas.microsoft.com/office/drawing/2014/main" id="{142848D2-41A1-2224-F895-D1B686084991}"/>
              </a:ext>
            </a:extLst>
          </p:cNvPr>
          <p:cNvSpPr/>
          <p:nvPr/>
        </p:nvSpPr>
        <p:spPr>
          <a:xfrm>
            <a:off x="7773138" y="1909324"/>
            <a:ext cx="1397438" cy="438912"/>
          </a:xfrm>
          <a:prstGeom prst="rect">
            <a:avLst/>
          </a:prstGeom>
          <a:noFill/>
          <a:ln w="12700">
            <a:solidFill>
              <a:schemeClr val="tx1"/>
            </a:solidFill>
            <a:prstDash val="solid"/>
          </a:ln>
        </p:spPr>
        <p:txBody>
          <a:bodyPr/>
          <a:lstStyle/>
          <a:p>
            <a:endParaRPr lang="en-US" noProof="0" dirty="0"/>
          </a:p>
        </p:txBody>
      </p:sp>
      <p:sp>
        <p:nvSpPr>
          <p:cNvPr id="146" name="Text 27">
            <a:extLst>
              <a:ext uri="{FF2B5EF4-FFF2-40B4-BE49-F238E27FC236}">
                <a16:creationId xmlns:a16="http://schemas.microsoft.com/office/drawing/2014/main" id="{E0EDD08B-769B-0ACA-FC87-DEF8946144AF}"/>
              </a:ext>
            </a:extLst>
          </p:cNvPr>
          <p:cNvSpPr/>
          <p:nvPr/>
        </p:nvSpPr>
        <p:spPr>
          <a:xfrm>
            <a:off x="7826817" y="1902294"/>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6</a:t>
            </a:r>
            <a:endParaRPr lang="en-US" sz="1400" noProof="0" dirty="0">
              <a:solidFill>
                <a:srgbClr val="0D9488"/>
              </a:solidFill>
            </a:endParaRPr>
          </a:p>
        </p:txBody>
      </p:sp>
      <p:pic>
        <p:nvPicPr>
          <p:cNvPr id="147" name="Image 8" descr="preencoded.png">
            <a:extLst>
              <a:ext uri="{FF2B5EF4-FFF2-40B4-BE49-F238E27FC236}">
                <a16:creationId xmlns:a16="http://schemas.microsoft.com/office/drawing/2014/main" id="{88C2AF41-F88B-B108-0A27-3F79234512B8}"/>
              </a:ext>
            </a:extLst>
          </p:cNvPr>
          <p:cNvPicPr>
            <a:picLocks noChangeAspect="1"/>
          </p:cNvPicPr>
          <p:nvPr/>
        </p:nvPicPr>
        <p:blipFill>
          <a:blip r:embed="rId6"/>
          <a:stretch>
            <a:fillRect/>
          </a:stretch>
        </p:blipFill>
        <p:spPr>
          <a:xfrm>
            <a:off x="8399763" y="1998795"/>
            <a:ext cx="256032" cy="256032"/>
          </a:xfrm>
          <a:prstGeom prst="rect">
            <a:avLst/>
          </a:prstGeom>
        </p:spPr>
      </p:pic>
      <p:sp>
        <p:nvSpPr>
          <p:cNvPr id="148" name="Text 28">
            <a:extLst>
              <a:ext uri="{FF2B5EF4-FFF2-40B4-BE49-F238E27FC236}">
                <a16:creationId xmlns:a16="http://schemas.microsoft.com/office/drawing/2014/main" id="{A5CFB987-4533-D671-4578-28A24347AE61}"/>
              </a:ext>
            </a:extLst>
          </p:cNvPr>
          <p:cNvSpPr/>
          <p:nvPr/>
        </p:nvSpPr>
        <p:spPr>
          <a:xfrm>
            <a:off x="8020872" y="2433179"/>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Chunking</a:t>
            </a:r>
            <a:endParaRPr lang="en-US" sz="1050" noProof="0" dirty="0"/>
          </a:p>
        </p:txBody>
      </p:sp>
      <p:sp>
        <p:nvSpPr>
          <p:cNvPr id="149" name="Text 29">
            <a:extLst>
              <a:ext uri="{FF2B5EF4-FFF2-40B4-BE49-F238E27FC236}">
                <a16:creationId xmlns:a16="http://schemas.microsoft.com/office/drawing/2014/main" id="{3EF2B64C-56F9-B3F9-FF49-35DE526C2077}"/>
              </a:ext>
            </a:extLst>
          </p:cNvPr>
          <p:cNvSpPr/>
          <p:nvPr/>
        </p:nvSpPr>
        <p:spPr>
          <a:xfrm>
            <a:off x="8009697" y="2758367"/>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Split into chunks</a:t>
            </a:r>
            <a:endParaRPr lang="en-US" sz="1000" noProof="0" dirty="0"/>
          </a:p>
          <a:p>
            <a:pPr marL="0" indent="0" algn="ctr">
              <a:buNone/>
            </a:pPr>
            <a:r>
              <a:rPr lang="en-US" sz="1000" noProof="0" dirty="0">
                <a:solidFill>
                  <a:srgbClr val="64748B"/>
                </a:solidFill>
              </a:rPr>
              <a:t>for the evaluation</a:t>
            </a:r>
            <a:endParaRPr lang="en-US" sz="1000" noProof="0" dirty="0"/>
          </a:p>
        </p:txBody>
      </p:sp>
      <p:pic>
        <p:nvPicPr>
          <p:cNvPr id="150" name="Image 9" descr="preencoded.png">
            <a:extLst>
              <a:ext uri="{FF2B5EF4-FFF2-40B4-BE49-F238E27FC236}">
                <a16:creationId xmlns:a16="http://schemas.microsoft.com/office/drawing/2014/main" id="{157AAC7A-8FF4-E777-463C-254BBE6C326A}"/>
              </a:ext>
            </a:extLst>
          </p:cNvPr>
          <p:cNvPicPr>
            <a:picLocks noChangeAspect="1"/>
          </p:cNvPicPr>
          <p:nvPr/>
        </p:nvPicPr>
        <p:blipFill>
          <a:blip r:embed="rId4"/>
          <a:stretch>
            <a:fillRect/>
          </a:stretch>
        </p:blipFill>
        <p:spPr>
          <a:xfrm>
            <a:off x="9244588" y="2956387"/>
            <a:ext cx="237744" cy="237744"/>
          </a:xfrm>
          <a:prstGeom prst="rect">
            <a:avLst/>
          </a:prstGeom>
        </p:spPr>
      </p:pic>
      <p:sp>
        <p:nvSpPr>
          <p:cNvPr id="151" name="Shape 30">
            <a:extLst>
              <a:ext uri="{FF2B5EF4-FFF2-40B4-BE49-F238E27FC236}">
                <a16:creationId xmlns:a16="http://schemas.microsoft.com/office/drawing/2014/main" id="{6C01BC4D-FA1F-F70B-AC38-C6628D713189}"/>
              </a:ext>
            </a:extLst>
          </p:cNvPr>
          <p:cNvSpPr/>
          <p:nvPr/>
        </p:nvSpPr>
        <p:spPr>
          <a:xfrm>
            <a:off x="9345172" y="1923114"/>
            <a:ext cx="1383932" cy="1981139"/>
          </a:xfrm>
          <a:prstGeom prst="rect">
            <a:avLst/>
          </a:prstGeom>
          <a:solidFill>
            <a:srgbClr val="FFFFFF"/>
          </a:solidFill>
          <a:ln w="9525">
            <a:solidFill>
              <a:srgbClr val="C0000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52" name="Shape 31">
            <a:extLst>
              <a:ext uri="{FF2B5EF4-FFF2-40B4-BE49-F238E27FC236}">
                <a16:creationId xmlns:a16="http://schemas.microsoft.com/office/drawing/2014/main" id="{5B10F090-CD95-BFAC-F84C-ED16FF0208CC}"/>
              </a:ext>
            </a:extLst>
          </p:cNvPr>
          <p:cNvSpPr/>
          <p:nvPr/>
        </p:nvSpPr>
        <p:spPr>
          <a:xfrm>
            <a:off x="9345172" y="1923115"/>
            <a:ext cx="1397438" cy="438912"/>
          </a:xfrm>
          <a:prstGeom prst="rect">
            <a:avLst/>
          </a:prstGeom>
          <a:noFill/>
          <a:ln w="12700">
            <a:solidFill>
              <a:srgbClr val="C00000"/>
            </a:solidFill>
            <a:prstDash val="solid"/>
          </a:ln>
        </p:spPr>
        <p:txBody>
          <a:bodyPr/>
          <a:lstStyle/>
          <a:p>
            <a:endParaRPr lang="en-US" noProof="0" dirty="0"/>
          </a:p>
        </p:txBody>
      </p:sp>
      <p:sp>
        <p:nvSpPr>
          <p:cNvPr id="153" name="Text 32">
            <a:extLst>
              <a:ext uri="{FF2B5EF4-FFF2-40B4-BE49-F238E27FC236}">
                <a16:creationId xmlns:a16="http://schemas.microsoft.com/office/drawing/2014/main" id="{2BBDBCEE-8DAF-92B2-022F-A7806FBC1558}"/>
              </a:ext>
            </a:extLst>
          </p:cNvPr>
          <p:cNvSpPr/>
          <p:nvPr/>
        </p:nvSpPr>
        <p:spPr>
          <a:xfrm>
            <a:off x="9345172" y="1923115"/>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7</a:t>
            </a:r>
            <a:endParaRPr lang="en-US" sz="1400" noProof="0" dirty="0">
              <a:solidFill>
                <a:srgbClr val="0D9488"/>
              </a:solidFill>
            </a:endParaRPr>
          </a:p>
        </p:txBody>
      </p:sp>
      <p:pic>
        <p:nvPicPr>
          <p:cNvPr id="154" name="Image 10" descr="preencoded.png">
            <a:extLst>
              <a:ext uri="{FF2B5EF4-FFF2-40B4-BE49-F238E27FC236}">
                <a16:creationId xmlns:a16="http://schemas.microsoft.com/office/drawing/2014/main" id="{73902660-DEBC-3626-BD81-B47EA96F7E4B}"/>
              </a:ext>
            </a:extLst>
          </p:cNvPr>
          <p:cNvPicPr>
            <a:picLocks noChangeAspect="1"/>
          </p:cNvPicPr>
          <p:nvPr/>
        </p:nvPicPr>
        <p:blipFill>
          <a:blip r:embed="rId7"/>
          <a:stretch>
            <a:fillRect/>
          </a:stretch>
        </p:blipFill>
        <p:spPr>
          <a:xfrm>
            <a:off x="9918330" y="2016102"/>
            <a:ext cx="263059" cy="263059"/>
          </a:xfrm>
          <a:prstGeom prst="rect">
            <a:avLst/>
          </a:prstGeom>
        </p:spPr>
      </p:pic>
      <p:sp>
        <p:nvSpPr>
          <p:cNvPr id="155" name="Text 33">
            <a:extLst>
              <a:ext uri="{FF2B5EF4-FFF2-40B4-BE49-F238E27FC236}">
                <a16:creationId xmlns:a16="http://schemas.microsoft.com/office/drawing/2014/main" id="{81D8358A-6E7D-2288-50F1-780FC173D9E3}"/>
              </a:ext>
            </a:extLst>
          </p:cNvPr>
          <p:cNvSpPr/>
          <p:nvPr/>
        </p:nvSpPr>
        <p:spPr>
          <a:xfrm>
            <a:off x="9540971" y="2501265"/>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Evaluation</a:t>
            </a:r>
          </a:p>
          <a:p>
            <a:pPr algn="ctr"/>
            <a:r>
              <a:rPr lang="en-US" sz="900" b="1" noProof="0" dirty="0">
                <a:solidFill>
                  <a:srgbClr val="1B2A3B"/>
                </a:solidFill>
              </a:rPr>
              <a:t>(</a:t>
            </a:r>
            <a:r>
              <a:rPr lang="en-US" sz="900" b="1" noProof="0" dirty="0">
                <a:solidFill>
                  <a:srgbClr val="0D9488"/>
                </a:solidFill>
              </a:rPr>
              <a:t>Benchmark</a:t>
            </a:r>
            <a:r>
              <a:rPr lang="en-US" sz="900" b="1" noProof="0" dirty="0"/>
              <a:t>)</a:t>
            </a:r>
          </a:p>
        </p:txBody>
      </p:sp>
      <p:sp>
        <p:nvSpPr>
          <p:cNvPr id="156" name="Text 34">
            <a:extLst>
              <a:ext uri="{FF2B5EF4-FFF2-40B4-BE49-F238E27FC236}">
                <a16:creationId xmlns:a16="http://schemas.microsoft.com/office/drawing/2014/main" id="{6D03F3AF-16CC-5DDD-356F-284618A45977}"/>
              </a:ext>
            </a:extLst>
          </p:cNvPr>
          <p:cNvSpPr/>
          <p:nvPr/>
        </p:nvSpPr>
        <p:spPr>
          <a:xfrm>
            <a:off x="9559974" y="3022473"/>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Test with 50</a:t>
            </a:r>
            <a:endParaRPr lang="en-US" sz="1000" noProof="0" dirty="0"/>
          </a:p>
          <a:p>
            <a:pPr marL="0" indent="0" algn="ctr">
              <a:buNone/>
            </a:pPr>
            <a:r>
              <a:rPr lang="en-US" sz="1000" noProof="0" dirty="0">
                <a:solidFill>
                  <a:srgbClr val="64748B"/>
                </a:solidFill>
              </a:rPr>
              <a:t>questions of reference</a:t>
            </a:r>
          </a:p>
          <a:p>
            <a:pPr marL="0" indent="0" algn="ctr">
              <a:buNone/>
            </a:pPr>
            <a:endParaRPr lang="en-US" sz="1000" noProof="0" dirty="0"/>
          </a:p>
          <a:p>
            <a:pPr marL="0" indent="0" algn="ctr">
              <a:buNone/>
            </a:pPr>
            <a:endParaRPr lang="en-US" sz="1000" noProof="0" dirty="0"/>
          </a:p>
        </p:txBody>
      </p:sp>
      <p:pic>
        <p:nvPicPr>
          <p:cNvPr id="157" name="Image 11" descr="preencoded.png">
            <a:extLst>
              <a:ext uri="{FF2B5EF4-FFF2-40B4-BE49-F238E27FC236}">
                <a16:creationId xmlns:a16="http://schemas.microsoft.com/office/drawing/2014/main" id="{B243BC74-9CC4-0585-28E9-07617BD437DE}"/>
              </a:ext>
            </a:extLst>
          </p:cNvPr>
          <p:cNvPicPr>
            <a:picLocks noChangeAspect="1"/>
          </p:cNvPicPr>
          <p:nvPr/>
        </p:nvPicPr>
        <p:blipFill>
          <a:blip r:embed="rId4"/>
          <a:stretch>
            <a:fillRect/>
          </a:stretch>
        </p:blipFill>
        <p:spPr>
          <a:xfrm>
            <a:off x="10488172" y="2956387"/>
            <a:ext cx="237744" cy="237744"/>
          </a:xfrm>
          <a:prstGeom prst="rect">
            <a:avLst/>
          </a:prstGeom>
        </p:spPr>
      </p:pic>
      <p:sp>
        <p:nvSpPr>
          <p:cNvPr id="158" name="Shape 35">
            <a:extLst>
              <a:ext uri="{FF2B5EF4-FFF2-40B4-BE49-F238E27FC236}">
                <a16:creationId xmlns:a16="http://schemas.microsoft.com/office/drawing/2014/main" id="{2AEE3F8F-A192-EFAF-7944-1E589D97E71C}"/>
              </a:ext>
            </a:extLst>
          </p:cNvPr>
          <p:cNvSpPr/>
          <p:nvPr/>
        </p:nvSpPr>
        <p:spPr>
          <a:xfrm>
            <a:off x="10892102" y="1918542"/>
            <a:ext cx="1218608" cy="1990773"/>
          </a:xfrm>
          <a:prstGeom prst="rect">
            <a:avLst/>
          </a:prstGeom>
          <a:solidFill>
            <a:srgbClr val="FFFFFF"/>
          </a:solidFill>
          <a:ln w="9525">
            <a:no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59" name="Shape 36">
            <a:extLst>
              <a:ext uri="{FF2B5EF4-FFF2-40B4-BE49-F238E27FC236}">
                <a16:creationId xmlns:a16="http://schemas.microsoft.com/office/drawing/2014/main" id="{D3D40BC1-5EAD-637D-30CC-F641B72EB1AF}"/>
              </a:ext>
            </a:extLst>
          </p:cNvPr>
          <p:cNvSpPr/>
          <p:nvPr/>
        </p:nvSpPr>
        <p:spPr>
          <a:xfrm>
            <a:off x="10892102" y="1918543"/>
            <a:ext cx="1218607" cy="438912"/>
          </a:xfrm>
          <a:prstGeom prst="rect">
            <a:avLst/>
          </a:prstGeom>
          <a:noFill/>
          <a:ln w="12700">
            <a:solidFill>
              <a:schemeClr val="bg2">
                <a:lumMod val="10000"/>
              </a:schemeClr>
            </a:solidFill>
            <a:prstDash val="solid"/>
          </a:ln>
        </p:spPr>
        <p:txBody>
          <a:bodyPr/>
          <a:lstStyle/>
          <a:p>
            <a:endParaRPr lang="en-US" noProof="0" dirty="0"/>
          </a:p>
        </p:txBody>
      </p:sp>
      <p:sp>
        <p:nvSpPr>
          <p:cNvPr id="160" name="Text 37">
            <a:extLst>
              <a:ext uri="{FF2B5EF4-FFF2-40B4-BE49-F238E27FC236}">
                <a16:creationId xmlns:a16="http://schemas.microsoft.com/office/drawing/2014/main" id="{C11ACD71-E349-B4F8-00D0-F3128D8CDC07}"/>
              </a:ext>
            </a:extLst>
          </p:cNvPr>
          <p:cNvSpPr/>
          <p:nvPr/>
        </p:nvSpPr>
        <p:spPr>
          <a:xfrm>
            <a:off x="10892102" y="1918543"/>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8</a:t>
            </a:r>
            <a:endParaRPr lang="en-US" sz="1400" noProof="0" dirty="0">
              <a:solidFill>
                <a:srgbClr val="0D9488"/>
              </a:solidFill>
            </a:endParaRPr>
          </a:p>
        </p:txBody>
      </p:sp>
      <p:pic>
        <p:nvPicPr>
          <p:cNvPr id="161" name="Image 12" descr="preencoded.png">
            <a:extLst>
              <a:ext uri="{FF2B5EF4-FFF2-40B4-BE49-F238E27FC236}">
                <a16:creationId xmlns:a16="http://schemas.microsoft.com/office/drawing/2014/main" id="{AD563121-8DA3-4CA8-7DCF-14B0D16F342B}"/>
              </a:ext>
            </a:extLst>
          </p:cNvPr>
          <p:cNvPicPr>
            <a:picLocks noChangeAspect="1"/>
          </p:cNvPicPr>
          <p:nvPr/>
        </p:nvPicPr>
        <p:blipFill>
          <a:blip r:embed="rId8"/>
          <a:stretch>
            <a:fillRect/>
          </a:stretch>
        </p:blipFill>
        <p:spPr>
          <a:xfrm>
            <a:off x="11374469" y="2003612"/>
            <a:ext cx="288037" cy="288037"/>
          </a:xfrm>
          <a:prstGeom prst="rect">
            <a:avLst/>
          </a:prstGeom>
        </p:spPr>
      </p:pic>
      <p:sp>
        <p:nvSpPr>
          <p:cNvPr id="162" name="Text 38">
            <a:extLst>
              <a:ext uri="{FF2B5EF4-FFF2-40B4-BE49-F238E27FC236}">
                <a16:creationId xmlns:a16="http://schemas.microsoft.com/office/drawing/2014/main" id="{74C399EC-4527-0344-49A9-F110CC247A09}"/>
              </a:ext>
            </a:extLst>
          </p:cNvPr>
          <p:cNvSpPr/>
          <p:nvPr/>
        </p:nvSpPr>
        <p:spPr>
          <a:xfrm>
            <a:off x="10829688" y="2537692"/>
            <a:ext cx="1218607"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Delivery</a:t>
            </a:r>
            <a:endParaRPr lang="en-US" sz="800" b="1" noProof="0" dirty="0">
              <a:solidFill>
                <a:srgbClr val="1B2A3B"/>
              </a:solidFill>
            </a:endParaRPr>
          </a:p>
          <a:p>
            <a:pPr marL="0" indent="0" algn="ctr">
              <a:buNone/>
            </a:pPr>
            <a:endParaRPr lang="en-US" sz="1050" b="1" noProof="0" dirty="0">
              <a:solidFill>
                <a:srgbClr val="1B2A3B"/>
              </a:solidFill>
            </a:endParaRPr>
          </a:p>
        </p:txBody>
      </p:sp>
      <p:sp>
        <p:nvSpPr>
          <p:cNvPr id="163" name="Text 39">
            <a:extLst>
              <a:ext uri="{FF2B5EF4-FFF2-40B4-BE49-F238E27FC236}">
                <a16:creationId xmlns:a16="http://schemas.microsoft.com/office/drawing/2014/main" id="{B5C6C52F-29B4-0954-BE39-0E087F2F7471}"/>
              </a:ext>
            </a:extLst>
          </p:cNvPr>
          <p:cNvSpPr/>
          <p:nvPr/>
        </p:nvSpPr>
        <p:spPr>
          <a:xfrm>
            <a:off x="10991092" y="2880338"/>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Deliver JSON</a:t>
            </a:r>
            <a:endParaRPr lang="en-US" sz="1000" noProof="0" dirty="0"/>
          </a:p>
          <a:p>
            <a:pPr marL="0" indent="0" algn="ctr">
              <a:buNone/>
            </a:pPr>
            <a:r>
              <a:rPr lang="en-US" sz="1000" noProof="0" dirty="0">
                <a:solidFill>
                  <a:srgbClr val="64748B"/>
                </a:solidFill>
              </a:rPr>
              <a:t>format ST-ready</a:t>
            </a:r>
            <a:endParaRPr lang="en-US" sz="1000" noProof="0" dirty="0"/>
          </a:p>
        </p:txBody>
      </p:sp>
      <p:pic>
        <p:nvPicPr>
          <p:cNvPr id="164" name="Graphic 163" descr="Dice with solid fill">
            <a:extLst>
              <a:ext uri="{FF2B5EF4-FFF2-40B4-BE49-F238E27FC236}">
                <a16:creationId xmlns:a16="http://schemas.microsoft.com/office/drawing/2014/main" id="{68A36980-BBD4-66CA-7F7E-C4ADDF2CB6F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164991" y="1929967"/>
            <a:ext cx="402338" cy="402338"/>
          </a:xfrm>
          <a:prstGeom prst="rect">
            <a:avLst/>
          </a:prstGeom>
        </p:spPr>
      </p:pic>
      <p:sp>
        <p:nvSpPr>
          <p:cNvPr id="165" name="Shape 20">
            <a:extLst>
              <a:ext uri="{FF2B5EF4-FFF2-40B4-BE49-F238E27FC236}">
                <a16:creationId xmlns:a16="http://schemas.microsoft.com/office/drawing/2014/main" id="{417A1DEC-C0D6-D8D6-56A7-49F8701D1B06}"/>
              </a:ext>
            </a:extLst>
          </p:cNvPr>
          <p:cNvSpPr/>
          <p:nvPr/>
        </p:nvSpPr>
        <p:spPr>
          <a:xfrm>
            <a:off x="6215313" y="1911930"/>
            <a:ext cx="1397438" cy="1981141"/>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66" name="Shape 21">
            <a:extLst>
              <a:ext uri="{FF2B5EF4-FFF2-40B4-BE49-F238E27FC236}">
                <a16:creationId xmlns:a16="http://schemas.microsoft.com/office/drawing/2014/main" id="{E9E0B432-F3FE-38F2-E945-89CA469A2DCF}"/>
              </a:ext>
            </a:extLst>
          </p:cNvPr>
          <p:cNvSpPr/>
          <p:nvPr/>
        </p:nvSpPr>
        <p:spPr>
          <a:xfrm>
            <a:off x="6215312" y="1907356"/>
            <a:ext cx="1411952" cy="438912"/>
          </a:xfrm>
          <a:prstGeom prst="rect">
            <a:avLst/>
          </a:prstGeom>
          <a:noFill/>
          <a:ln w="12700">
            <a:solidFill>
              <a:srgbClr val="000000"/>
            </a:solidFill>
            <a:prstDash val="solid"/>
          </a:ln>
        </p:spPr>
        <p:txBody>
          <a:bodyPr/>
          <a:lstStyle/>
          <a:p>
            <a:endParaRPr lang="en-US" noProof="0" dirty="0"/>
          </a:p>
        </p:txBody>
      </p:sp>
      <p:sp>
        <p:nvSpPr>
          <p:cNvPr id="167" name="Text 22">
            <a:extLst>
              <a:ext uri="{FF2B5EF4-FFF2-40B4-BE49-F238E27FC236}">
                <a16:creationId xmlns:a16="http://schemas.microsoft.com/office/drawing/2014/main" id="{85A8BECC-EA21-3299-432D-7EEF224CB153}"/>
              </a:ext>
            </a:extLst>
          </p:cNvPr>
          <p:cNvSpPr/>
          <p:nvPr/>
        </p:nvSpPr>
        <p:spPr>
          <a:xfrm>
            <a:off x="6289954" y="1907356"/>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5</a:t>
            </a:r>
            <a:endParaRPr lang="en-US" sz="1400" noProof="0" dirty="0">
              <a:solidFill>
                <a:srgbClr val="0D9488"/>
              </a:solidFill>
            </a:endParaRPr>
          </a:p>
        </p:txBody>
      </p:sp>
      <p:sp>
        <p:nvSpPr>
          <p:cNvPr id="168" name="Text 23">
            <a:extLst>
              <a:ext uri="{FF2B5EF4-FFF2-40B4-BE49-F238E27FC236}">
                <a16:creationId xmlns:a16="http://schemas.microsoft.com/office/drawing/2014/main" id="{1D46DCC7-826B-0B49-E4AF-C6F81DB44D00}"/>
              </a:ext>
            </a:extLst>
          </p:cNvPr>
          <p:cNvSpPr/>
          <p:nvPr/>
        </p:nvSpPr>
        <p:spPr>
          <a:xfrm>
            <a:off x="6476272" y="2430880"/>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Data Generation</a:t>
            </a:r>
            <a:endParaRPr lang="en-US" sz="1050" noProof="0" dirty="0"/>
          </a:p>
        </p:txBody>
      </p:sp>
      <p:sp>
        <p:nvSpPr>
          <p:cNvPr id="169" name="Text 24">
            <a:extLst>
              <a:ext uri="{FF2B5EF4-FFF2-40B4-BE49-F238E27FC236}">
                <a16:creationId xmlns:a16="http://schemas.microsoft.com/office/drawing/2014/main" id="{3CCA5F01-17A2-F21F-6F7D-1BE746652B3F}"/>
              </a:ext>
            </a:extLst>
          </p:cNvPr>
          <p:cNvSpPr/>
          <p:nvPr/>
        </p:nvSpPr>
        <p:spPr>
          <a:xfrm>
            <a:off x="6476272" y="2940628"/>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A post-processing stage that turns prepared data into actionable support artifacts</a:t>
            </a:r>
            <a:endParaRPr lang="en-US" sz="1000" noProof="0" dirty="0"/>
          </a:p>
        </p:txBody>
      </p:sp>
      <p:pic>
        <p:nvPicPr>
          <p:cNvPr id="170" name="Graphic 169" descr="Database with solid fill">
            <a:extLst>
              <a:ext uri="{FF2B5EF4-FFF2-40B4-BE49-F238E27FC236}">
                <a16:creationId xmlns:a16="http://schemas.microsoft.com/office/drawing/2014/main" id="{9D281805-78F2-729A-246D-168804F7C9DA}"/>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793537" y="1931676"/>
            <a:ext cx="390272" cy="390272"/>
          </a:xfrm>
          <a:prstGeom prst="rect">
            <a:avLst/>
          </a:prstGeom>
        </p:spPr>
      </p:pic>
      <p:cxnSp>
        <p:nvCxnSpPr>
          <p:cNvPr id="171" name="Straight Arrow Connector 170">
            <a:extLst>
              <a:ext uri="{FF2B5EF4-FFF2-40B4-BE49-F238E27FC236}">
                <a16:creationId xmlns:a16="http://schemas.microsoft.com/office/drawing/2014/main" id="{3406870E-57DB-42FB-1EA7-90054EB1C535}"/>
              </a:ext>
            </a:extLst>
          </p:cNvPr>
          <p:cNvCxnSpPr>
            <a:stCxn id="131" idx="3"/>
            <a:endCxn id="138" idx="1"/>
          </p:cNvCxnSpPr>
          <p:nvPr/>
        </p:nvCxnSpPr>
        <p:spPr>
          <a:xfrm>
            <a:off x="4464518" y="2897927"/>
            <a:ext cx="194837" cy="10581"/>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72" name="Straight Arrow Connector 171">
            <a:extLst>
              <a:ext uri="{FF2B5EF4-FFF2-40B4-BE49-F238E27FC236}">
                <a16:creationId xmlns:a16="http://schemas.microsoft.com/office/drawing/2014/main" id="{440F9871-D6B2-1BE0-B70A-43A7AD6592BC}"/>
              </a:ext>
            </a:extLst>
          </p:cNvPr>
          <p:cNvCxnSpPr>
            <a:stCxn id="138" idx="3"/>
            <a:endCxn id="165" idx="1"/>
          </p:cNvCxnSpPr>
          <p:nvPr/>
        </p:nvCxnSpPr>
        <p:spPr>
          <a:xfrm flipV="1">
            <a:off x="6056793" y="2902501"/>
            <a:ext cx="158520" cy="6007"/>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73" name="Connector: Elbow 172">
            <a:extLst>
              <a:ext uri="{FF2B5EF4-FFF2-40B4-BE49-F238E27FC236}">
                <a16:creationId xmlns:a16="http://schemas.microsoft.com/office/drawing/2014/main" id="{1B5D33F3-E7FF-9280-E3FE-7B41E638C20E}"/>
              </a:ext>
            </a:extLst>
          </p:cNvPr>
          <p:cNvCxnSpPr>
            <a:stCxn id="165" idx="3"/>
            <a:endCxn id="144" idx="1"/>
          </p:cNvCxnSpPr>
          <p:nvPr/>
        </p:nvCxnSpPr>
        <p:spPr>
          <a:xfrm>
            <a:off x="7612751" y="2902501"/>
            <a:ext cx="162977" cy="6007"/>
          </a:xfrm>
          <a:prstGeom prst="bentConnector3">
            <a:avLst>
              <a:gd name="adj1" fmla="val 50000"/>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74" name="Straight Arrow Connector 173">
            <a:extLst>
              <a:ext uri="{FF2B5EF4-FFF2-40B4-BE49-F238E27FC236}">
                <a16:creationId xmlns:a16="http://schemas.microsoft.com/office/drawing/2014/main" id="{15FE8F27-807C-9E97-0FF5-389FF4B7DD47}"/>
              </a:ext>
            </a:extLst>
          </p:cNvPr>
          <p:cNvCxnSpPr>
            <a:stCxn id="144" idx="3"/>
            <a:endCxn id="151" idx="1"/>
          </p:cNvCxnSpPr>
          <p:nvPr/>
        </p:nvCxnSpPr>
        <p:spPr>
          <a:xfrm>
            <a:off x="9173166" y="2908508"/>
            <a:ext cx="172006" cy="5176"/>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75" name="Straight Arrow Connector 174">
            <a:extLst>
              <a:ext uri="{FF2B5EF4-FFF2-40B4-BE49-F238E27FC236}">
                <a16:creationId xmlns:a16="http://schemas.microsoft.com/office/drawing/2014/main" id="{37DA82D2-0A3C-8987-9F75-1E7011898CC8}"/>
              </a:ext>
            </a:extLst>
          </p:cNvPr>
          <p:cNvCxnSpPr>
            <a:cxnSpLocks/>
            <a:stCxn id="151" idx="3"/>
            <a:endCxn id="158" idx="1"/>
          </p:cNvCxnSpPr>
          <p:nvPr/>
        </p:nvCxnSpPr>
        <p:spPr>
          <a:xfrm>
            <a:off x="10729104" y="2913684"/>
            <a:ext cx="162998" cy="245"/>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pic>
        <p:nvPicPr>
          <p:cNvPr id="176" name="Image 1" descr="preencoded.png">
            <a:extLst>
              <a:ext uri="{FF2B5EF4-FFF2-40B4-BE49-F238E27FC236}">
                <a16:creationId xmlns:a16="http://schemas.microsoft.com/office/drawing/2014/main" id="{ED7416B3-D051-1614-EDAB-274B1C1EF59E}"/>
              </a:ext>
            </a:extLst>
          </p:cNvPr>
          <p:cNvPicPr>
            <a:picLocks noChangeAspect="1"/>
          </p:cNvPicPr>
          <p:nvPr/>
        </p:nvPicPr>
        <p:blipFill>
          <a:blip r:embed="rId4"/>
          <a:stretch>
            <a:fillRect/>
          </a:stretch>
        </p:blipFill>
        <p:spPr>
          <a:xfrm>
            <a:off x="1535658" y="2964948"/>
            <a:ext cx="237744" cy="237744"/>
          </a:xfrm>
          <a:prstGeom prst="rect">
            <a:avLst/>
          </a:prstGeom>
        </p:spPr>
      </p:pic>
      <p:sp>
        <p:nvSpPr>
          <p:cNvPr id="177" name="Shape 10">
            <a:extLst>
              <a:ext uri="{FF2B5EF4-FFF2-40B4-BE49-F238E27FC236}">
                <a16:creationId xmlns:a16="http://schemas.microsoft.com/office/drawing/2014/main" id="{B83A63AB-D069-845E-6329-7EF53E773BE6}"/>
              </a:ext>
            </a:extLst>
          </p:cNvPr>
          <p:cNvSpPr/>
          <p:nvPr/>
        </p:nvSpPr>
        <p:spPr>
          <a:xfrm>
            <a:off x="1519175" y="1909324"/>
            <a:ext cx="1412748" cy="1974140"/>
          </a:xfrm>
          <a:prstGeom prst="rect">
            <a:avLst/>
          </a:prstGeom>
          <a:solidFill>
            <a:srgbClr val="FFFFFF"/>
          </a:solidFill>
          <a:ln w="9525">
            <a:no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78" name="Shape 11">
            <a:extLst>
              <a:ext uri="{FF2B5EF4-FFF2-40B4-BE49-F238E27FC236}">
                <a16:creationId xmlns:a16="http://schemas.microsoft.com/office/drawing/2014/main" id="{8F90E75E-45BF-E019-E95F-770C9F40AED8}"/>
              </a:ext>
            </a:extLst>
          </p:cNvPr>
          <p:cNvSpPr/>
          <p:nvPr/>
        </p:nvSpPr>
        <p:spPr>
          <a:xfrm>
            <a:off x="1519175" y="1909324"/>
            <a:ext cx="1412748" cy="438912"/>
          </a:xfrm>
          <a:prstGeom prst="rect">
            <a:avLst/>
          </a:prstGeom>
          <a:noFill/>
          <a:ln w="12700">
            <a:solidFill>
              <a:schemeClr val="tx1"/>
            </a:solidFill>
            <a:prstDash val="solid"/>
          </a:ln>
        </p:spPr>
        <p:txBody>
          <a:bodyPr/>
          <a:lstStyle/>
          <a:p>
            <a:endParaRPr lang="en-US" noProof="0" dirty="0"/>
          </a:p>
        </p:txBody>
      </p:sp>
      <p:sp>
        <p:nvSpPr>
          <p:cNvPr id="179" name="Text 12">
            <a:extLst>
              <a:ext uri="{FF2B5EF4-FFF2-40B4-BE49-F238E27FC236}">
                <a16:creationId xmlns:a16="http://schemas.microsoft.com/office/drawing/2014/main" id="{B9C08674-3B0B-88A6-64BF-91ADE783E48C}"/>
              </a:ext>
            </a:extLst>
          </p:cNvPr>
          <p:cNvSpPr/>
          <p:nvPr/>
        </p:nvSpPr>
        <p:spPr>
          <a:xfrm>
            <a:off x="1519175" y="1909324"/>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2</a:t>
            </a:r>
            <a:endParaRPr lang="en-US" sz="1400" noProof="0" dirty="0">
              <a:solidFill>
                <a:srgbClr val="0D9488"/>
              </a:solidFill>
            </a:endParaRPr>
          </a:p>
        </p:txBody>
      </p:sp>
      <p:sp>
        <p:nvSpPr>
          <p:cNvPr id="180" name="Text 13">
            <a:extLst>
              <a:ext uri="{FF2B5EF4-FFF2-40B4-BE49-F238E27FC236}">
                <a16:creationId xmlns:a16="http://schemas.microsoft.com/office/drawing/2014/main" id="{E8E17C3A-D1B4-EB51-2113-3745EBB8FB8F}"/>
              </a:ext>
            </a:extLst>
          </p:cNvPr>
          <p:cNvSpPr/>
          <p:nvPr/>
        </p:nvSpPr>
        <p:spPr>
          <a:xfrm>
            <a:off x="1725252" y="2391388"/>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Cleaning</a:t>
            </a:r>
            <a:endParaRPr lang="en-US" sz="1050" noProof="0" dirty="0"/>
          </a:p>
        </p:txBody>
      </p:sp>
      <p:sp>
        <p:nvSpPr>
          <p:cNvPr id="181" name="Text 14">
            <a:extLst>
              <a:ext uri="{FF2B5EF4-FFF2-40B4-BE49-F238E27FC236}">
                <a16:creationId xmlns:a16="http://schemas.microsoft.com/office/drawing/2014/main" id="{7E8378E5-A3EE-7FC5-51F7-92167AF8FBA7}"/>
              </a:ext>
            </a:extLst>
          </p:cNvPr>
          <p:cNvSpPr/>
          <p:nvPr/>
        </p:nvSpPr>
        <p:spPr>
          <a:xfrm>
            <a:off x="1683767" y="2770923"/>
            <a:ext cx="1176327"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Clean:</a:t>
            </a:r>
          </a:p>
          <a:p>
            <a:pPr marL="0" indent="0" algn="ctr">
              <a:buNone/>
            </a:pPr>
            <a:r>
              <a:rPr lang="en-US" sz="1000" noProof="0" dirty="0">
                <a:solidFill>
                  <a:srgbClr val="64748B"/>
                </a:solidFill>
              </a:rPr>
              <a:t>remove HTML,</a:t>
            </a:r>
            <a:endParaRPr lang="en-US" sz="1000" noProof="0" dirty="0"/>
          </a:p>
          <a:p>
            <a:pPr marL="0" indent="0" algn="ctr">
              <a:buNone/>
            </a:pPr>
            <a:r>
              <a:rPr lang="en-US" sz="1000" noProof="0" dirty="0">
                <a:solidFill>
                  <a:srgbClr val="64748B"/>
                </a:solidFill>
              </a:rPr>
              <a:t>Noisy text</a:t>
            </a:r>
            <a:endParaRPr lang="en-US" sz="1000" noProof="0" dirty="0"/>
          </a:p>
        </p:txBody>
      </p:sp>
      <p:pic>
        <p:nvPicPr>
          <p:cNvPr id="182" name="Graphic 181" descr="Eraser with solid fill">
            <a:extLst>
              <a:ext uri="{FF2B5EF4-FFF2-40B4-BE49-F238E27FC236}">
                <a16:creationId xmlns:a16="http://schemas.microsoft.com/office/drawing/2014/main" id="{8AFDCD61-C96B-DD02-EE8A-0F7072B158E9}"/>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2063309" y="1974984"/>
            <a:ext cx="329184" cy="329184"/>
          </a:xfrm>
          <a:prstGeom prst="rect">
            <a:avLst/>
          </a:prstGeom>
        </p:spPr>
      </p:pic>
      <p:cxnSp>
        <p:nvCxnSpPr>
          <p:cNvPr id="183" name="Straight Arrow Connector 182">
            <a:extLst>
              <a:ext uri="{FF2B5EF4-FFF2-40B4-BE49-F238E27FC236}">
                <a16:creationId xmlns:a16="http://schemas.microsoft.com/office/drawing/2014/main" id="{3B5761ED-E710-AD4C-382F-4E7F5402C58E}"/>
              </a:ext>
            </a:extLst>
          </p:cNvPr>
          <p:cNvCxnSpPr>
            <a:stCxn id="123" idx="3"/>
            <a:endCxn id="177" idx="1"/>
          </p:cNvCxnSpPr>
          <p:nvPr/>
        </p:nvCxnSpPr>
        <p:spPr>
          <a:xfrm flipV="1">
            <a:off x="1383557" y="2896394"/>
            <a:ext cx="135618" cy="6107"/>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84" name="Straight Arrow Connector 183">
            <a:extLst>
              <a:ext uri="{FF2B5EF4-FFF2-40B4-BE49-F238E27FC236}">
                <a16:creationId xmlns:a16="http://schemas.microsoft.com/office/drawing/2014/main" id="{5CB811C6-8E72-50FA-1C1B-96A38EEC0D86}"/>
              </a:ext>
            </a:extLst>
          </p:cNvPr>
          <p:cNvCxnSpPr>
            <a:stCxn id="177" idx="3"/>
            <a:endCxn id="131" idx="1"/>
          </p:cNvCxnSpPr>
          <p:nvPr/>
        </p:nvCxnSpPr>
        <p:spPr>
          <a:xfrm>
            <a:off x="2931923" y="2896394"/>
            <a:ext cx="125867" cy="1533"/>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A1259C64-3848-9026-6B60-7E4FA11D2C9A}"/>
              </a:ext>
            </a:extLst>
          </p:cNvPr>
          <p:cNvSpPr>
            <a:spLocks noGrp="1"/>
          </p:cNvSpPr>
          <p:nvPr>
            <p:ph type="sldNum" sz="quarter" idx="12"/>
          </p:nvPr>
        </p:nvSpPr>
        <p:spPr/>
        <p:txBody>
          <a:bodyPr/>
          <a:lstStyle/>
          <a:p>
            <a:fld id="{40A7B169-58CE-4E65-B1F9-ACF9E46440C2}" type="slidenum">
              <a:rPr lang="en-US" noProof="0" smtClean="0"/>
              <a:t>54</a:t>
            </a:fld>
            <a:endParaRPr lang="en-US" noProof="0" dirty="0"/>
          </a:p>
        </p:txBody>
      </p:sp>
      <p:sp>
        <p:nvSpPr>
          <p:cNvPr id="4" name="Shape 44">
            <a:extLst>
              <a:ext uri="{FF2B5EF4-FFF2-40B4-BE49-F238E27FC236}">
                <a16:creationId xmlns:a16="http://schemas.microsoft.com/office/drawing/2014/main" id="{983EFF2F-1893-9A6B-FD78-8AB9C88831AC}"/>
              </a:ext>
            </a:extLst>
          </p:cNvPr>
          <p:cNvSpPr/>
          <p:nvPr/>
        </p:nvSpPr>
        <p:spPr>
          <a:xfrm>
            <a:off x="4572226" y="4525371"/>
            <a:ext cx="4114800" cy="1810512"/>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5" name="Shape 45">
            <a:extLst>
              <a:ext uri="{FF2B5EF4-FFF2-40B4-BE49-F238E27FC236}">
                <a16:creationId xmlns:a16="http://schemas.microsoft.com/office/drawing/2014/main" id="{01977AF0-8CE9-6BDB-1C7E-875FFB7FE3B0}"/>
              </a:ext>
            </a:extLst>
          </p:cNvPr>
          <p:cNvSpPr/>
          <p:nvPr/>
        </p:nvSpPr>
        <p:spPr>
          <a:xfrm>
            <a:off x="4572226" y="4525371"/>
            <a:ext cx="64008" cy="1810512"/>
          </a:xfrm>
          <a:prstGeom prst="rect">
            <a:avLst/>
          </a:prstGeom>
          <a:solidFill>
            <a:srgbClr val="0D9488"/>
          </a:solidFill>
          <a:ln w="12700">
            <a:solidFill>
              <a:srgbClr val="000000"/>
            </a:solidFill>
            <a:prstDash val="solid"/>
          </a:ln>
        </p:spPr>
        <p:txBody>
          <a:bodyPr/>
          <a:lstStyle/>
          <a:p>
            <a:endParaRPr lang="en-US" noProof="0" dirty="0"/>
          </a:p>
        </p:txBody>
      </p:sp>
      <p:sp>
        <p:nvSpPr>
          <p:cNvPr id="6" name="Text 46">
            <a:extLst>
              <a:ext uri="{FF2B5EF4-FFF2-40B4-BE49-F238E27FC236}">
                <a16:creationId xmlns:a16="http://schemas.microsoft.com/office/drawing/2014/main" id="{6BEAC3D6-A53F-B17F-C869-2D5CB5D33DB7}"/>
              </a:ext>
            </a:extLst>
          </p:cNvPr>
          <p:cNvSpPr/>
          <p:nvPr/>
        </p:nvSpPr>
        <p:spPr>
          <a:xfrm>
            <a:off x="4773394" y="4616811"/>
            <a:ext cx="3794760" cy="274320"/>
          </a:xfrm>
          <a:prstGeom prst="rect">
            <a:avLst/>
          </a:prstGeom>
          <a:noFill/>
          <a:ln/>
        </p:spPr>
        <p:txBody>
          <a:bodyPr wrap="square" lIns="0" tIns="0" rIns="0" bIns="0" rtlCol="0" anchor="ctr"/>
          <a:lstStyle/>
          <a:p>
            <a:pPr marL="0" indent="0">
              <a:buNone/>
            </a:pPr>
            <a:r>
              <a:rPr lang="en-US" sz="1050" b="1" noProof="0" dirty="0">
                <a:solidFill>
                  <a:srgbClr val="0D9488"/>
                </a:solidFill>
              </a:rPr>
              <a:t>❓ Evaluation Objective ?</a:t>
            </a:r>
            <a:endParaRPr lang="en-US" sz="1050" noProof="0" dirty="0"/>
          </a:p>
        </p:txBody>
      </p:sp>
      <p:sp>
        <p:nvSpPr>
          <p:cNvPr id="7" name="Text 47">
            <a:extLst>
              <a:ext uri="{FF2B5EF4-FFF2-40B4-BE49-F238E27FC236}">
                <a16:creationId xmlns:a16="http://schemas.microsoft.com/office/drawing/2014/main" id="{FB4D3F3B-F3EC-311C-ABC2-47C83B8058F1}"/>
              </a:ext>
            </a:extLst>
          </p:cNvPr>
          <p:cNvSpPr/>
          <p:nvPr/>
        </p:nvSpPr>
        <p:spPr>
          <a:xfrm>
            <a:off x="4773394" y="4910942"/>
            <a:ext cx="3882401" cy="1280160"/>
          </a:xfrm>
          <a:prstGeom prst="rect">
            <a:avLst/>
          </a:prstGeom>
          <a:noFill/>
          <a:ln/>
        </p:spPr>
        <p:txBody>
          <a:bodyPr wrap="square" lIns="0" tIns="0" rIns="0" bIns="0" rtlCol="0" anchor="ctr"/>
          <a:lstStyle/>
          <a:p>
            <a:pPr marL="171450" indent="-171450">
              <a:buFont typeface="Arial" panose="020B0604020202020204" pitchFamily="34" charset="0"/>
              <a:buChar char="•"/>
            </a:pPr>
            <a:r>
              <a:rPr lang="en-US" sz="1050" noProof="0" dirty="0">
                <a:solidFill>
                  <a:srgbClr val="1B2A3B"/>
                </a:solidFill>
              </a:rPr>
              <a:t>Test whether our preprocessing decisions produce the right answers , before anything reaches ST ChatGPT. </a:t>
            </a:r>
          </a:p>
          <a:p>
            <a:pPr marL="171450" indent="-171450">
              <a:buFont typeface="Arial" panose="020B0604020202020204" pitchFamily="34" charset="0"/>
              <a:buChar char="•"/>
            </a:pPr>
            <a:endParaRPr lang="en-US" sz="1050" noProof="0" dirty="0">
              <a:solidFill>
                <a:srgbClr val="1B2A3B"/>
              </a:solidFill>
            </a:endParaRPr>
          </a:p>
          <a:p>
            <a:pPr marL="171450" indent="-171450">
              <a:buFont typeface="Arial" panose="020B0604020202020204" pitchFamily="34" charset="0"/>
              <a:buChar char="•"/>
            </a:pPr>
            <a:r>
              <a:rPr lang="en-US" sz="1050" noProof="0" dirty="0">
                <a:solidFill>
                  <a:srgbClr val="1B2A3B"/>
                </a:solidFill>
              </a:rPr>
              <a:t>50 real questions, measured </a:t>
            </a:r>
            <a:r>
              <a:rPr lang="en-US" sz="1050" b="1" noProof="0" dirty="0">
                <a:solidFill>
                  <a:srgbClr val="1B2A3B"/>
                </a:solidFill>
              </a:rPr>
              <a:t>offline</a:t>
            </a:r>
            <a:r>
              <a:rPr lang="en-US" sz="1050" noProof="0" dirty="0">
                <a:solidFill>
                  <a:srgbClr val="1B2A3B"/>
                </a:solidFill>
              </a:rPr>
              <a:t> and </a:t>
            </a:r>
            <a:r>
              <a:rPr lang="en-US" sz="1050" b="1" noProof="0" dirty="0">
                <a:solidFill>
                  <a:srgbClr val="1B2A3B"/>
                </a:solidFill>
              </a:rPr>
              <a:t>online</a:t>
            </a:r>
            <a:r>
              <a:rPr lang="en-US" sz="1050" noProof="0" dirty="0">
                <a:solidFill>
                  <a:srgbClr val="1B2A3B"/>
                </a:solidFill>
              </a:rPr>
              <a:t>, to catch hallucinations and missing context before deployment.</a:t>
            </a:r>
            <a:endParaRPr lang="en-US" sz="1050" noProof="0" dirty="0"/>
          </a:p>
        </p:txBody>
      </p:sp>
      <p:pic>
        <p:nvPicPr>
          <p:cNvPr id="8" name="Graphic 52" descr="Back outline">
            <a:extLst>
              <a:ext uri="{FF2B5EF4-FFF2-40B4-BE49-F238E27FC236}">
                <a16:creationId xmlns:a16="http://schemas.microsoft.com/office/drawing/2014/main" id="{C09B13EB-9591-985B-A9BA-9D7FF0BE1F8E}"/>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rot="20015657" flipH="1" flipV="1">
            <a:off x="8948314" y="4510343"/>
            <a:ext cx="1481109" cy="1481109"/>
          </a:xfrm>
          <a:prstGeom prst="rect">
            <a:avLst/>
          </a:prstGeom>
        </p:spPr>
      </p:pic>
    </p:spTree>
    <p:extLst>
      <p:ext uri="{BB962C8B-B14F-4D97-AF65-F5344CB8AC3E}">
        <p14:creationId xmlns:p14="http://schemas.microsoft.com/office/powerpoint/2010/main" val="398461090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8BA9E6-68EA-05CF-572D-E998A257E5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6068AD-9ADF-0D4F-C3B6-44EB30DE4473}"/>
              </a:ext>
            </a:extLst>
          </p:cNvPr>
          <p:cNvSpPr>
            <a:spLocks noGrp="1"/>
          </p:cNvSpPr>
          <p:nvPr>
            <p:ph type="title"/>
          </p:nvPr>
        </p:nvSpPr>
        <p:spPr>
          <a:xfrm>
            <a:off x="242477" y="-53443"/>
            <a:ext cx="11609159" cy="1247050"/>
          </a:xfrm>
        </p:spPr>
        <p:txBody>
          <a:bodyPr/>
          <a:lstStyle/>
          <a:p>
            <a:r>
              <a:rPr lang="en-US" sz="1800" b="1" noProof="0" dirty="0">
                <a:latin typeface="+mn-lt"/>
              </a:rPr>
              <a:t>The Data Preprocessing Pipeline</a:t>
            </a:r>
            <a:endParaRPr lang="en-US" sz="1800" noProof="0" dirty="0">
              <a:latin typeface="+mn-lt"/>
            </a:endParaRPr>
          </a:p>
        </p:txBody>
      </p:sp>
      <p:sp>
        <p:nvSpPr>
          <p:cNvPr id="56" name="TextBox 55">
            <a:extLst>
              <a:ext uri="{FF2B5EF4-FFF2-40B4-BE49-F238E27FC236}">
                <a16:creationId xmlns:a16="http://schemas.microsoft.com/office/drawing/2014/main" id="{C2515EA1-F5BE-958D-23C0-08F14ADB29CA}"/>
              </a:ext>
            </a:extLst>
          </p:cNvPr>
          <p:cNvSpPr txBox="1"/>
          <p:nvPr/>
        </p:nvSpPr>
        <p:spPr>
          <a:xfrm>
            <a:off x="242477" y="615186"/>
            <a:ext cx="6271666" cy="276999"/>
          </a:xfrm>
          <a:prstGeom prst="rect">
            <a:avLst/>
          </a:prstGeom>
          <a:noFill/>
        </p:spPr>
        <p:txBody>
          <a:bodyPr wrap="square">
            <a:spAutoFit/>
          </a:bodyPr>
          <a:lstStyle/>
          <a:p>
            <a:pPr marL="0" indent="0" algn="l">
              <a:buNone/>
            </a:pPr>
            <a:r>
              <a:rPr lang="en-US" sz="1200" b="1" noProof="0" dirty="0">
                <a:solidFill>
                  <a:srgbClr val="425A78"/>
                </a:solidFill>
              </a:rPr>
              <a:t>8 steps to transform raw data into KB-ready knowledge</a:t>
            </a:r>
          </a:p>
        </p:txBody>
      </p:sp>
      <p:sp>
        <p:nvSpPr>
          <p:cNvPr id="57" name="Text 3">
            <a:extLst>
              <a:ext uri="{FF2B5EF4-FFF2-40B4-BE49-F238E27FC236}">
                <a16:creationId xmlns:a16="http://schemas.microsoft.com/office/drawing/2014/main" id="{ED036537-B7F2-5A4F-4553-DA48CDFC50DD}"/>
              </a:ext>
            </a:extLst>
          </p:cNvPr>
          <p:cNvSpPr/>
          <p:nvPr/>
        </p:nvSpPr>
        <p:spPr>
          <a:xfrm>
            <a:off x="340364" y="925138"/>
            <a:ext cx="8229600" cy="256032"/>
          </a:xfrm>
          <a:prstGeom prst="rect">
            <a:avLst/>
          </a:prstGeom>
          <a:noFill/>
          <a:ln/>
        </p:spPr>
        <p:txBody>
          <a:bodyPr wrap="square" lIns="0" tIns="0" rIns="0" bIns="0" rtlCol="0" anchor="ctr"/>
          <a:lstStyle/>
          <a:p>
            <a:pPr marL="0" indent="0" algn="l">
              <a:buNone/>
            </a:pPr>
            <a:r>
              <a:rPr lang="en-US" sz="1200" i="1" noProof="0" dirty="0">
                <a:solidFill>
                  <a:srgbClr val="64748B"/>
                </a:solidFill>
              </a:rPr>
              <a:t>Each step is deliberate — nothing is done at random</a:t>
            </a:r>
          </a:p>
        </p:txBody>
      </p:sp>
      <p:sp>
        <p:nvSpPr>
          <p:cNvPr id="58" name="Shape 4">
            <a:extLst>
              <a:ext uri="{FF2B5EF4-FFF2-40B4-BE49-F238E27FC236}">
                <a16:creationId xmlns:a16="http://schemas.microsoft.com/office/drawing/2014/main" id="{F0D82B09-A925-3264-2D5A-EFA1FB74855C}"/>
              </a:ext>
            </a:extLst>
          </p:cNvPr>
          <p:cNvSpPr/>
          <p:nvPr/>
        </p:nvSpPr>
        <p:spPr>
          <a:xfrm>
            <a:off x="340364" y="1302803"/>
            <a:ext cx="8229600" cy="22860"/>
          </a:xfrm>
          <a:prstGeom prst="rect">
            <a:avLst/>
          </a:prstGeom>
          <a:solidFill>
            <a:srgbClr val="CBD5E1"/>
          </a:solidFill>
          <a:ln w="12700">
            <a:solidFill>
              <a:srgbClr val="000000"/>
            </a:solidFill>
            <a:prstDash val="solid"/>
          </a:ln>
        </p:spPr>
        <p:txBody>
          <a:bodyPr/>
          <a:lstStyle/>
          <a:p>
            <a:endParaRPr lang="en-US" noProof="0" dirty="0"/>
          </a:p>
        </p:txBody>
      </p:sp>
      <p:pic>
        <p:nvPicPr>
          <p:cNvPr id="53" name="Graphic 52" descr="Back outline">
            <a:extLst>
              <a:ext uri="{FF2B5EF4-FFF2-40B4-BE49-F238E27FC236}">
                <a16:creationId xmlns:a16="http://schemas.microsoft.com/office/drawing/2014/main" id="{2A5C4170-1428-3FA7-71A1-E3B95E16B34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20724647" flipH="1" flipV="1">
            <a:off x="10344048" y="4337044"/>
            <a:ext cx="1481109" cy="1481109"/>
          </a:xfrm>
          <a:prstGeom prst="rect">
            <a:avLst/>
          </a:prstGeom>
        </p:spPr>
      </p:pic>
      <p:sp>
        <p:nvSpPr>
          <p:cNvPr id="61" name="Shape 44">
            <a:extLst>
              <a:ext uri="{FF2B5EF4-FFF2-40B4-BE49-F238E27FC236}">
                <a16:creationId xmlns:a16="http://schemas.microsoft.com/office/drawing/2014/main" id="{C53B86F6-D0EA-9EB6-7B8D-217F41075383}"/>
              </a:ext>
            </a:extLst>
          </p:cNvPr>
          <p:cNvSpPr/>
          <p:nvPr/>
        </p:nvSpPr>
        <p:spPr>
          <a:xfrm>
            <a:off x="6066589" y="4453343"/>
            <a:ext cx="4114800" cy="2087123"/>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62" name="Shape 45">
            <a:extLst>
              <a:ext uri="{FF2B5EF4-FFF2-40B4-BE49-F238E27FC236}">
                <a16:creationId xmlns:a16="http://schemas.microsoft.com/office/drawing/2014/main" id="{2908F3CD-40DA-6E54-5FC9-117E3B63C6F4}"/>
              </a:ext>
            </a:extLst>
          </p:cNvPr>
          <p:cNvSpPr/>
          <p:nvPr/>
        </p:nvSpPr>
        <p:spPr>
          <a:xfrm>
            <a:off x="6080911" y="4453344"/>
            <a:ext cx="49686" cy="2087122"/>
          </a:xfrm>
          <a:prstGeom prst="rect">
            <a:avLst/>
          </a:prstGeom>
          <a:solidFill>
            <a:srgbClr val="0D9488"/>
          </a:solidFill>
          <a:ln w="12700">
            <a:solidFill>
              <a:srgbClr val="000000"/>
            </a:solidFill>
            <a:prstDash val="solid"/>
          </a:ln>
        </p:spPr>
        <p:txBody>
          <a:bodyPr/>
          <a:lstStyle/>
          <a:p>
            <a:endParaRPr lang="en-US" noProof="0" dirty="0"/>
          </a:p>
        </p:txBody>
      </p:sp>
      <p:sp>
        <p:nvSpPr>
          <p:cNvPr id="63" name="Text 46">
            <a:extLst>
              <a:ext uri="{FF2B5EF4-FFF2-40B4-BE49-F238E27FC236}">
                <a16:creationId xmlns:a16="http://schemas.microsoft.com/office/drawing/2014/main" id="{6703202F-852D-D09C-BEA0-9E94CE95F0B1}"/>
              </a:ext>
            </a:extLst>
          </p:cNvPr>
          <p:cNvSpPr/>
          <p:nvPr/>
        </p:nvSpPr>
        <p:spPr>
          <a:xfrm>
            <a:off x="6267757" y="4544784"/>
            <a:ext cx="3794760" cy="274320"/>
          </a:xfrm>
          <a:prstGeom prst="rect">
            <a:avLst/>
          </a:prstGeom>
          <a:noFill/>
          <a:ln/>
        </p:spPr>
        <p:txBody>
          <a:bodyPr wrap="square" lIns="0" tIns="0" rIns="0" bIns="0" rtlCol="0" anchor="ctr"/>
          <a:lstStyle/>
          <a:p>
            <a:pPr marL="0" indent="0">
              <a:buNone/>
            </a:pPr>
            <a:r>
              <a:rPr lang="en-US" sz="1050" b="1" noProof="0" dirty="0">
                <a:solidFill>
                  <a:srgbClr val="0D9488"/>
                </a:solidFill>
              </a:rPr>
              <a:t>❓ Delivery objective</a:t>
            </a:r>
            <a:endParaRPr lang="en-US" sz="1050" noProof="0" dirty="0"/>
          </a:p>
        </p:txBody>
      </p:sp>
      <p:sp>
        <p:nvSpPr>
          <p:cNvPr id="64" name="Text 47">
            <a:extLst>
              <a:ext uri="{FF2B5EF4-FFF2-40B4-BE49-F238E27FC236}">
                <a16:creationId xmlns:a16="http://schemas.microsoft.com/office/drawing/2014/main" id="{0A3EECA0-A257-AEA9-9224-5636247E997E}"/>
              </a:ext>
            </a:extLst>
          </p:cNvPr>
          <p:cNvSpPr/>
          <p:nvPr/>
        </p:nvSpPr>
        <p:spPr>
          <a:xfrm>
            <a:off x="6267757" y="4956883"/>
            <a:ext cx="3794760" cy="1280160"/>
          </a:xfrm>
          <a:prstGeom prst="rect">
            <a:avLst/>
          </a:prstGeom>
          <a:noFill/>
          <a:ln/>
        </p:spPr>
        <p:txBody>
          <a:bodyPr wrap="square" lIns="0" tIns="0" rIns="0" bIns="0" rtlCol="0" anchor="ctr"/>
          <a:lstStyle/>
          <a:p>
            <a:pPr marL="0" indent="0">
              <a:buNone/>
            </a:pPr>
            <a:r>
              <a:rPr lang="en-US" sz="1000" noProof="0" dirty="0">
                <a:solidFill>
                  <a:srgbClr val="1B2A3B"/>
                </a:solidFill>
              </a:rPr>
              <a:t>Delivery transforms raw technical data into knowledge directly usable in a support KB.</a:t>
            </a:r>
          </a:p>
          <a:p>
            <a:pPr marL="0" indent="0">
              <a:buNone/>
            </a:pPr>
            <a:endParaRPr lang="en-US" sz="1000" noProof="0" dirty="0">
              <a:solidFill>
                <a:srgbClr val="1B2A3B"/>
              </a:solidFill>
            </a:endParaRPr>
          </a:p>
          <a:p>
            <a:r>
              <a:rPr lang="en-US" sz="1000" b="1" u="sng" noProof="0" dirty="0"/>
              <a:t>The goal:</a:t>
            </a:r>
          </a:p>
          <a:p>
            <a:pPr marL="0" indent="0">
              <a:buNone/>
            </a:pPr>
            <a:endParaRPr lang="en-US" sz="1000" noProof="0" dirty="0"/>
          </a:p>
          <a:p>
            <a:pPr marL="171450" indent="-171450">
              <a:buFont typeface="Arial" panose="020B0604020202020204" pitchFamily="34" charset="0"/>
              <a:buChar char="•"/>
            </a:pPr>
            <a:r>
              <a:rPr lang="en-US" sz="1000" noProof="0" dirty="0"/>
              <a:t>Provide actionable answers for troubleshooting.</a:t>
            </a:r>
          </a:p>
          <a:p>
            <a:pPr marL="171450" indent="-171450">
              <a:buFont typeface="Arial" panose="020B0604020202020204" pitchFamily="34" charset="0"/>
              <a:buChar char="•"/>
            </a:pPr>
            <a:r>
              <a:rPr lang="en-US" sz="1000" noProof="0" dirty="0"/>
              <a:t>Maintain complete traceability to GitHub.</a:t>
            </a:r>
          </a:p>
          <a:p>
            <a:pPr marL="171450" indent="-171450">
              <a:buFont typeface="Arial" panose="020B0604020202020204" pitchFamily="34" charset="0"/>
              <a:buChar char="•"/>
            </a:pPr>
            <a:r>
              <a:rPr lang="en-US" sz="1000" noProof="0" dirty="0"/>
              <a:t>Provide a stable format for ingestion within ST.</a:t>
            </a:r>
          </a:p>
        </p:txBody>
      </p:sp>
      <p:sp>
        <p:nvSpPr>
          <p:cNvPr id="123" name="Shape 5">
            <a:extLst>
              <a:ext uri="{FF2B5EF4-FFF2-40B4-BE49-F238E27FC236}">
                <a16:creationId xmlns:a16="http://schemas.microsoft.com/office/drawing/2014/main" id="{30AE8848-39CE-63EB-ED47-41E1BC4CF932}"/>
              </a:ext>
            </a:extLst>
          </p:cNvPr>
          <p:cNvSpPr/>
          <p:nvPr/>
        </p:nvSpPr>
        <p:spPr>
          <a:xfrm>
            <a:off x="78775" y="1911930"/>
            <a:ext cx="1304782" cy="1981142"/>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24" name="Shape 6">
            <a:extLst>
              <a:ext uri="{FF2B5EF4-FFF2-40B4-BE49-F238E27FC236}">
                <a16:creationId xmlns:a16="http://schemas.microsoft.com/office/drawing/2014/main" id="{B7BB3AF6-E210-89A3-F3D8-3E8C47EF65F4}"/>
              </a:ext>
            </a:extLst>
          </p:cNvPr>
          <p:cNvSpPr/>
          <p:nvPr/>
        </p:nvSpPr>
        <p:spPr>
          <a:xfrm>
            <a:off x="78775" y="1911930"/>
            <a:ext cx="1294372" cy="438912"/>
          </a:xfrm>
          <a:prstGeom prst="rect">
            <a:avLst/>
          </a:prstGeom>
          <a:noFill/>
          <a:ln w="12700">
            <a:solidFill>
              <a:srgbClr val="000000"/>
            </a:solidFill>
            <a:prstDash val="solid"/>
          </a:ln>
        </p:spPr>
        <p:txBody>
          <a:bodyPr/>
          <a:lstStyle/>
          <a:p>
            <a:endParaRPr lang="en-US" noProof="0" dirty="0"/>
          </a:p>
        </p:txBody>
      </p:sp>
      <p:sp>
        <p:nvSpPr>
          <p:cNvPr id="125" name="Text 7">
            <a:extLst>
              <a:ext uri="{FF2B5EF4-FFF2-40B4-BE49-F238E27FC236}">
                <a16:creationId xmlns:a16="http://schemas.microsoft.com/office/drawing/2014/main" id="{8321DA6C-EDF7-6AB5-25FA-B10AF597E0F6}"/>
              </a:ext>
            </a:extLst>
          </p:cNvPr>
          <p:cNvSpPr/>
          <p:nvPr/>
        </p:nvSpPr>
        <p:spPr>
          <a:xfrm>
            <a:off x="78775" y="1911930"/>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1</a:t>
            </a:r>
            <a:endParaRPr lang="en-US" sz="1400" noProof="0" dirty="0">
              <a:solidFill>
                <a:srgbClr val="0D9488"/>
              </a:solidFill>
            </a:endParaRPr>
          </a:p>
        </p:txBody>
      </p:sp>
      <p:pic>
        <p:nvPicPr>
          <p:cNvPr id="126" name="Image 0" descr="preencoded.png">
            <a:extLst>
              <a:ext uri="{FF2B5EF4-FFF2-40B4-BE49-F238E27FC236}">
                <a16:creationId xmlns:a16="http://schemas.microsoft.com/office/drawing/2014/main" id="{E8AA75A6-5EB8-7CBD-446B-EFFC9FF363A8}"/>
              </a:ext>
            </a:extLst>
          </p:cNvPr>
          <p:cNvPicPr>
            <a:picLocks noChangeAspect="1"/>
          </p:cNvPicPr>
          <p:nvPr/>
        </p:nvPicPr>
        <p:blipFill>
          <a:blip r:embed="rId4"/>
          <a:stretch>
            <a:fillRect/>
          </a:stretch>
        </p:blipFill>
        <p:spPr>
          <a:xfrm>
            <a:off x="631987" y="1980273"/>
            <a:ext cx="329184" cy="329184"/>
          </a:xfrm>
          <a:prstGeom prst="rect">
            <a:avLst/>
          </a:prstGeom>
        </p:spPr>
      </p:pic>
      <p:sp>
        <p:nvSpPr>
          <p:cNvPr id="127" name="Text 8">
            <a:extLst>
              <a:ext uri="{FF2B5EF4-FFF2-40B4-BE49-F238E27FC236}">
                <a16:creationId xmlns:a16="http://schemas.microsoft.com/office/drawing/2014/main" id="{DFD567AC-117D-9B4F-7792-9EB29DED67FF}"/>
              </a:ext>
            </a:extLst>
          </p:cNvPr>
          <p:cNvSpPr/>
          <p:nvPr/>
        </p:nvSpPr>
        <p:spPr>
          <a:xfrm>
            <a:off x="284515" y="2428469"/>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Ingestion</a:t>
            </a:r>
            <a:endParaRPr lang="en-US" sz="1050" noProof="0" dirty="0"/>
          </a:p>
        </p:txBody>
      </p:sp>
      <p:sp>
        <p:nvSpPr>
          <p:cNvPr id="128" name="Text 9">
            <a:extLst>
              <a:ext uri="{FF2B5EF4-FFF2-40B4-BE49-F238E27FC236}">
                <a16:creationId xmlns:a16="http://schemas.microsoft.com/office/drawing/2014/main" id="{60851120-B98A-027D-E7A2-74B614C6CFA0}"/>
              </a:ext>
            </a:extLst>
          </p:cNvPr>
          <p:cNvSpPr/>
          <p:nvPr/>
        </p:nvSpPr>
        <p:spPr>
          <a:xfrm>
            <a:off x="242477" y="2880338"/>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Download raw data</a:t>
            </a:r>
            <a:endParaRPr lang="en-US" sz="1000" noProof="0" dirty="0"/>
          </a:p>
          <a:p>
            <a:pPr marL="0" indent="0" algn="ctr">
              <a:buNone/>
            </a:pPr>
            <a:r>
              <a:rPr lang="en-US" sz="1000" noProof="0" dirty="0">
                <a:solidFill>
                  <a:srgbClr val="64748B"/>
                </a:solidFill>
              </a:rPr>
              <a:t>from GitHub</a:t>
            </a:r>
            <a:endParaRPr lang="en-US" sz="1000" noProof="0" dirty="0"/>
          </a:p>
        </p:txBody>
      </p:sp>
      <p:pic>
        <p:nvPicPr>
          <p:cNvPr id="129" name="Image 1" descr="preencoded.png">
            <a:extLst>
              <a:ext uri="{FF2B5EF4-FFF2-40B4-BE49-F238E27FC236}">
                <a16:creationId xmlns:a16="http://schemas.microsoft.com/office/drawing/2014/main" id="{1E81ABE0-6D99-015D-56C1-F12627270CE8}"/>
              </a:ext>
            </a:extLst>
          </p:cNvPr>
          <p:cNvPicPr>
            <a:picLocks noChangeAspect="1"/>
          </p:cNvPicPr>
          <p:nvPr/>
        </p:nvPicPr>
        <p:blipFill>
          <a:blip r:embed="rId5"/>
          <a:stretch>
            <a:fillRect/>
          </a:stretch>
        </p:blipFill>
        <p:spPr>
          <a:xfrm>
            <a:off x="1538917" y="2952203"/>
            <a:ext cx="237744" cy="237744"/>
          </a:xfrm>
          <a:prstGeom prst="rect">
            <a:avLst/>
          </a:prstGeom>
        </p:spPr>
      </p:pic>
      <p:pic>
        <p:nvPicPr>
          <p:cNvPr id="130" name="Image 3" descr="preencoded.png">
            <a:extLst>
              <a:ext uri="{FF2B5EF4-FFF2-40B4-BE49-F238E27FC236}">
                <a16:creationId xmlns:a16="http://schemas.microsoft.com/office/drawing/2014/main" id="{0B06716A-A345-3E9A-8D5D-176759378083}"/>
              </a:ext>
            </a:extLst>
          </p:cNvPr>
          <p:cNvPicPr>
            <a:picLocks noChangeAspect="1"/>
          </p:cNvPicPr>
          <p:nvPr/>
        </p:nvPicPr>
        <p:blipFill>
          <a:blip r:embed="rId5"/>
          <a:stretch>
            <a:fillRect/>
          </a:stretch>
        </p:blipFill>
        <p:spPr>
          <a:xfrm>
            <a:off x="3027746" y="2940628"/>
            <a:ext cx="237744" cy="237744"/>
          </a:xfrm>
          <a:prstGeom prst="rect">
            <a:avLst/>
          </a:prstGeom>
        </p:spPr>
      </p:pic>
      <p:sp>
        <p:nvSpPr>
          <p:cNvPr id="131" name="Shape 15">
            <a:extLst>
              <a:ext uri="{FF2B5EF4-FFF2-40B4-BE49-F238E27FC236}">
                <a16:creationId xmlns:a16="http://schemas.microsoft.com/office/drawing/2014/main" id="{6058AE72-E5FC-F4BE-A768-E0A60AF02028}"/>
              </a:ext>
            </a:extLst>
          </p:cNvPr>
          <p:cNvSpPr/>
          <p:nvPr/>
        </p:nvSpPr>
        <p:spPr>
          <a:xfrm>
            <a:off x="3057790" y="1907356"/>
            <a:ext cx="1406728" cy="1981141"/>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32" name="Shape 16">
            <a:extLst>
              <a:ext uri="{FF2B5EF4-FFF2-40B4-BE49-F238E27FC236}">
                <a16:creationId xmlns:a16="http://schemas.microsoft.com/office/drawing/2014/main" id="{6DD24757-D565-CBF9-1943-D9C446AD8368}"/>
              </a:ext>
            </a:extLst>
          </p:cNvPr>
          <p:cNvSpPr/>
          <p:nvPr/>
        </p:nvSpPr>
        <p:spPr>
          <a:xfrm>
            <a:off x="3063655" y="1917937"/>
            <a:ext cx="1410616" cy="438912"/>
          </a:xfrm>
          <a:prstGeom prst="rect">
            <a:avLst/>
          </a:prstGeom>
          <a:noFill/>
          <a:ln w="12700">
            <a:solidFill>
              <a:srgbClr val="000000"/>
            </a:solidFill>
            <a:prstDash val="solid"/>
          </a:ln>
        </p:spPr>
        <p:txBody>
          <a:bodyPr/>
          <a:lstStyle/>
          <a:p>
            <a:endParaRPr lang="en-US" noProof="0" dirty="0"/>
          </a:p>
        </p:txBody>
      </p:sp>
      <p:sp>
        <p:nvSpPr>
          <p:cNvPr id="133" name="Text 17">
            <a:extLst>
              <a:ext uri="{FF2B5EF4-FFF2-40B4-BE49-F238E27FC236}">
                <a16:creationId xmlns:a16="http://schemas.microsoft.com/office/drawing/2014/main" id="{F30FF23D-7D96-5E3B-02D4-8CB1EC443607}"/>
              </a:ext>
            </a:extLst>
          </p:cNvPr>
          <p:cNvSpPr/>
          <p:nvPr/>
        </p:nvSpPr>
        <p:spPr>
          <a:xfrm>
            <a:off x="3128330" y="1907356"/>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3</a:t>
            </a:r>
            <a:endParaRPr lang="en-US" sz="1400" noProof="0" dirty="0">
              <a:solidFill>
                <a:srgbClr val="0D9488"/>
              </a:solidFill>
            </a:endParaRPr>
          </a:p>
        </p:txBody>
      </p:sp>
      <p:pic>
        <p:nvPicPr>
          <p:cNvPr id="134" name="Image 4" descr="preencoded.png">
            <a:extLst>
              <a:ext uri="{FF2B5EF4-FFF2-40B4-BE49-F238E27FC236}">
                <a16:creationId xmlns:a16="http://schemas.microsoft.com/office/drawing/2014/main" id="{42553DC9-B5BA-33EE-7D1C-74D69170FBC8}"/>
              </a:ext>
            </a:extLst>
          </p:cNvPr>
          <p:cNvPicPr>
            <a:picLocks noChangeAspect="1"/>
          </p:cNvPicPr>
          <p:nvPr/>
        </p:nvPicPr>
        <p:blipFill>
          <a:blip r:embed="rId6"/>
          <a:stretch>
            <a:fillRect/>
          </a:stretch>
        </p:blipFill>
        <p:spPr>
          <a:xfrm>
            <a:off x="3663252" y="1984590"/>
            <a:ext cx="329184" cy="329184"/>
          </a:xfrm>
          <a:prstGeom prst="rect">
            <a:avLst/>
          </a:prstGeom>
        </p:spPr>
      </p:pic>
      <p:sp>
        <p:nvSpPr>
          <p:cNvPr id="135" name="Text 18">
            <a:extLst>
              <a:ext uri="{FF2B5EF4-FFF2-40B4-BE49-F238E27FC236}">
                <a16:creationId xmlns:a16="http://schemas.microsoft.com/office/drawing/2014/main" id="{334FD9AB-CCC4-B8B6-F1F1-81F6CC586DB1}"/>
              </a:ext>
            </a:extLst>
          </p:cNvPr>
          <p:cNvSpPr/>
          <p:nvPr/>
        </p:nvSpPr>
        <p:spPr>
          <a:xfrm>
            <a:off x="3161626" y="2555026"/>
            <a:ext cx="1296898"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Enrichment</a:t>
            </a:r>
          </a:p>
          <a:p>
            <a:pPr marL="0" indent="0" algn="ctr">
              <a:buNone/>
            </a:pPr>
            <a:r>
              <a:rPr lang="en-US" sz="900" b="1" noProof="0" dirty="0">
                <a:solidFill>
                  <a:srgbClr val="0D9488"/>
                </a:solidFill>
              </a:rPr>
              <a:t>(Feature</a:t>
            </a:r>
          </a:p>
          <a:p>
            <a:pPr marL="0" indent="0" algn="ctr">
              <a:buNone/>
            </a:pPr>
            <a:r>
              <a:rPr lang="en-US" sz="900" b="1" noProof="0" dirty="0">
                <a:solidFill>
                  <a:srgbClr val="0D9488"/>
                </a:solidFill>
              </a:rPr>
              <a:t>Engineering)</a:t>
            </a:r>
          </a:p>
        </p:txBody>
      </p:sp>
      <p:sp>
        <p:nvSpPr>
          <p:cNvPr id="136" name="Text 19">
            <a:extLst>
              <a:ext uri="{FF2B5EF4-FFF2-40B4-BE49-F238E27FC236}">
                <a16:creationId xmlns:a16="http://schemas.microsoft.com/office/drawing/2014/main" id="{1FB2B763-521B-0CDB-E09C-167B92B118C9}"/>
              </a:ext>
            </a:extLst>
          </p:cNvPr>
          <p:cNvSpPr/>
          <p:nvPr/>
        </p:nvSpPr>
        <p:spPr>
          <a:xfrm>
            <a:off x="3212933" y="2964948"/>
            <a:ext cx="1122027"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Add board, component, layer, severity, </a:t>
            </a:r>
            <a:r>
              <a:rPr lang="en-US" sz="1000" noProof="0" dirty="0" err="1">
                <a:solidFill>
                  <a:srgbClr val="64748B"/>
                </a:solidFill>
              </a:rPr>
              <a:t>issue_kind</a:t>
            </a:r>
            <a:r>
              <a:rPr lang="en-US" sz="1000" noProof="0" dirty="0">
                <a:solidFill>
                  <a:srgbClr val="64748B"/>
                </a:solidFill>
              </a:rPr>
              <a:t>, </a:t>
            </a:r>
            <a:r>
              <a:rPr lang="en-US" sz="1000" noProof="0" dirty="0" err="1">
                <a:solidFill>
                  <a:srgbClr val="64748B"/>
                </a:solidFill>
              </a:rPr>
              <a:t>is_valid</a:t>
            </a:r>
            <a:endParaRPr lang="en-US" sz="1000" noProof="0" dirty="0">
              <a:solidFill>
                <a:srgbClr val="64748B"/>
              </a:solidFill>
            </a:endParaRPr>
          </a:p>
        </p:txBody>
      </p:sp>
      <p:pic>
        <p:nvPicPr>
          <p:cNvPr id="137" name="Image 5" descr="preencoded.png">
            <a:extLst>
              <a:ext uri="{FF2B5EF4-FFF2-40B4-BE49-F238E27FC236}">
                <a16:creationId xmlns:a16="http://schemas.microsoft.com/office/drawing/2014/main" id="{3010F998-8867-AEAC-C224-C3BDAC8987D7}"/>
              </a:ext>
            </a:extLst>
          </p:cNvPr>
          <p:cNvPicPr>
            <a:picLocks noChangeAspect="1"/>
          </p:cNvPicPr>
          <p:nvPr/>
        </p:nvPicPr>
        <p:blipFill>
          <a:blip r:embed="rId5"/>
          <a:stretch>
            <a:fillRect/>
          </a:stretch>
        </p:blipFill>
        <p:spPr>
          <a:xfrm>
            <a:off x="4572226" y="2935808"/>
            <a:ext cx="237744" cy="237744"/>
          </a:xfrm>
          <a:prstGeom prst="rect">
            <a:avLst/>
          </a:prstGeom>
        </p:spPr>
      </p:pic>
      <p:sp>
        <p:nvSpPr>
          <p:cNvPr id="138" name="Shape 20">
            <a:extLst>
              <a:ext uri="{FF2B5EF4-FFF2-40B4-BE49-F238E27FC236}">
                <a16:creationId xmlns:a16="http://schemas.microsoft.com/office/drawing/2014/main" id="{DEA885E0-2B4A-4104-0F77-C77EC904B9A4}"/>
              </a:ext>
            </a:extLst>
          </p:cNvPr>
          <p:cNvSpPr/>
          <p:nvPr/>
        </p:nvSpPr>
        <p:spPr>
          <a:xfrm>
            <a:off x="4659355" y="1917937"/>
            <a:ext cx="1397438" cy="1981141"/>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39" name="Shape 21">
            <a:extLst>
              <a:ext uri="{FF2B5EF4-FFF2-40B4-BE49-F238E27FC236}">
                <a16:creationId xmlns:a16="http://schemas.microsoft.com/office/drawing/2014/main" id="{9ACED9F4-84A6-D505-B3D7-E7231D1D6FC4}"/>
              </a:ext>
            </a:extLst>
          </p:cNvPr>
          <p:cNvSpPr/>
          <p:nvPr/>
        </p:nvSpPr>
        <p:spPr>
          <a:xfrm>
            <a:off x="4672810" y="1902536"/>
            <a:ext cx="1406728" cy="438912"/>
          </a:xfrm>
          <a:prstGeom prst="rect">
            <a:avLst/>
          </a:prstGeom>
          <a:noFill/>
          <a:ln w="12700">
            <a:solidFill>
              <a:srgbClr val="000000"/>
            </a:solidFill>
            <a:prstDash val="solid"/>
          </a:ln>
        </p:spPr>
        <p:txBody>
          <a:bodyPr/>
          <a:lstStyle/>
          <a:p>
            <a:endParaRPr lang="en-US" noProof="0" dirty="0"/>
          </a:p>
        </p:txBody>
      </p:sp>
      <p:sp>
        <p:nvSpPr>
          <p:cNvPr id="140" name="Text 22">
            <a:extLst>
              <a:ext uri="{FF2B5EF4-FFF2-40B4-BE49-F238E27FC236}">
                <a16:creationId xmlns:a16="http://schemas.microsoft.com/office/drawing/2014/main" id="{5EF3BC8E-6717-955E-76FF-AD0D7474BF01}"/>
              </a:ext>
            </a:extLst>
          </p:cNvPr>
          <p:cNvSpPr/>
          <p:nvPr/>
        </p:nvSpPr>
        <p:spPr>
          <a:xfrm>
            <a:off x="4672810" y="1902536"/>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4</a:t>
            </a:r>
            <a:endParaRPr lang="en-US" sz="1400" noProof="0" dirty="0">
              <a:solidFill>
                <a:srgbClr val="0D9488"/>
              </a:solidFill>
            </a:endParaRPr>
          </a:p>
        </p:txBody>
      </p:sp>
      <p:sp>
        <p:nvSpPr>
          <p:cNvPr id="141" name="Text 23">
            <a:extLst>
              <a:ext uri="{FF2B5EF4-FFF2-40B4-BE49-F238E27FC236}">
                <a16:creationId xmlns:a16="http://schemas.microsoft.com/office/drawing/2014/main" id="{6A7BA5B0-E4E6-C868-3BA6-0DD69459C5C9}"/>
              </a:ext>
            </a:extLst>
          </p:cNvPr>
          <p:cNvSpPr/>
          <p:nvPr/>
        </p:nvSpPr>
        <p:spPr>
          <a:xfrm>
            <a:off x="4859128" y="2426060"/>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Similarity</a:t>
            </a:r>
            <a:endParaRPr lang="en-US" sz="1050" noProof="0" dirty="0"/>
          </a:p>
        </p:txBody>
      </p:sp>
      <p:sp>
        <p:nvSpPr>
          <p:cNvPr id="142" name="Text 24">
            <a:extLst>
              <a:ext uri="{FF2B5EF4-FFF2-40B4-BE49-F238E27FC236}">
                <a16:creationId xmlns:a16="http://schemas.microsoft.com/office/drawing/2014/main" id="{9C3EE73B-B7BB-82DF-8D31-906BD02F16DF}"/>
              </a:ext>
            </a:extLst>
          </p:cNvPr>
          <p:cNvSpPr/>
          <p:nvPr/>
        </p:nvSpPr>
        <p:spPr>
          <a:xfrm>
            <a:off x="4868609" y="2803280"/>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Link related issues</a:t>
            </a:r>
            <a:endParaRPr lang="en-US" sz="1000" noProof="0" dirty="0"/>
          </a:p>
          <a:p>
            <a:pPr marL="0" indent="0" algn="ctr">
              <a:buNone/>
            </a:pPr>
            <a:r>
              <a:rPr lang="en-US" sz="1000" noProof="0" dirty="0">
                <a:solidFill>
                  <a:srgbClr val="64748B"/>
                </a:solidFill>
              </a:rPr>
              <a:t>describing the same bug</a:t>
            </a:r>
            <a:endParaRPr lang="en-US" sz="1000" noProof="0" dirty="0"/>
          </a:p>
        </p:txBody>
      </p:sp>
      <p:pic>
        <p:nvPicPr>
          <p:cNvPr id="143" name="Image 7" descr="preencoded.png">
            <a:extLst>
              <a:ext uri="{FF2B5EF4-FFF2-40B4-BE49-F238E27FC236}">
                <a16:creationId xmlns:a16="http://schemas.microsoft.com/office/drawing/2014/main" id="{A2252D37-DAC2-B757-54A1-F34625CB2F85}"/>
              </a:ext>
            </a:extLst>
          </p:cNvPr>
          <p:cNvPicPr>
            <a:picLocks noChangeAspect="1"/>
          </p:cNvPicPr>
          <p:nvPr/>
        </p:nvPicPr>
        <p:blipFill>
          <a:blip r:embed="rId5"/>
          <a:stretch>
            <a:fillRect/>
          </a:stretch>
        </p:blipFill>
        <p:spPr>
          <a:xfrm>
            <a:off x="9688869" y="2051597"/>
            <a:ext cx="237744" cy="237744"/>
          </a:xfrm>
          <a:prstGeom prst="rect">
            <a:avLst/>
          </a:prstGeom>
        </p:spPr>
      </p:pic>
      <p:sp>
        <p:nvSpPr>
          <p:cNvPr id="144" name="Shape 25">
            <a:extLst>
              <a:ext uri="{FF2B5EF4-FFF2-40B4-BE49-F238E27FC236}">
                <a16:creationId xmlns:a16="http://schemas.microsoft.com/office/drawing/2014/main" id="{6B958B5A-85F5-FE49-BF39-5383CA146DA8}"/>
              </a:ext>
            </a:extLst>
          </p:cNvPr>
          <p:cNvSpPr/>
          <p:nvPr/>
        </p:nvSpPr>
        <p:spPr>
          <a:xfrm>
            <a:off x="7775728" y="1917938"/>
            <a:ext cx="1397438" cy="1981140"/>
          </a:xfrm>
          <a:prstGeom prst="rect">
            <a:avLst/>
          </a:prstGeom>
          <a:solidFill>
            <a:srgbClr val="FFFFFF"/>
          </a:solidFill>
          <a:ln w="9525">
            <a:no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45" name="Shape 26">
            <a:extLst>
              <a:ext uri="{FF2B5EF4-FFF2-40B4-BE49-F238E27FC236}">
                <a16:creationId xmlns:a16="http://schemas.microsoft.com/office/drawing/2014/main" id="{D17E3072-DE22-0200-8BE3-548796AEB267}"/>
              </a:ext>
            </a:extLst>
          </p:cNvPr>
          <p:cNvSpPr/>
          <p:nvPr/>
        </p:nvSpPr>
        <p:spPr>
          <a:xfrm>
            <a:off x="7773138" y="1909324"/>
            <a:ext cx="1397438" cy="438912"/>
          </a:xfrm>
          <a:prstGeom prst="rect">
            <a:avLst/>
          </a:prstGeom>
          <a:noFill/>
          <a:ln w="12700">
            <a:solidFill>
              <a:schemeClr val="tx1"/>
            </a:solidFill>
            <a:prstDash val="solid"/>
          </a:ln>
        </p:spPr>
        <p:txBody>
          <a:bodyPr/>
          <a:lstStyle/>
          <a:p>
            <a:endParaRPr lang="en-US" noProof="0" dirty="0"/>
          </a:p>
        </p:txBody>
      </p:sp>
      <p:sp>
        <p:nvSpPr>
          <p:cNvPr id="146" name="Text 27">
            <a:extLst>
              <a:ext uri="{FF2B5EF4-FFF2-40B4-BE49-F238E27FC236}">
                <a16:creationId xmlns:a16="http://schemas.microsoft.com/office/drawing/2014/main" id="{895201AE-51E7-95BC-8129-4DC4AF45D7E6}"/>
              </a:ext>
            </a:extLst>
          </p:cNvPr>
          <p:cNvSpPr/>
          <p:nvPr/>
        </p:nvSpPr>
        <p:spPr>
          <a:xfrm>
            <a:off x="7826817" y="1902294"/>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6</a:t>
            </a:r>
            <a:endParaRPr lang="en-US" sz="1400" noProof="0" dirty="0">
              <a:solidFill>
                <a:srgbClr val="0D9488"/>
              </a:solidFill>
            </a:endParaRPr>
          </a:p>
        </p:txBody>
      </p:sp>
      <p:pic>
        <p:nvPicPr>
          <p:cNvPr id="147" name="Image 8" descr="preencoded.png">
            <a:extLst>
              <a:ext uri="{FF2B5EF4-FFF2-40B4-BE49-F238E27FC236}">
                <a16:creationId xmlns:a16="http://schemas.microsoft.com/office/drawing/2014/main" id="{5465BBB1-8478-50C3-4BA3-1A4660C76EDB}"/>
              </a:ext>
            </a:extLst>
          </p:cNvPr>
          <p:cNvPicPr>
            <a:picLocks noChangeAspect="1"/>
          </p:cNvPicPr>
          <p:nvPr/>
        </p:nvPicPr>
        <p:blipFill>
          <a:blip r:embed="rId7"/>
          <a:stretch>
            <a:fillRect/>
          </a:stretch>
        </p:blipFill>
        <p:spPr>
          <a:xfrm>
            <a:off x="8399763" y="1998795"/>
            <a:ext cx="256032" cy="256032"/>
          </a:xfrm>
          <a:prstGeom prst="rect">
            <a:avLst/>
          </a:prstGeom>
        </p:spPr>
      </p:pic>
      <p:sp>
        <p:nvSpPr>
          <p:cNvPr id="148" name="Text 28">
            <a:extLst>
              <a:ext uri="{FF2B5EF4-FFF2-40B4-BE49-F238E27FC236}">
                <a16:creationId xmlns:a16="http://schemas.microsoft.com/office/drawing/2014/main" id="{87ADFD3C-5FB7-239E-372A-A4073F82BB74}"/>
              </a:ext>
            </a:extLst>
          </p:cNvPr>
          <p:cNvSpPr/>
          <p:nvPr/>
        </p:nvSpPr>
        <p:spPr>
          <a:xfrm>
            <a:off x="8020872" y="2433179"/>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Chunking</a:t>
            </a:r>
            <a:endParaRPr lang="en-US" sz="1050" noProof="0" dirty="0"/>
          </a:p>
        </p:txBody>
      </p:sp>
      <p:sp>
        <p:nvSpPr>
          <p:cNvPr id="149" name="Text 29">
            <a:extLst>
              <a:ext uri="{FF2B5EF4-FFF2-40B4-BE49-F238E27FC236}">
                <a16:creationId xmlns:a16="http://schemas.microsoft.com/office/drawing/2014/main" id="{D012B46E-5911-E753-757F-A136A922A674}"/>
              </a:ext>
            </a:extLst>
          </p:cNvPr>
          <p:cNvSpPr/>
          <p:nvPr/>
        </p:nvSpPr>
        <p:spPr>
          <a:xfrm>
            <a:off x="8009697" y="2758367"/>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Split into chunks</a:t>
            </a:r>
            <a:endParaRPr lang="en-US" sz="1000" noProof="0" dirty="0"/>
          </a:p>
          <a:p>
            <a:pPr marL="0" indent="0" algn="ctr">
              <a:buNone/>
            </a:pPr>
            <a:r>
              <a:rPr lang="en-US" sz="1000" noProof="0" dirty="0">
                <a:solidFill>
                  <a:srgbClr val="64748B"/>
                </a:solidFill>
              </a:rPr>
              <a:t>for the evaluation</a:t>
            </a:r>
            <a:endParaRPr lang="en-US" sz="1000" noProof="0" dirty="0"/>
          </a:p>
        </p:txBody>
      </p:sp>
      <p:pic>
        <p:nvPicPr>
          <p:cNvPr id="150" name="Image 9" descr="preencoded.png">
            <a:extLst>
              <a:ext uri="{FF2B5EF4-FFF2-40B4-BE49-F238E27FC236}">
                <a16:creationId xmlns:a16="http://schemas.microsoft.com/office/drawing/2014/main" id="{9DE04AE7-59B0-9FFA-2042-5C416F665D58}"/>
              </a:ext>
            </a:extLst>
          </p:cNvPr>
          <p:cNvPicPr>
            <a:picLocks noChangeAspect="1"/>
          </p:cNvPicPr>
          <p:nvPr/>
        </p:nvPicPr>
        <p:blipFill>
          <a:blip r:embed="rId5"/>
          <a:stretch>
            <a:fillRect/>
          </a:stretch>
        </p:blipFill>
        <p:spPr>
          <a:xfrm>
            <a:off x="9244588" y="2956387"/>
            <a:ext cx="237744" cy="237744"/>
          </a:xfrm>
          <a:prstGeom prst="rect">
            <a:avLst/>
          </a:prstGeom>
        </p:spPr>
      </p:pic>
      <p:sp>
        <p:nvSpPr>
          <p:cNvPr id="151" name="Shape 30">
            <a:extLst>
              <a:ext uri="{FF2B5EF4-FFF2-40B4-BE49-F238E27FC236}">
                <a16:creationId xmlns:a16="http://schemas.microsoft.com/office/drawing/2014/main" id="{3A2EF70F-E5F9-9709-327B-D29BF533DC9A}"/>
              </a:ext>
            </a:extLst>
          </p:cNvPr>
          <p:cNvSpPr/>
          <p:nvPr/>
        </p:nvSpPr>
        <p:spPr>
          <a:xfrm>
            <a:off x="9345172" y="1923114"/>
            <a:ext cx="1383932" cy="1981139"/>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52" name="Shape 31">
            <a:extLst>
              <a:ext uri="{FF2B5EF4-FFF2-40B4-BE49-F238E27FC236}">
                <a16:creationId xmlns:a16="http://schemas.microsoft.com/office/drawing/2014/main" id="{FDB8060B-2C8C-E440-D981-1758522F76B9}"/>
              </a:ext>
            </a:extLst>
          </p:cNvPr>
          <p:cNvSpPr/>
          <p:nvPr/>
        </p:nvSpPr>
        <p:spPr>
          <a:xfrm>
            <a:off x="9345172" y="1923115"/>
            <a:ext cx="1397438" cy="438912"/>
          </a:xfrm>
          <a:prstGeom prst="rect">
            <a:avLst/>
          </a:prstGeom>
          <a:noFill/>
          <a:ln w="12700">
            <a:solidFill>
              <a:srgbClr val="000000"/>
            </a:solidFill>
            <a:prstDash val="solid"/>
          </a:ln>
        </p:spPr>
        <p:txBody>
          <a:bodyPr/>
          <a:lstStyle/>
          <a:p>
            <a:endParaRPr lang="en-US" noProof="0" dirty="0"/>
          </a:p>
        </p:txBody>
      </p:sp>
      <p:sp>
        <p:nvSpPr>
          <p:cNvPr id="153" name="Text 32">
            <a:extLst>
              <a:ext uri="{FF2B5EF4-FFF2-40B4-BE49-F238E27FC236}">
                <a16:creationId xmlns:a16="http://schemas.microsoft.com/office/drawing/2014/main" id="{698A4FFE-01A0-B485-35DE-E5727C9F7373}"/>
              </a:ext>
            </a:extLst>
          </p:cNvPr>
          <p:cNvSpPr/>
          <p:nvPr/>
        </p:nvSpPr>
        <p:spPr>
          <a:xfrm>
            <a:off x="9345172" y="1923115"/>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7</a:t>
            </a:r>
            <a:endParaRPr lang="en-US" sz="1400" noProof="0" dirty="0">
              <a:solidFill>
                <a:srgbClr val="0D9488"/>
              </a:solidFill>
            </a:endParaRPr>
          </a:p>
        </p:txBody>
      </p:sp>
      <p:pic>
        <p:nvPicPr>
          <p:cNvPr id="154" name="Image 10" descr="preencoded.png">
            <a:extLst>
              <a:ext uri="{FF2B5EF4-FFF2-40B4-BE49-F238E27FC236}">
                <a16:creationId xmlns:a16="http://schemas.microsoft.com/office/drawing/2014/main" id="{851ACE92-60E5-60A5-C865-3B9E997B5B90}"/>
              </a:ext>
            </a:extLst>
          </p:cNvPr>
          <p:cNvPicPr>
            <a:picLocks noChangeAspect="1"/>
          </p:cNvPicPr>
          <p:nvPr/>
        </p:nvPicPr>
        <p:blipFill>
          <a:blip r:embed="rId8"/>
          <a:stretch>
            <a:fillRect/>
          </a:stretch>
        </p:blipFill>
        <p:spPr>
          <a:xfrm>
            <a:off x="9918330" y="2016102"/>
            <a:ext cx="263059" cy="263059"/>
          </a:xfrm>
          <a:prstGeom prst="rect">
            <a:avLst/>
          </a:prstGeom>
        </p:spPr>
      </p:pic>
      <p:sp>
        <p:nvSpPr>
          <p:cNvPr id="155" name="Text 33">
            <a:extLst>
              <a:ext uri="{FF2B5EF4-FFF2-40B4-BE49-F238E27FC236}">
                <a16:creationId xmlns:a16="http://schemas.microsoft.com/office/drawing/2014/main" id="{338EE36F-74F0-5F56-4834-3CA524211B15}"/>
              </a:ext>
            </a:extLst>
          </p:cNvPr>
          <p:cNvSpPr/>
          <p:nvPr/>
        </p:nvSpPr>
        <p:spPr>
          <a:xfrm>
            <a:off x="9540971" y="2501265"/>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Evaluation</a:t>
            </a:r>
          </a:p>
          <a:p>
            <a:pPr algn="ctr"/>
            <a:r>
              <a:rPr lang="en-US" sz="900" b="1" noProof="0" dirty="0">
                <a:solidFill>
                  <a:srgbClr val="1B2A3B"/>
                </a:solidFill>
              </a:rPr>
              <a:t>(</a:t>
            </a:r>
            <a:r>
              <a:rPr lang="en-US" sz="900" b="1" noProof="0" dirty="0">
                <a:solidFill>
                  <a:srgbClr val="0D9488"/>
                </a:solidFill>
              </a:rPr>
              <a:t>Benchmark</a:t>
            </a:r>
            <a:r>
              <a:rPr lang="en-US" sz="900" b="1" noProof="0" dirty="0"/>
              <a:t>)</a:t>
            </a:r>
          </a:p>
        </p:txBody>
      </p:sp>
      <p:sp>
        <p:nvSpPr>
          <p:cNvPr id="156" name="Text 34">
            <a:extLst>
              <a:ext uri="{FF2B5EF4-FFF2-40B4-BE49-F238E27FC236}">
                <a16:creationId xmlns:a16="http://schemas.microsoft.com/office/drawing/2014/main" id="{01DDC069-E339-A3B1-B5AC-A0A026BDFF99}"/>
              </a:ext>
            </a:extLst>
          </p:cNvPr>
          <p:cNvSpPr/>
          <p:nvPr/>
        </p:nvSpPr>
        <p:spPr>
          <a:xfrm>
            <a:off x="9559974" y="3022473"/>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Test with 50</a:t>
            </a:r>
            <a:endParaRPr lang="en-US" sz="1000" noProof="0" dirty="0"/>
          </a:p>
          <a:p>
            <a:pPr marL="0" indent="0" algn="ctr">
              <a:buNone/>
            </a:pPr>
            <a:r>
              <a:rPr lang="en-US" sz="1000" noProof="0" dirty="0">
                <a:solidFill>
                  <a:srgbClr val="64748B"/>
                </a:solidFill>
              </a:rPr>
              <a:t>questions of reference</a:t>
            </a:r>
          </a:p>
          <a:p>
            <a:pPr marL="0" indent="0" algn="ctr">
              <a:buNone/>
            </a:pPr>
            <a:endParaRPr lang="en-US" sz="1000" noProof="0" dirty="0"/>
          </a:p>
          <a:p>
            <a:pPr marL="0" indent="0" algn="ctr">
              <a:buNone/>
            </a:pPr>
            <a:endParaRPr lang="en-US" sz="1000" noProof="0" dirty="0"/>
          </a:p>
        </p:txBody>
      </p:sp>
      <p:pic>
        <p:nvPicPr>
          <p:cNvPr id="157" name="Image 11" descr="preencoded.png">
            <a:extLst>
              <a:ext uri="{FF2B5EF4-FFF2-40B4-BE49-F238E27FC236}">
                <a16:creationId xmlns:a16="http://schemas.microsoft.com/office/drawing/2014/main" id="{8D305D08-006A-7802-D42C-95895E880FC7}"/>
              </a:ext>
            </a:extLst>
          </p:cNvPr>
          <p:cNvPicPr>
            <a:picLocks noChangeAspect="1"/>
          </p:cNvPicPr>
          <p:nvPr/>
        </p:nvPicPr>
        <p:blipFill>
          <a:blip r:embed="rId5"/>
          <a:stretch>
            <a:fillRect/>
          </a:stretch>
        </p:blipFill>
        <p:spPr>
          <a:xfrm>
            <a:off x="10488172" y="2956387"/>
            <a:ext cx="237744" cy="237744"/>
          </a:xfrm>
          <a:prstGeom prst="rect">
            <a:avLst/>
          </a:prstGeom>
        </p:spPr>
      </p:pic>
      <p:sp>
        <p:nvSpPr>
          <p:cNvPr id="158" name="Shape 35">
            <a:extLst>
              <a:ext uri="{FF2B5EF4-FFF2-40B4-BE49-F238E27FC236}">
                <a16:creationId xmlns:a16="http://schemas.microsoft.com/office/drawing/2014/main" id="{AB871982-84D1-9B33-4B06-5BEAE1B472C4}"/>
              </a:ext>
            </a:extLst>
          </p:cNvPr>
          <p:cNvSpPr/>
          <p:nvPr/>
        </p:nvSpPr>
        <p:spPr>
          <a:xfrm>
            <a:off x="10892102" y="1918542"/>
            <a:ext cx="1218608" cy="1990773"/>
          </a:xfrm>
          <a:prstGeom prst="rect">
            <a:avLst/>
          </a:prstGeom>
          <a:solidFill>
            <a:srgbClr val="FFFFFF"/>
          </a:solidFill>
          <a:ln w="9525">
            <a:solidFill>
              <a:srgbClr val="C0000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59" name="Shape 36">
            <a:extLst>
              <a:ext uri="{FF2B5EF4-FFF2-40B4-BE49-F238E27FC236}">
                <a16:creationId xmlns:a16="http://schemas.microsoft.com/office/drawing/2014/main" id="{1DE3E380-A289-FC79-47AA-11AC9B578CB1}"/>
              </a:ext>
            </a:extLst>
          </p:cNvPr>
          <p:cNvSpPr/>
          <p:nvPr/>
        </p:nvSpPr>
        <p:spPr>
          <a:xfrm>
            <a:off x="10892102" y="1918543"/>
            <a:ext cx="1218607" cy="438912"/>
          </a:xfrm>
          <a:prstGeom prst="rect">
            <a:avLst/>
          </a:prstGeom>
          <a:noFill/>
          <a:ln w="12700">
            <a:solidFill>
              <a:srgbClr val="C00000"/>
            </a:solidFill>
            <a:prstDash val="solid"/>
          </a:ln>
        </p:spPr>
        <p:txBody>
          <a:bodyPr/>
          <a:lstStyle/>
          <a:p>
            <a:endParaRPr lang="en-US" noProof="0" dirty="0"/>
          </a:p>
        </p:txBody>
      </p:sp>
      <p:sp>
        <p:nvSpPr>
          <p:cNvPr id="160" name="Text 37">
            <a:extLst>
              <a:ext uri="{FF2B5EF4-FFF2-40B4-BE49-F238E27FC236}">
                <a16:creationId xmlns:a16="http://schemas.microsoft.com/office/drawing/2014/main" id="{D5BCF26A-9A3A-A7F3-E8D1-D2AFC84CC026}"/>
              </a:ext>
            </a:extLst>
          </p:cNvPr>
          <p:cNvSpPr/>
          <p:nvPr/>
        </p:nvSpPr>
        <p:spPr>
          <a:xfrm>
            <a:off x="10892102" y="1918543"/>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8</a:t>
            </a:r>
            <a:endParaRPr lang="en-US" sz="1400" noProof="0" dirty="0">
              <a:solidFill>
                <a:srgbClr val="0D9488"/>
              </a:solidFill>
            </a:endParaRPr>
          </a:p>
        </p:txBody>
      </p:sp>
      <p:pic>
        <p:nvPicPr>
          <p:cNvPr id="161" name="Image 12" descr="preencoded.png">
            <a:extLst>
              <a:ext uri="{FF2B5EF4-FFF2-40B4-BE49-F238E27FC236}">
                <a16:creationId xmlns:a16="http://schemas.microsoft.com/office/drawing/2014/main" id="{2F8B6AE0-902D-BEEF-7D49-AFD6BD57F7BC}"/>
              </a:ext>
            </a:extLst>
          </p:cNvPr>
          <p:cNvPicPr>
            <a:picLocks noChangeAspect="1"/>
          </p:cNvPicPr>
          <p:nvPr/>
        </p:nvPicPr>
        <p:blipFill>
          <a:blip r:embed="rId9"/>
          <a:stretch>
            <a:fillRect/>
          </a:stretch>
        </p:blipFill>
        <p:spPr>
          <a:xfrm>
            <a:off x="11374469" y="2003612"/>
            <a:ext cx="288037" cy="288037"/>
          </a:xfrm>
          <a:prstGeom prst="rect">
            <a:avLst/>
          </a:prstGeom>
        </p:spPr>
      </p:pic>
      <p:sp>
        <p:nvSpPr>
          <p:cNvPr id="162" name="Text 38">
            <a:extLst>
              <a:ext uri="{FF2B5EF4-FFF2-40B4-BE49-F238E27FC236}">
                <a16:creationId xmlns:a16="http://schemas.microsoft.com/office/drawing/2014/main" id="{EEF3FE38-F7E3-00C4-7107-404F51F125E8}"/>
              </a:ext>
            </a:extLst>
          </p:cNvPr>
          <p:cNvSpPr/>
          <p:nvPr/>
        </p:nvSpPr>
        <p:spPr>
          <a:xfrm>
            <a:off x="10909183" y="2537692"/>
            <a:ext cx="1218607"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Delivery</a:t>
            </a:r>
            <a:endParaRPr lang="en-US" sz="800" b="1" noProof="0" dirty="0">
              <a:solidFill>
                <a:srgbClr val="1B2A3B"/>
              </a:solidFill>
            </a:endParaRPr>
          </a:p>
          <a:p>
            <a:pPr marL="0" indent="0" algn="ctr">
              <a:buNone/>
            </a:pPr>
            <a:endParaRPr lang="en-US" sz="1050" b="1" noProof="0" dirty="0">
              <a:solidFill>
                <a:srgbClr val="1B2A3B"/>
              </a:solidFill>
            </a:endParaRPr>
          </a:p>
        </p:txBody>
      </p:sp>
      <p:sp>
        <p:nvSpPr>
          <p:cNvPr id="163" name="Text 39">
            <a:extLst>
              <a:ext uri="{FF2B5EF4-FFF2-40B4-BE49-F238E27FC236}">
                <a16:creationId xmlns:a16="http://schemas.microsoft.com/office/drawing/2014/main" id="{71192D1A-6492-9580-8E6F-1AA288C961F1}"/>
              </a:ext>
            </a:extLst>
          </p:cNvPr>
          <p:cNvSpPr/>
          <p:nvPr/>
        </p:nvSpPr>
        <p:spPr>
          <a:xfrm>
            <a:off x="10991092" y="2880338"/>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Deliver JSON</a:t>
            </a:r>
            <a:endParaRPr lang="en-US" sz="1000" noProof="0" dirty="0"/>
          </a:p>
          <a:p>
            <a:pPr marL="0" indent="0" algn="ctr">
              <a:buNone/>
            </a:pPr>
            <a:r>
              <a:rPr lang="en-US" sz="1000" noProof="0" dirty="0">
                <a:solidFill>
                  <a:srgbClr val="64748B"/>
                </a:solidFill>
              </a:rPr>
              <a:t>format ST-ready</a:t>
            </a:r>
            <a:endParaRPr lang="en-US" sz="1000" noProof="0" dirty="0"/>
          </a:p>
        </p:txBody>
      </p:sp>
      <p:pic>
        <p:nvPicPr>
          <p:cNvPr id="164" name="Graphic 163" descr="Dice with solid fill">
            <a:extLst>
              <a:ext uri="{FF2B5EF4-FFF2-40B4-BE49-F238E27FC236}">
                <a16:creationId xmlns:a16="http://schemas.microsoft.com/office/drawing/2014/main" id="{542FD8C1-B2B0-D474-DCEE-E33E5DFEDCAE}"/>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164991" y="1929967"/>
            <a:ext cx="402338" cy="402338"/>
          </a:xfrm>
          <a:prstGeom prst="rect">
            <a:avLst/>
          </a:prstGeom>
        </p:spPr>
      </p:pic>
      <p:sp>
        <p:nvSpPr>
          <p:cNvPr id="165" name="Shape 20">
            <a:extLst>
              <a:ext uri="{FF2B5EF4-FFF2-40B4-BE49-F238E27FC236}">
                <a16:creationId xmlns:a16="http://schemas.microsoft.com/office/drawing/2014/main" id="{ED6AA46C-5D5B-889A-EC0A-B3DAE6E21513}"/>
              </a:ext>
            </a:extLst>
          </p:cNvPr>
          <p:cNvSpPr/>
          <p:nvPr/>
        </p:nvSpPr>
        <p:spPr>
          <a:xfrm>
            <a:off x="6215313" y="1911930"/>
            <a:ext cx="1397438" cy="1981141"/>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66" name="Shape 21">
            <a:extLst>
              <a:ext uri="{FF2B5EF4-FFF2-40B4-BE49-F238E27FC236}">
                <a16:creationId xmlns:a16="http://schemas.microsoft.com/office/drawing/2014/main" id="{35F1DCB1-2DC7-628C-B906-BFBBF26D5D24}"/>
              </a:ext>
            </a:extLst>
          </p:cNvPr>
          <p:cNvSpPr/>
          <p:nvPr/>
        </p:nvSpPr>
        <p:spPr>
          <a:xfrm>
            <a:off x="6215312" y="1907356"/>
            <a:ext cx="1411952" cy="438912"/>
          </a:xfrm>
          <a:prstGeom prst="rect">
            <a:avLst/>
          </a:prstGeom>
          <a:noFill/>
          <a:ln w="12700">
            <a:solidFill>
              <a:srgbClr val="000000"/>
            </a:solidFill>
            <a:prstDash val="solid"/>
          </a:ln>
        </p:spPr>
        <p:txBody>
          <a:bodyPr/>
          <a:lstStyle/>
          <a:p>
            <a:endParaRPr lang="en-US" noProof="0" dirty="0"/>
          </a:p>
        </p:txBody>
      </p:sp>
      <p:sp>
        <p:nvSpPr>
          <p:cNvPr id="167" name="Text 22">
            <a:extLst>
              <a:ext uri="{FF2B5EF4-FFF2-40B4-BE49-F238E27FC236}">
                <a16:creationId xmlns:a16="http://schemas.microsoft.com/office/drawing/2014/main" id="{9BE9E66A-4B88-63D8-B0EF-D0636A6D6806}"/>
              </a:ext>
            </a:extLst>
          </p:cNvPr>
          <p:cNvSpPr/>
          <p:nvPr/>
        </p:nvSpPr>
        <p:spPr>
          <a:xfrm>
            <a:off x="6289954" y="1907356"/>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5</a:t>
            </a:r>
            <a:endParaRPr lang="en-US" sz="1400" noProof="0" dirty="0">
              <a:solidFill>
                <a:srgbClr val="0D9488"/>
              </a:solidFill>
            </a:endParaRPr>
          </a:p>
        </p:txBody>
      </p:sp>
      <p:sp>
        <p:nvSpPr>
          <p:cNvPr id="168" name="Text 23">
            <a:extLst>
              <a:ext uri="{FF2B5EF4-FFF2-40B4-BE49-F238E27FC236}">
                <a16:creationId xmlns:a16="http://schemas.microsoft.com/office/drawing/2014/main" id="{2F80BDAD-DBD3-5E66-1E30-22C398EAFD54}"/>
              </a:ext>
            </a:extLst>
          </p:cNvPr>
          <p:cNvSpPr/>
          <p:nvPr/>
        </p:nvSpPr>
        <p:spPr>
          <a:xfrm>
            <a:off x="6476272" y="2430880"/>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Data Generation</a:t>
            </a:r>
            <a:endParaRPr lang="en-US" sz="1050" noProof="0" dirty="0"/>
          </a:p>
        </p:txBody>
      </p:sp>
      <p:sp>
        <p:nvSpPr>
          <p:cNvPr id="169" name="Text 24">
            <a:extLst>
              <a:ext uri="{FF2B5EF4-FFF2-40B4-BE49-F238E27FC236}">
                <a16:creationId xmlns:a16="http://schemas.microsoft.com/office/drawing/2014/main" id="{4390AD97-01C0-8FF9-FFED-8EC20C4635E6}"/>
              </a:ext>
            </a:extLst>
          </p:cNvPr>
          <p:cNvSpPr/>
          <p:nvPr/>
        </p:nvSpPr>
        <p:spPr>
          <a:xfrm>
            <a:off x="6476272" y="2940628"/>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A post-processing stage that turns prepared data into actionable support artifacts</a:t>
            </a:r>
            <a:endParaRPr lang="en-US" sz="1000" noProof="0" dirty="0"/>
          </a:p>
        </p:txBody>
      </p:sp>
      <p:pic>
        <p:nvPicPr>
          <p:cNvPr id="170" name="Graphic 169" descr="Database with solid fill">
            <a:extLst>
              <a:ext uri="{FF2B5EF4-FFF2-40B4-BE49-F238E27FC236}">
                <a16:creationId xmlns:a16="http://schemas.microsoft.com/office/drawing/2014/main" id="{6673DF2F-972C-4626-B2F6-3E009D910AA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793537" y="1931676"/>
            <a:ext cx="390272" cy="390272"/>
          </a:xfrm>
          <a:prstGeom prst="rect">
            <a:avLst/>
          </a:prstGeom>
        </p:spPr>
      </p:pic>
      <p:cxnSp>
        <p:nvCxnSpPr>
          <p:cNvPr id="171" name="Straight Arrow Connector 170">
            <a:extLst>
              <a:ext uri="{FF2B5EF4-FFF2-40B4-BE49-F238E27FC236}">
                <a16:creationId xmlns:a16="http://schemas.microsoft.com/office/drawing/2014/main" id="{ABF1B8C1-5AF5-4578-8896-B678B21832A1}"/>
              </a:ext>
            </a:extLst>
          </p:cNvPr>
          <p:cNvCxnSpPr>
            <a:stCxn id="131" idx="3"/>
            <a:endCxn id="138" idx="1"/>
          </p:cNvCxnSpPr>
          <p:nvPr/>
        </p:nvCxnSpPr>
        <p:spPr>
          <a:xfrm>
            <a:off x="4464518" y="2897927"/>
            <a:ext cx="194837" cy="10581"/>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72" name="Straight Arrow Connector 171">
            <a:extLst>
              <a:ext uri="{FF2B5EF4-FFF2-40B4-BE49-F238E27FC236}">
                <a16:creationId xmlns:a16="http://schemas.microsoft.com/office/drawing/2014/main" id="{00404C03-6EE3-A260-59A6-01669872A0F8}"/>
              </a:ext>
            </a:extLst>
          </p:cNvPr>
          <p:cNvCxnSpPr>
            <a:stCxn id="138" idx="3"/>
            <a:endCxn id="165" idx="1"/>
          </p:cNvCxnSpPr>
          <p:nvPr/>
        </p:nvCxnSpPr>
        <p:spPr>
          <a:xfrm flipV="1">
            <a:off x="6056793" y="2902501"/>
            <a:ext cx="158520" cy="6007"/>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73" name="Connector: Elbow 172">
            <a:extLst>
              <a:ext uri="{FF2B5EF4-FFF2-40B4-BE49-F238E27FC236}">
                <a16:creationId xmlns:a16="http://schemas.microsoft.com/office/drawing/2014/main" id="{2CE7709A-9A0C-9A14-8F7E-CD02743620EA}"/>
              </a:ext>
            </a:extLst>
          </p:cNvPr>
          <p:cNvCxnSpPr>
            <a:stCxn id="165" idx="3"/>
            <a:endCxn id="144" idx="1"/>
          </p:cNvCxnSpPr>
          <p:nvPr/>
        </p:nvCxnSpPr>
        <p:spPr>
          <a:xfrm>
            <a:off x="7612751" y="2902501"/>
            <a:ext cx="162977" cy="6007"/>
          </a:xfrm>
          <a:prstGeom prst="bentConnector3">
            <a:avLst>
              <a:gd name="adj1" fmla="val 50000"/>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74" name="Straight Arrow Connector 173">
            <a:extLst>
              <a:ext uri="{FF2B5EF4-FFF2-40B4-BE49-F238E27FC236}">
                <a16:creationId xmlns:a16="http://schemas.microsoft.com/office/drawing/2014/main" id="{5C93349E-9C02-5616-A340-2E4DCF38D209}"/>
              </a:ext>
            </a:extLst>
          </p:cNvPr>
          <p:cNvCxnSpPr>
            <a:stCxn id="144" idx="3"/>
            <a:endCxn id="151" idx="1"/>
          </p:cNvCxnSpPr>
          <p:nvPr/>
        </p:nvCxnSpPr>
        <p:spPr>
          <a:xfrm>
            <a:off x="9173166" y="2908508"/>
            <a:ext cx="172006" cy="5176"/>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75" name="Straight Arrow Connector 174">
            <a:extLst>
              <a:ext uri="{FF2B5EF4-FFF2-40B4-BE49-F238E27FC236}">
                <a16:creationId xmlns:a16="http://schemas.microsoft.com/office/drawing/2014/main" id="{855B0ABE-D05A-2B4E-87F1-FBE495B98567}"/>
              </a:ext>
            </a:extLst>
          </p:cNvPr>
          <p:cNvCxnSpPr>
            <a:cxnSpLocks/>
            <a:stCxn id="151" idx="3"/>
            <a:endCxn id="158" idx="1"/>
          </p:cNvCxnSpPr>
          <p:nvPr/>
        </p:nvCxnSpPr>
        <p:spPr>
          <a:xfrm>
            <a:off x="10729104" y="2913684"/>
            <a:ext cx="162998" cy="245"/>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pic>
        <p:nvPicPr>
          <p:cNvPr id="176" name="Image 1" descr="preencoded.png">
            <a:extLst>
              <a:ext uri="{FF2B5EF4-FFF2-40B4-BE49-F238E27FC236}">
                <a16:creationId xmlns:a16="http://schemas.microsoft.com/office/drawing/2014/main" id="{6C70AC54-507B-D8DD-6044-E9F87B624E6F}"/>
              </a:ext>
            </a:extLst>
          </p:cNvPr>
          <p:cNvPicPr>
            <a:picLocks noChangeAspect="1"/>
          </p:cNvPicPr>
          <p:nvPr/>
        </p:nvPicPr>
        <p:blipFill>
          <a:blip r:embed="rId5"/>
          <a:stretch>
            <a:fillRect/>
          </a:stretch>
        </p:blipFill>
        <p:spPr>
          <a:xfrm>
            <a:off x="1535658" y="2964948"/>
            <a:ext cx="237744" cy="237744"/>
          </a:xfrm>
          <a:prstGeom prst="rect">
            <a:avLst/>
          </a:prstGeom>
        </p:spPr>
      </p:pic>
      <p:sp>
        <p:nvSpPr>
          <p:cNvPr id="177" name="Shape 10">
            <a:extLst>
              <a:ext uri="{FF2B5EF4-FFF2-40B4-BE49-F238E27FC236}">
                <a16:creationId xmlns:a16="http://schemas.microsoft.com/office/drawing/2014/main" id="{D19EB6D9-6D3A-7A5D-4A91-1332C6DC7E18}"/>
              </a:ext>
            </a:extLst>
          </p:cNvPr>
          <p:cNvSpPr/>
          <p:nvPr/>
        </p:nvSpPr>
        <p:spPr>
          <a:xfrm>
            <a:off x="1519175" y="1909324"/>
            <a:ext cx="1412748" cy="1974140"/>
          </a:xfrm>
          <a:prstGeom prst="rect">
            <a:avLst/>
          </a:prstGeom>
          <a:solidFill>
            <a:srgbClr val="FFFFFF"/>
          </a:solidFill>
          <a:ln w="9525">
            <a:no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78" name="Shape 11">
            <a:extLst>
              <a:ext uri="{FF2B5EF4-FFF2-40B4-BE49-F238E27FC236}">
                <a16:creationId xmlns:a16="http://schemas.microsoft.com/office/drawing/2014/main" id="{CF5BD3B5-3490-CA4E-A9A4-B40F0EA7D5BE}"/>
              </a:ext>
            </a:extLst>
          </p:cNvPr>
          <p:cNvSpPr/>
          <p:nvPr/>
        </p:nvSpPr>
        <p:spPr>
          <a:xfrm>
            <a:off x="1519175" y="1909324"/>
            <a:ext cx="1412748" cy="438912"/>
          </a:xfrm>
          <a:prstGeom prst="rect">
            <a:avLst/>
          </a:prstGeom>
          <a:noFill/>
          <a:ln w="12700">
            <a:solidFill>
              <a:schemeClr val="tx1"/>
            </a:solidFill>
            <a:prstDash val="solid"/>
          </a:ln>
        </p:spPr>
        <p:txBody>
          <a:bodyPr/>
          <a:lstStyle/>
          <a:p>
            <a:endParaRPr lang="en-US" noProof="0" dirty="0"/>
          </a:p>
        </p:txBody>
      </p:sp>
      <p:sp>
        <p:nvSpPr>
          <p:cNvPr id="179" name="Text 12">
            <a:extLst>
              <a:ext uri="{FF2B5EF4-FFF2-40B4-BE49-F238E27FC236}">
                <a16:creationId xmlns:a16="http://schemas.microsoft.com/office/drawing/2014/main" id="{B0AE2A02-61EB-6ED9-B709-4AD0253F3F98}"/>
              </a:ext>
            </a:extLst>
          </p:cNvPr>
          <p:cNvSpPr/>
          <p:nvPr/>
        </p:nvSpPr>
        <p:spPr>
          <a:xfrm>
            <a:off x="1519175" y="1909324"/>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2</a:t>
            </a:r>
            <a:endParaRPr lang="en-US" sz="1400" noProof="0" dirty="0">
              <a:solidFill>
                <a:srgbClr val="0D9488"/>
              </a:solidFill>
            </a:endParaRPr>
          </a:p>
        </p:txBody>
      </p:sp>
      <p:sp>
        <p:nvSpPr>
          <p:cNvPr id="180" name="Text 13">
            <a:extLst>
              <a:ext uri="{FF2B5EF4-FFF2-40B4-BE49-F238E27FC236}">
                <a16:creationId xmlns:a16="http://schemas.microsoft.com/office/drawing/2014/main" id="{204D9D10-0D5F-9C7B-CD83-4AB19EE4EE9E}"/>
              </a:ext>
            </a:extLst>
          </p:cNvPr>
          <p:cNvSpPr/>
          <p:nvPr/>
        </p:nvSpPr>
        <p:spPr>
          <a:xfrm>
            <a:off x="1725252" y="2391388"/>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Cleaning</a:t>
            </a:r>
            <a:endParaRPr lang="en-US" sz="1050" noProof="0" dirty="0"/>
          </a:p>
        </p:txBody>
      </p:sp>
      <p:sp>
        <p:nvSpPr>
          <p:cNvPr id="181" name="Text 14">
            <a:extLst>
              <a:ext uri="{FF2B5EF4-FFF2-40B4-BE49-F238E27FC236}">
                <a16:creationId xmlns:a16="http://schemas.microsoft.com/office/drawing/2014/main" id="{7B8A82EE-A86D-195C-243D-5F97A9BCF8DF}"/>
              </a:ext>
            </a:extLst>
          </p:cNvPr>
          <p:cNvSpPr/>
          <p:nvPr/>
        </p:nvSpPr>
        <p:spPr>
          <a:xfrm>
            <a:off x="1683767" y="2770923"/>
            <a:ext cx="1176327"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Clean:</a:t>
            </a:r>
          </a:p>
          <a:p>
            <a:pPr marL="0" indent="0" algn="ctr">
              <a:buNone/>
            </a:pPr>
            <a:r>
              <a:rPr lang="en-US" sz="1000" noProof="0" dirty="0">
                <a:solidFill>
                  <a:srgbClr val="64748B"/>
                </a:solidFill>
              </a:rPr>
              <a:t>remove HTML,</a:t>
            </a:r>
            <a:endParaRPr lang="en-US" sz="1000" noProof="0" dirty="0"/>
          </a:p>
          <a:p>
            <a:pPr marL="0" indent="0" algn="ctr">
              <a:buNone/>
            </a:pPr>
            <a:r>
              <a:rPr lang="en-US" sz="1000" noProof="0" dirty="0">
                <a:solidFill>
                  <a:srgbClr val="64748B"/>
                </a:solidFill>
              </a:rPr>
              <a:t>Noisy text</a:t>
            </a:r>
            <a:endParaRPr lang="en-US" sz="1000" noProof="0" dirty="0"/>
          </a:p>
        </p:txBody>
      </p:sp>
      <p:pic>
        <p:nvPicPr>
          <p:cNvPr id="182" name="Graphic 181" descr="Eraser with solid fill">
            <a:extLst>
              <a:ext uri="{FF2B5EF4-FFF2-40B4-BE49-F238E27FC236}">
                <a16:creationId xmlns:a16="http://schemas.microsoft.com/office/drawing/2014/main" id="{0A63828E-2375-0178-AD99-2175384C8657}"/>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2063309" y="1974984"/>
            <a:ext cx="329184" cy="329184"/>
          </a:xfrm>
          <a:prstGeom prst="rect">
            <a:avLst/>
          </a:prstGeom>
        </p:spPr>
      </p:pic>
      <p:cxnSp>
        <p:nvCxnSpPr>
          <p:cNvPr id="183" name="Straight Arrow Connector 182">
            <a:extLst>
              <a:ext uri="{FF2B5EF4-FFF2-40B4-BE49-F238E27FC236}">
                <a16:creationId xmlns:a16="http://schemas.microsoft.com/office/drawing/2014/main" id="{153EE465-B4F8-FFA7-C4B2-5C5244AB048E}"/>
              </a:ext>
            </a:extLst>
          </p:cNvPr>
          <p:cNvCxnSpPr>
            <a:stCxn id="123" idx="3"/>
            <a:endCxn id="177" idx="1"/>
          </p:cNvCxnSpPr>
          <p:nvPr/>
        </p:nvCxnSpPr>
        <p:spPr>
          <a:xfrm flipV="1">
            <a:off x="1383557" y="2896394"/>
            <a:ext cx="135618" cy="6107"/>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84" name="Straight Arrow Connector 183">
            <a:extLst>
              <a:ext uri="{FF2B5EF4-FFF2-40B4-BE49-F238E27FC236}">
                <a16:creationId xmlns:a16="http://schemas.microsoft.com/office/drawing/2014/main" id="{5E00EA43-1B2B-CA44-97D2-1889C575847A}"/>
              </a:ext>
            </a:extLst>
          </p:cNvPr>
          <p:cNvCxnSpPr>
            <a:stCxn id="177" idx="3"/>
            <a:endCxn id="131" idx="1"/>
          </p:cNvCxnSpPr>
          <p:nvPr/>
        </p:nvCxnSpPr>
        <p:spPr>
          <a:xfrm>
            <a:off x="2931923" y="2896394"/>
            <a:ext cx="125867" cy="1533"/>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1FE79DD9-2ECA-9B1B-2FB2-720A13281739}"/>
              </a:ext>
            </a:extLst>
          </p:cNvPr>
          <p:cNvSpPr>
            <a:spLocks noGrp="1"/>
          </p:cNvSpPr>
          <p:nvPr>
            <p:ph type="sldNum" sz="quarter" idx="12"/>
          </p:nvPr>
        </p:nvSpPr>
        <p:spPr/>
        <p:txBody>
          <a:bodyPr/>
          <a:lstStyle/>
          <a:p>
            <a:fld id="{40A7B169-58CE-4E65-B1F9-ACF9E46440C2}" type="slidenum">
              <a:rPr lang="en-US" noProof="0" smtClean="0"/>
              <a:t>55</a:t>
            </a:fld>
            <a:endParaRPr lang="en-US" noProof="0" dirty="0"/>
          </a:p>
        </p:txBody>
      </p:sp>
    </p:spTree>
    <p:extLst>
      <p:ext uri="{BB962C8B-B14F-4D97-AF65-F5344CB8AC3E}">
        <p14:creationId xmlns:p14="http://schemas.microsoft.com/office/powerpoint/2010/main" val="63610066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02419-9CEA-068A-A57C-39FBE605DE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70887F-CE9C-DBC5-8CF1-15818F312759}"/>
              </a:ext>
            </a:extLst>
          </p:cNvPr>
          <p:cNvSpPr>
            <a:spLocks noGrp="1"/>
          </p:cNvSpPr>
          <p:nvPr>
            <p:ph type="title"/>
          </p:nvPr>
        </p:nvSpPr>
        <p:spPr>
          <a:xfrm>
            <a:off x="291339" y="-222791"/>
            <a:ext cx="11609159" cy="1247050"/>
          </a:xfrm>
        </p:spPr>
        <p:txBody>
          <a:bodyPr/>
          <a:lstStyle/>
          <a:p>
            <a:r>
              <a:rPr lang="en-US" sz="1800" b="1" noProof="0" dirty="0">
                <a:latin typeface="+mn-lt"/>
              </a:rPr>
              <a:t>Pipeline: Delivery</a:t>
            </a:r>
            <a:endParaRPr lang="en-US" sz="1800" noProof="0" dirty="0">
              <a:latin typeface="+mn-lt"/>
            </a:endParaRPr>
          </a:p>
        </p:txBody>
      </p:sp>
      <p:sp>
        <p:nvSpPr>
          <p:cNvPr id="56" name="TextBox 55">
            <a:extLst>
              <a:ext uri="{FF2B5EF4-FFF2-40B4-BE49-F238E27FC236}">
                <a16:creationId xmlns:a16="http://schemas.microsoft.com/office/drawing/2014/main" id="{D66DB77D-2939-F4E2-9380-A0E83B7E9A9E}"/>
              </a:ext>
            </a:extLst>
          </p:cNvPr>
          <p:cNvSpPr txBox="1"/>
          <p:nvPr/>
        </p:nvSpPr>
        <p:spPr>
          <a:xfrm>
            <a:off x="291339" y="427728"/>
            <a:ext cx="6173779" cy="276999"/>
          </a:xfrm>
          <a:prstGeom prst="rect">
            <a:avLst/>
          </a:prstGeom>
          <a:noFill/>
        </p:spPr>
        <p:txBody>
          <a:bodyPr wrap="square">
            <a:spAutoFit/>
          </a:bodyPr>
          <a:lstStyle/>
          <a:p>
            <a:pPr marL="0" indent="0" algn="l">
              <a:buNone/>
            </a:pPr>
            <a:r>
              <a:rPr lang="en-US" sz="1200" b="1" noProof="0" dirty="0">
                <a:solidFill>
                  <a:srgbClr val="425A78"/>
                </a:solidFill>
              </a:rPr>
              <a:t>Delivery , Why structure the final output?</a:t>
            </a:r>
          </a:p>
        </p:txBody>
      </p:sp>
      <p:sp>
        <p:nvSpPr>
          <p:cNvPr id="57" name="Text 3">
            <a:extLst>
              <a:ext uri="{FF2B5EF4-FFF2-40B4-BE49-F238E27FC236}">
                <a16:creationId xmlns:a16="http://schemas.microsoft.com/office/drawing/2014/main" id="{46FB8820-2AB0-0E55-C62D-02F624BFB38A}"/>
              </a:ext>
            </a:extLst>
          </p:cNvPr>
          <p:cNvSpPr/>
          <p:nvPr/>
        </p:nvSpPr>
        <p:spPr>
          <a:xfrm>
            <a:off x="390500" y="713871"/>
            <a:ext cx="8229600" cy="256032"/>
          </a:xfrm>
          <a:prstGeom prst="rect">
            <a:avLst/>
          </a:prstGeom>
          <a:noFill/>
          <a:ln/>
        </p:spPr>
        <p:txBody>
          <a:bodyPr wrap="square" lIns="0" tIns="0" rIns="0" bIns="0" rtlCol="0" anchor="ctr"/>
          <a:lstStyle/>
          <a:p>
            <a:pPr marL="0" indent="0" algn="l">
              <a:buNone/>
            </a:pPr>
            <a:r>
              <a:rPr lang="en-US" sz="1100" i="1" noProof="0" dirty="0">
                <a:solidFill>
                  <a:srgbClr val="64748B"/>
                </a:solidFill>
              </a:rPr>
              <a:t>From processed data → ST-ready Knowledge Base payload</a:t>
            </a:r>
          </a:p>
        </p:txBody>
      </p:sp>
      <p:sp>
        <p:nvSpPr>
          <p:cNvPr id="58" name="Shape 4">
            <a:extLst>
              <a:ext uri="{FF2B5EF4-FFF2-40B4-BE49-F238E27FC236}">
                <a16:creationId xmlns:a16="http://schemas.microsoft.com/office/drawing/2014/main" id="{CB77E502-4147-B9B3-DAB5-71F8D7C21317}"/>
              </a:ext>
            </a:extLst>
          </p:cNvPr>
          <p:cNvSpPr/>
          <p:nvPr/>
        </p:nvSpPr>
        <p:spPr>
          <a:xfrm>
            <a:off x="340201" y="1094829"/>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6" name="TextBox 5">
            <a:extLst>
              <a:ext uri="{FF2B5EF4-FFF2-40B4-BE49-F238E27FC236}">
                <a16:creationId xmlns:a16="http://schemas.microsoft.com/office/drawing/2014/main" id="{A65395FD-B686-D5E8-23BD-B9DF49C20D92}"/>
              </a:ext>
            </a:extLst>
          </p:cNvPr>
          <p:cNvSpPr txBox="1"/>
          <p:nvPr/>
        </p:nvSpPr>
        <p:spPr>
          <a:xfrm>
            <a:off x="390500" y="1355246"/>
            <a:ext cx="10554216" cy="273665"/>
          </a:xfrm>
          <a:prstGeom prst="rect">
            <a:avLst/>
          </a:prstGeom>
          <a:noFill/>
        </p:spPr>
        <p:txBody>
          <a:bodyPr wrap="square">
            <a:spAutoFit/>
          </a:bodyPr>
          <a:lstStyle/>
          <a:p>
            <a:pPr>
              <a:lnSpc>
                <a:spcPts val="1425"/>
              </a:lnSpc>
              <a:buNone/>
            </a:pPr>
            <a:r>
              <a:rPr lang="en-US" sz="1600" b="1" noProof="0" dirty="0">
                <a:solidFill>
                  <a:srgbClr val="0D9589"/>
                </a:solidFill>
                <a:effectLst/>
              </a:rPr>
              <a:t>Goal: </a:t>
            </a:r>
            <a:r>
              <a:rPr lang="en-US" sz="1400" b="0" noProof="0" dirty="0">
                <a:effectLst/>
              </a:rPr>
              <a:t>convert enriched STM32Cube data into a format directly ingestible by ST ChatGPT Knowledge Base</a:t>
            </a:r>
            <a:r>
              <a:rPr lang="en-US" sz="1600" b="0" noProof="0" dirty="0">
                <a:effectLst/>
              </a:rPr>
              <a:t>.</a:t>
            </a:r>
          </a:p>
        </p:txBody>
      </p:sp>
      <p:sp>
        <p:nvSpPr>
          <p:cNvPr id="4" name="Slide Number Placeholder 3">
            <a:extLst>
              <a:ext uri="{FF2B5EF4-FFF2-40B4-BE49-F238E27FC236}">
                <a16:creationId xmlns:a16="http://schemas.microsoft.com/office/drawing/2014/main" id="{ABC53AB2-3C7D-5B50-6B26-6906456DB8DE}"/>
              </a:ext>
            </a:extLst>
          </p:cNvPr>
          <p:cNvSpPr>
            <a:spLocks noGrp="1"/>
          </p:cNvSpPr>
          <p:nvPr>
            <p:ph type="sldNum" sz="quarter" idx="12"/>
          </p:nvPr>
        </p:nvSpPr>
        <p:spPr/>
        <p:txBody>
          <a:bodyPr/>
          <a:lstStyle/>
          <a:p>
            <a:fld id="{40A7B169-58CE-4E65-B1F9-ACF9E46440C2}" type="slidenum">
              <a:rPr lang="en-US" noProof="0" smtClean="0"/>
              <a:t>56</a:t>
            </a:fld>
            <a:endParaRPr lang="en-US" noProof="0" dirty="0"/>
          </a:p>
        </p:txBody>
      </p:sp>
      <p:sp>
        <p:nvSpPr>
          <p:cNvPr id="10" name="Shape 34">
            <a:extLst>
              <a:ext uri="{FF2B5EF4-FFF2-40B4-BE49-F238E27FC236}">
                <a16:creationId xmlns:a16="http://schemas.microsoft.com/office/drawing/2014/main" id="{39E9F0D5-87F2-32C8-9A2B-905C5DA6DC09}"/>
              </a:ext>
            </a:extLst>
          </p:cNvPr>
          <p:cNvSpPr/>
          <p:nvPr/>
        </p:nvSpPr>
        <p:spPr>
          <a:xfrm>
            <a:off x="491718" y="1837528"/>
            <a:ext cx="5195552" cy="1918234"/>
          </a:xfrm>
          <a:prstGeom prst="rect">
            <a:avLst/>
          </a:prstGeom>
          <a:solidFill>
            <a:srgbClr val="F8FAFC"/>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en-US" noProof="0" dirty="0"/>
          </a:p>
        </p:txBody>
      </p:sp>
      <p:sp>
        <p:nvSpPr>
          <p:cNvPr id="11" name="Shape 35">
            <a:extLst>
              <a:ext uri="{FF2B5EF4-FFF2-40B4-BE49-F238E27FC236}">
                <a16:creationId xmlns:a16="http://schemas.microsoft.com/office/drawing/2014/main" id="{5201EA72-3839-7499-81DF-6A29BFF50AF6}"/>
              </a:ext>
            </a:extLst>
          </p:cNvPr>
          <p:cNvSpPr/>
          <p:nvPr/>
        </p:nvSpPr>
        <p:spPr>
          <a:xfrm>
            <a:off x="491717" y="1837526"/>
            <a:ext cx="50327" cy="1598063"/>
          </a:xfrm>
          <a:prstGeom prst="rect">
            <a:avLst/>
          </a:prstGeom>
          <a:solidFill>
            <a:srgbClr val="425A78"/>
          </a:solidFill>
          <a:ln w="12700">
            <a:solidFill>
              <a:srgbClr val="1B2A3B"/>
            </a:solidFill>
            <a:prstDash val="solid"/>
          </a:ln>
        </p:spPr>
        <p:txBody>
          <a:bodyPr/>
          <a:lstStyle/>
          <a:p>
            <a:endParaRPr lang="en-US" noProof="0" dirty="0"/>
          </a:p>
        </p:txBody>
      </p:sp>
      <p:sp>
        <p:nvSpPr>
          <p:cNvPr id="12" name="Text 36">
            <a:extLst>
              <a:ext uri="{FF2B5EF4-FFF2-40B4-BE49-F238E27FC236}">
                <a16:creationId xmlns:a16="http://schemas.microsoft.com/office/drawing/2014/main" id="{04A45F3C-674D-E82E-9021-06F1EE66A992}"/>
              </a:ext>
            </a:extLst>
          </p:cNvPr>
          <p:cNvSpPr/>
          <p:nvPr/>
        </p:nvSpPr>
        <p:spPr>
          <a:xfrm>
            <a:off x="618570" y="1855148"/>
            <a:ext cx="5452801" cy="347472"/>
          </a:xfrm>
          <a:prstGeom prst="rect">
            <a:avLst/>
          </a:prstGeom>
          <a:noFill/>
          <a:ln/>
        </p:spPr>
        <p:txBody>
          <a:bodyPr wrap="square" rtlCol="0" anchor="ctr"/>
          <a:lstStyle/>
          <a:p>
            <a:pPr marL="0" indent="0">
              <a:buNone/>
            </a:pPr>
            <a:r>
              <a:rPr lang="en-US" sz="1400" b="1" noProof="0" dirty="0">
                <a:solidFill>
                  <a:srgbClr val="0D1B2A"/>
                </a:solidFill>
                <a:ea typeface="Calibri" pitchFamily="34" charset="-122"/>
                <a:cs typeface="Calibri" pitchFamily="34" charset="-120"/>
              </a:rPr>
              <a:t>4 ST-ready JSON payloads generated automatically:</a:t>
            </a:r>
            <a:endParaRPr lang="en-US" sz="1400" noProof="0" dirty="0"/>
          </a:p>
        </p:txBody>
      </p:sp>
      <p:sp>
        <p:nvSpPr>
          <p:cNvPr id="33" name="ZoneTexte 32">
            <a:extLst>
              <a:ext uri="{FF2B5EF4-FFF2-40B4-BE49-F238E27FC236}">
                <a16:creationId xmlns:a16="http://schemas.microsoft.com/office/drawing/2014/main" id="{64E999F8-C44E-2056-3F95-2216527C8FEB}"/>
              </a:ext>
            </a:extLst>
          </p:cNvPr>
          <p:cNvSpPr txBox="1"/>
          <p:nvPr/>
        </p:nvSpPr>
        <p:spPr>
          <a:xfrm>
            <a:off x="618652" y="2299291"/>
            <a:ext cx="5195553" cy="1166153"/>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200" noProof="0" dirty="0"/>
              <a:t>Issues JSON</a:t>
            </a:r>
          </a:p>
          <a:p>
            <a:pPr marL="285750" indent="-285750">
              <a:lnSpc>
                <a:spcPct val="150000"/>
              </a:lnSpc>
              <a:buFont typeface="Arial" panose="020B0604020202020204" pitchFamily="34" charset="0"/>
              <a:buChar char="•"/>
            </a:pPr>
            <a:r>
              <a:rPr lang="en-US" sz="1200" noProof="0" dirty="0"/>
              <a:t>Files JSON</a:t>
            </a:r>
          </a:p>
          <a:p>
            <a:pPr marL="285750" indent="-285750">
              <a:lnSpc>
                <a:spcPct val="150000"/>
              </a:lnSpc>
              <a:buFont typeface="Arial" panose="020B0604020202020204" pitchFamily="34" charset="0"/>
              <a:buChar char="•"/>
            </a:pPr>
            <a:r>
              <a:rPr lang="en-US" sz="1200" noProof="0" dirty="0"/>
              <a:t>Resolver Cases JSON</a:t>
            </a:r>
          </a:p>
          <a:p>
            <a:pPr marL="285750" indent="-285750">
              <a:lnSpc>
                <a:spcPct val="150000"/>
              </a:lnSpc>
              <a:buFont typeface="Arial" panose="020B0604020202020204" pitchFamily="34" charset="0"/>
              <a:buChar char="•"/>
            </a:pPr>
            <a:r>
              <a:rPr lang="en-US" sz="1200" noProof="0" dirty="0"/>
              <a:t>Diagnostic Cards JSON</a:t>
            </a:r>
            <a:endParaRPr lang="en-US" sz="1400" noProof="0" dirty="0"/>
          </a:p>
        </p:txBody>
      </p:sp>
      <p:sp>
        <p:nvSpPr>
          <p:cNvPr id="34" name="Shape 34">
            <a:extLst>
              <a:ext uri="{FF2B5EF4-FFF2-40B4-BE49-F238E27FC236}">
                <a16:creationId xmlns:a16="http://schemas.microsoft.com/office/drawing/2014/main" id="{1857809C-A8F4-A3DA-3476-CA0E51A9E863}"/>
              </a:ext>
            </a:extLst>
          </p:cNvPr>
          <p:cNvSpPr/>
          <p:nvPr/>
        </p:nvSpPr>
        <p:spPr>
          <a:xfrm>
            <a:off x="6201768" y="1837528"/>
            <a:ext cx="5449419" cy="1918234"/>
          </a:xfrm>
          <a:prstGeom prst="rect">
            <a:avLst/>
          </a:prstGeom>
          <a:solidFill>
            <a:srgbClr val="F8FAFC"/>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en-US" noProof="0" dirty="0"/>
          </a:p>
        </p:txBody>
      </p:sp>
      <p:sp>
        <p:nvSpPr>
          <p:cNvPr id="55" name="Shape 35">
            <a:extLst>
              <a:ext uri="{FF2B5EF4-FFF2-40B4-BE49-F238E27FC236}">
                <a16:creationId xmlns:a16="http://schemas.microsoft.com/office/drawing/2014/main" id="{4A12EDD4-1CC1-1480-7CCB-0A6142E23745}"/>
              </a:ext>
            </a:extLst>
          </p:cNvPr>
          <p:cNvSpPr/>
          <p:nvPr/>
        </p:nvSpPr>
        <p:spPr>
          <a:xfrm>
            <a:off x="6201768" y="1837526"/>
            <a:ext cx="50327" cy="1598063"/>
          </a:xfrm>
          <a:prstGeom prst="rect">
            <a:avLst/>
          </a:prstGeom>
          <a:solidFill>
            <a:srgbClr val="425A78"/>
          </a:solidFill>
          <a:ln w="12700">
            <a:solidFill>
              <a:srgbClr val="1B2A3B"/>
            </a:solidFill>
            <a:prstDash val="solid"/>
          </a:ln>
        </p:spPr>
        <p:txBody>
          <a:bodyPr/>
          <a:lstStyle/>
          <a:p>
            <a:endParaRPr lang="en-US" noProof="0" dirty="0"/>
          </a:p>
        </p:txBody>
      </p:sp>
      <p:sp>
        <p:nvSpPr>
          <p:cNvPr id="59" name="Text 36">
            <a:extLst>
              <a:ext uri="{FF2B5EF4-FFF2-40B4-BE49-F238E27FC236}">
                <a16:creationId xmlns:a16="http://schemas.microsoft.com/office/drawing/2014/main" id="{372E801D-338D-F689-4CB4-CB94D1F9C292}"/>
              </a:ext>
            </a:extLst>
          </p:cNvPr>
          <p:cNvSpPr/>
          <p:nvPr/>
        </p:nvSpPr>
        <p:spPr>
          <a:xfrm>
            <a:off x="6328621" y="1855148"/>
            <a:ext cx="5452801" cy="347472"/>
          </a:xfrm>
          <a:prstGeom prst="rect">
            <a:avLst/>
          </a:prstGeom>
          <a:noFill/>
          <a:ln/>
        </p:spPr>
        <p:txBody>
          <a:bodyPr wrap="square" rtlCol="0" anchor="ctr"/>
          <a:lstStyle/>
          <a:p>
            <a:pPr marL="0" indent="0">
              <a:buNone/>
            </a:pPr>
            <a:r>
              <a:rPr lang="en-US" sz="1400" b="1" noProof="0" dirty="0">
                <a:solidFill>
                  <a:srgbClr val="0D1B2A"/>
                </a:solidFill>
                <a:ea typeface="Calibri" pitchFamily="34" charset="-122"/>
                <a:cs typeface="Calibri" pitchFamily="34" charset="-120"/>
              </a:rPr>
              <a:t>Why Delivery matters (RAG constraints)</a:t>
            </a:r>
            <a:endParaRPr lang="en-US" sz="1400" noProof="0" dirty="0"/>
          </a:p>
        </p:txBody>
      </p:sp>
      <p:sp>
        <p:nvSpPr>
          <p:cNvPr id="60" name="ZoneTexte 59">
            <a:extLst>
              <a:ext uri="{FF2B5EF4-FFF2-40B4-BE49-F238E27FC236}">
                <a16:creationId xmlns:a16="http://schemas.microsoft.com/office/drawing/2014/main" id="{42356634-AB97-55AA-2A51-FC14B2A133F8}"/>
              </a:ext>
            </a:extLst>
          </p:cNvPr>
          <p:cNvSpPr txBox="1"/>
          <p:nvPr/>
        </p:nvSpPr>
        <p:spPr>
          <a:xfrm>
            <a:off x="6328620" y="2281932"/>
            <a:ext cx="5195553" cy="1166153"/>
          </a:xfrm>
          <a:prstGeom prst="rect">
            <a:avLst/>
          </a:prstGeom>
          <a:noFill/>
        </p:spPr>
        <p:txBody>
          <a:bodyPr wrap="square">
            <a:spAutoFit/>
          </a:bodyPr>
          <a:lstStyle/>
          <a:p>
            <a:pPr marL="171450" indent="-171450">
              <a:lnSpc>
                <a:spcPct val="150000"/>
              </a:lnSpc>
              <a:buFont typeface="Arial" panose="020B0604020202020204" pitchFamily="34" charset="0"/>
              <a:buChar char="•"/>
            </a:pPr>
            <a:r>
              <a:rPr lang="en-US" sz="1200" noProof="0" dirty="0"/>
              <a:t>Upload logs confirm Parent/Child chunking strategy.</a:t>
            </a:r>
          </a:p>
          <a:p>
            <a:pPr>
              <a:lnSpc>
                <a:spcPct val="150000"/>
              </a:lnSpc>
            </a:pPr>
            <a:endParaRPr lang="en-US" sz="1200" noProof="0" dirty="0"/>
          </a:p>
          <a:p>
            <a:pPr>
              <a:lnSpc>
                <a:spcPct val="150000"/>
              </a:lnSpc>
            </a:pPr>
            <a:r>
              <a:rPr lang="en-US" sz="1200" b="1" noProof="0" dirty="0">
                <a:sym typeface="Wingdings" panose="05000000000000000000" pitchFamily="2" charset="2"/>
              </a:rPr>
              <a:t> </a:t>
            </a:r>
            <a:r>
              <a:rPr lang="en-US" sz="1200" b="1" noProof="0" dirty="0"/>
              <a:t>Therefore, each document must be self-contained and chunk-friendly.</a:t>
            </a:r>
            <a:endParaRPr lang="en-US" sz="1200" noProof="0" dirty="0"/>
          </a:p>
        </p:txBody>
      </p:sp>
      <p:sp>
        <p:nvSpPr>
          <p:cNvPr id="62" name="ZoneTexte 61">
            <a:extLst>
              <a:ext uri="{FF2B5EF4-FFF2-40B4-BE49-F238E27FC236}">
                <a16:creationId xmlns:a16="http://schemas.microsoft.com/office/drawing/2014/main" id="{1D7ECCEC-ED2D-0381-2553-313726F4A40A}"/>
              </a:ext>
            </a:extLst>
          </p:cNvPr>
          <p:cNvSpPr txBox="1"/>
          <p:nvPr/>
        </p:nvSpPr>
        <p:spPr>
          <a:xfrm>
            <a:off x="355498" y="3878406"/>
            <a:ext cx="11946245" cy="369332"/>
          </a:xfrm>
          <a:prstGeom prst="rect">
            <a:avLst/>
          </a:prstGeom>
          <a:noFill/>
        </p:spPr>
        <p:txBody>
          <a:bodyPr wrap="square">
            <a:spAutoFit/>
          </a:bodyPr>
          <a:lstStyle/>
          <a:p>
            <a:pPr>
              <a:buNone/>
            </a:pPr>
            <a:r>
              <a:rPr lang="en-US" sz="1600" b="1" noProof="0" dirty="0"/>
              <a:t>ST-ready text template (retrieval-optimized) </a:t>
            </a:r>
            <a:r>
              <a:rPr lang="en-US" b="1" noProof="0" dirty="0"/>
              <a:t>: </a:t>
            </a:r>
            <a:r>
              <a:rPr lang="en-US" sz="1400" noProof="0" dirty="0"/>
              <a:t>All key technical signals are injected into one structured field: </a:t>
            </a:r>
            <a:r>
              <a:rPr lang="en-US" sz="1400" b="1" noProof="0" dirty="0" err="1">
                <a:solidFill>
                  <a:srgbClr val="0D9589"/>
                </a:solidFill>
              </a:rPr>
              <a:t>st_ready_text</a:t>
            </a:r>
            <a:endParaRPr lang="en-US" b="1" noProof="0" dirty="0">
              <a:solidFill>
                <a:srgbClr val="0D9589"/>
              </a:solidFill>
            </a:endParaRPr>
          </a:p>
        </p:txBody>
      </p:sp>
      <p:sp>
        <p:nvSpPr>
          <p:cNvPr id="81" name="Shape 34">
            <a:extLst>
              <a:ext uri="{FF2B5EF4-FFF2-40B4-BE49-F238E27FC236}">
                <a16:creationId xmlns:a16="http://schemas.microsoft.com/office/drawing/2014/main" id="{8E50E9F8-5A22-E672-4B27-D74F8ABAE4C9}"/>
              </a:ext>
            </a:extLst>
          </p:cNvPr>
          <p:cNvSpPr/>
          <p:nvPr/>
        </p:nvSpPr>
        <p:spPr>
          <a:xfrm>
            <a:off x="4847773" y="4410336"/>
            <a:ext cx="4821544" cy="2254936"/>
          </a:xfrm>
          <a:prstGeom prst="rect">
            <a:avLst/>
          </a:prstGeom>
          <a:solidFill>
            <a:srgbClr val="F8FAFC"/>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en-US" noProof="0" dirty="0"/>
          </a:p>
        </p:txBody>
      </p:sp>
      <p:sp>
        <p:nvSpPr>
          <p:cNvPr id="82" name="Shape 35">
            <a:extLst>
              <a:ext uri="{FF2B5EF4-FFF2-40B4-BE49-F238E27FC236}">
                <a16:creationId xmlns:a16="http://schemas.microsoft.com/office/drawing/2014/main" id="{02B64F94-165A-6249-BE3C-9D0E48D80A12}"/>
              </a:ext>
            </a:extLst>
          </p:cNvPr>
          <p:cNvSpPr/>
          <p:nvPr/>
        </p:nvSpPr>
        <p:spPr>
          <a:xfrm>
            <a:off x="4820341" y="4415991"/>
            <a:ext cx="54864" cy="1737360"/>
          </a:xfrm>
          <a:prstGeom prst="rect">
            <a:avLst/>
          </a:prstGeom>
          <a:solidFill>
            <a:srgbClr val="425A78"/>
          </a:solidFill>
          <a:ln w="12700">
            <a:solidFill>
              <a:srgbClr val="1B2A3B"/>
            </a:solidFill>
            <a:prstDash val="solid"/>
          </a:ln>
        </p:spPr>
        <p:txBody>
          <a:bodyPr/>
          <a:lstStyle/>
          <a:p>
            <a:endParaRPr lang="en-US" noProof="0" dirty="0"/>
          </a:p>
        </p:txBody>
      </p:sp>
      <p:sp>
        <p:nvSpPr>
          <p:cNvPr id="83" name="Text 36">
            <a:extLst>
              <a:ext uri="{FF2B5EF4-FFF2-40B4-BE49-F238E27FC236}">
                <a16:creationId xmlns:a16="http://schemas.microsoft.com/office/drawing/2014/main" id="{EA96C93F-957F-1D41-42FD-7672CA3B2130}"/>
              </a:ext>
            </a:extLst>
          </p:cNvPr>
          <p:cNvSpPr/>
          <p:nvPr/>
        </p:nvSpPr>
        <p:spPr>
          <a:xfrm>
            <a:off x="4875205" y="4419919"/>
            <a:ext cx="5452801" cy="347472"/>
          </a:xfrm>
          <a:prstGeom prst="rect">
            <a:avLst/>
          </a:prstGeom>
          <a:noFill/>
          <a:ln/>
        </p:spPr>
        <p:txBody>
          <a:bodyPr wrap="square" rtlCol="0" anchor="ctr"/>
          <a:lstStyle/>
          <a:p>
            <a:pPr marL="0" indent="0">
              <a:buNone/>
            </a:pPr>
            <a:r>
              <a:rPr lang="en-US" sz="1100" b="1" noProof="0" dirty="0">
                <a:solidFill>
                  <a:srgbClr val="0D1B2A"/>
                </a:solidFill>
                <a:ea typeface="Calibri" pitchFamily="34" charset="-122"/>
                <a:cs typeface="Calibri" pitchFamily="34" charset="-120"/>
              </a:rPr>
              <a:t>Structure: </a:t>
            </a:r>
            <a:r>
              <a:rPr lang="en-US" sz="1100" b="1" noProof="0" dirty="0" err="1">
                <a:solidFill>
                  <a:srgbClr val="0D1B2A"/>
                </a:solidFill>
                <a:ea typeface="Calibri" pitchFamily="34" charset="-122"/>
                <a:cs typeface="Calibri" pitchFamily="34" charset="-120"/>
              </a:rPr>
              <a:t>st_ready_text</a:t>
            </a:r>
            <a:r>
              <a:rPr lang="en-US" sz="1100" b="1" noProof="0" dirty="0">
                <a:solidFill>
                  <a:srgbClr val="0D1B2A"/>
                </a:solidFill>
                <a:ea typeface="Calibri" pitchFamily="34" charset="-122"/>
                <a:cs typeface="Calibri" pitchFamily="34" charset="-120"/>
              </a:rPr>
              <a:t> (issues) — fields exposed to the </a:t>
            </a:r>
            <a:r>
              <a:rPr lang="en-US" sz="1100" b="1" noProof="0" dirty="0" err="1">
                <a:solidFill>
                  <a:srgbClr val="0D1B2A"/>
                </a:solidFill>
                <a:ea typeface="Calibri" pitchFamily="34" charset="-122"/>
                <a:cs typeface="Calibri" pitchFamily="34" charset="-120"/>
              </a:rPr>
              <a:t>moteur</a:t>
            </a:r>
            <a:r>
              <a:rPr lang="en-US" sz="1100" b="1" noProof="0" dirty="0">
                <a:solidFill>
                  <a:srgbClr val="0D1B2A"/>
                </a:solidFill>
                <a:ea typeface="Calibri" pitchFamily="34" charset="-122"/>
                <a:cs typeface="Calibri" pitchFamily="34" charset="-120"/>
              </a:rPr>
              <a:t> RAG</a:t>
            </a:r>
            <a:endParaRPr lang="en-US" sz="1100" noProof="0" dirty="0"/>
          </a:p>
        </p:txBody>
      </p:sp>
      <p:sp>
        <p:nvSpPr>
          <p:cNvPr id="84" name="Shape 37">
            <a:extLst>
              <a:ext uri="{FF2B5EF4-FFF2-40B4-BE49-F238E27FC236}">
                <a16:creationId xmlns:a16="http://schemas.microsoft.com/office/drawing/2014/main" id="{02E0932F-974F-8412-9219-53E5ED1993F7}"/>
              </a:ext>
            </a:extLst>
          </p:cNvPr>
          <p:cNvSpPr/>
          <p:nvPr/>
        </p:nvSpPr>
        <p:spPr>
          <a:xfrm>
            <a:off x="5342905" y="4816017"/>
            <a:ext cx="1920240" cy="292608"/>
          </a:xfrm>
          <a:prstGeom prst="roundRect">
            <a:avLst>
              <a:gd name="adj" fmla="val 18750"/>
            </a:avLst>
          </a:prstGeom>
          <a:solidFill>
            <a:srgbClr val="1A2E45">
              <a:alpha val="90000"/>
            </a:srgbClr>
          </a:solidFill>
          <a:ln w="19050">
            <a:solidFill>
              <a:srgbClr val="0D9589"/>
            </a:solidFill>
            <a:prstDash val="solid"/>
          </a:ln>
        </p:spPr>
        <p:txBody>
          <a:bodyPr/>
          <a:lstStyle/>
          <a:p>
            <a:endParaRPr lang="en-US" noProof="0" dirty="0"/>
          </a:p>
        </p:txBody>
      </p:sp>
      <p:sp>
        <p:nvSpPr>
          <p:cNvPr id="85" name="Text 38">
            <a:extLst>
              <a:ext uri="{FF2B5EF4-FFF2-40B4-BE49-F238E27FC236}">
                <a16:creationId xmlns:a16="http://schemas.microsoft.com/office/drawing/2014/main" id="{278BD09E-602E-013F-8576-AE59DB17A491}"/>
              </a:ext>
            </a:extLst>
          </p:cNvPr>
          <p:cNvSpPr/>
          <p:nvPr/>
        </p:nvSpPr>
        <p:spPr>
          <a:xfrm>
            <a:off x="5388625" y="4816017"/>
            <a:ext cx="1828800" cy="292608"/>
          </a:xfrm>
          <a:prstGeom prst="rect">
            <a:avLst/>
          </a:prstGeom>
          <a:noFill/>
          <a:ln/>
        </p:spPr>
        <p:txBody>
          <a:bodyPr wrap="square" rtlCol="0" anchor="ctr"/>
          <a:lstStyle/>
          <a:p>
            <a:pPr marL="0" indent="0">
              <a:buNone/>
            </a:pPr>
            <a:r>
              <a:rPr lang="en-US" sz="900" b="1" noProof="0" dirty="0">
                <a:solidFill>
                  <a:schemeClr val="bg1"/>
                </a:solidFill>
                <a:ea typeface="Calibri" pitchFamily="34" charset="-122"/>
                <a:cs typeface="Calibri" pitchFamily="34" charset="-120"/>
              </a:rPr>
              <a:t>Problem</a:t>
            </a:r>
            <a:endParaRPr lang="en-US" sz="900" noProof="0" dirty="0">
              <a:solidFill>
                <a:schemeClr val="bg1"/>
              </a:solidFill>
            </a:endParaRPr>
          </a:p>
        </p:txBody>
      </p:sp>
      <p:sp>
        <p:nvSpPr>
          <p:cNvPr id="86" name="Shape 39">
            <a:extLst>
              <a:ext uri="{FF2B5EF4-FFF2-40B4-BE49-F238E27FC236}">
                <a16:creationId xmlns:a16="http://schemas.microsoft.com/office/drawing/2014/main" id="{4CEE1425-9E1F-A63B-0B68-8A4D99EB0684}"/>
              </a:ext>
            </a:extLst>
          </p:cNvPr>
          <p:cNvSpPr/>
          <p:nvPr/>
        </p:nvSpPr>
        <p:spPr>
          <a:xfrm>
            <a:off x="7491745" y="4816017"/>
            <a:ext cx="1920240" cy="292608"/>
          </a:xfrm>
          <a:prstGeom prst="roundRect">
            <a:avLst>
              <a:gd name="adj" fmla="val 18750"/>
            </a:avLst>
          </a:prstGeom>
          <a:solidFill>
            <a:srgbClr val="1A2E45">
              <a:alpha val="90000"/>
            </a:srgbClr>
          </a:solidFill>
          <a:ln w="19050">
            <a:solidFill>
              <a:srgbClr val="0D9589"/>
            </a:solidFill>
            <a:prstDash val="solid"/>
          </a:ln>
        </p:spPr>
        <p:txBody>
          <a:bodyPr/>
          <a:lstStyle/>
          <a:p>
            <a:endParaRPr lang="en-US" noProof="0" dirty="0"/>
          </a:p>
        </p:txBody>
      </p:sp>
      <p:sp>
        <p:nvSpPr>
          <p:cNvPr id="87" name="Text 40">
            <a:extLst>
              <a:ext uri="{FF2B5EF4-FFF2-40B4-BE49-F238E27FC236}">
                <a16:creationId xmlns:a16="http://schemas.microsoft.com/office/drawing/2014/main" id="{3D929638-89FA-8FF2-C243-4E35843956B0}"/>
              </a:ext>
            </a:extLst>
          </p:cNvPr>
          <p:cNvSpPr/>
          <p:nvPr/>
        </p:nvSpPr>
        <p:spPr>
          <a:xfrm>
            <a:off x="7537465" y="4816017"/>
            <a:ext cx="1828800" cy="292608"/>
          </a:xfrm>
          <a:prstGeom prst="rect">
            <a:avLst/>
          </a:prstGeom>
          <a:noFill/>
          <a:ln/>
        </p:spPr>
        <p:txBody>
          <a:bodyPr wrap="square" rtlCol="0" anchor="ctr"/>
          <a:lstStyle/>
          <a:p>
            <a:pPr marL="0" indent="0">
              <a:buNone/>
            </a:pPr>
            <a:r>
              <a:rPr lang="en-US" sz="900" b="1" noProof="0" dirty="0">
                <a:solidFill>
                  <a:schemeClr val="bg1"/>
                </a:solidFill>
                <a:ea typeface="Calibri" pitchFamily="34" charset="-122"/>
                <a:cs typeface="Calibri" pitchFamily="34" charset="-120"/>
              </a:rPr>
              <a:t>Context</a:t>
            </a:r>
            <a:endParaRPr lang="en-US" sz="900" noProof="0" dirty="0">
              <a:solidFill>
                <a:schemeClr val="bg1"/>
              </a:solidFill>
            </a:endParaRPr>
          </a:p>
        </p:txBody>
      </p:sp>
      <p:sp>
        <p:nvSpPr>
          <p:cNvPr id="88" name="Shape 41">
            <a:extLst>
              <a:ext uri="{FF2B5EF4-FFF2-40B4-BE49-F238E27FC236}">
                <a16:creationId xmlns:a16="http://schemas.microsoft.com/office/drawing/2014/main" id="{F1519E47-AA7D-5179-7066-40A378362AFB}"/>
              </a:ext>
            </a:extLst>
          </p:cNvPr>
          <p:cNvSpPr/>
          <p:nvPr/>
        </p:nvSpPr>
        <p:spPr>
          <a:xfrm>
            <a:off x="5342905" y="5730417"/>
            <a:ext cx="1920240" cy="292608"/>
          </a:xfrm>
          <a:prstGeom prst="roundRect">
            <a:avLst>
              <a:gd name="adj" fmla="val 18750"/>
            </a:avLst>
          </a:prstGeom>
          <a:solidFill>
            <a:srgbClr val="1A2E45">
              <a:alpha val="90000"/>
            </a:srgbClr>
          </a:solidFill>
          <a:ln w="19050">
            <a:solidFill>
              <a:srgbClr val="0D9589"/>
            </a:solidFill>
            <a:prstDash val="solid"/>
          </a:ln>
        </p:spPr>
        <p:txBody>
          <a:bodyPr/>
          <a:lstStyle/>
          <a:p>
            <a:endParaRPr lang="en-US" noProof="0" dirty="0"/>
          </a:p>
        </p:txBody>
      </p:sp>
      <p:sp>
        <p:nvSpPr>
          <p:cNvPr id="89" name="Text 42">
            <a:extLst>
              <a:ext uri="{FF2B5EF4-FFF2-40B4-BE49-F238E27FC236}">
                <a16:creationId xmlns:a16="http://schemas.microsoft.com/office/drawing/2014/main" id="{4F58ADA4-89E6-CCF9-DF08-E009B6A62CC4}"/>
              </a:ext>
            </a:extLst>
          </p:cNvPr>
          <p:cNvSpPr/>
          <p:nvPr/>
        </p:nvSpPr>
        <p:spPr>
          <a:xfrm>
            <a:off x="5388625" y="5730417"/>
            <a:ext cx="1828800" cy="292608"/>
          </a:xfrm>
          <a:prstGeom prst="rect">
            <a:avLst/>
          </a:prstGeom>
          <a:noFill/>
          <a:ln/>
        </p:spPr>
        <p:txBody>
          <a:bodyPr wrap="square" rtlCol="0" anchor="ctr"/>
          <a:lstStyle/>
          <a:p>
            <a:pPr marL="0" indent="0">
              <a:buNone/>
            </a:pPr>
            <a:r>
              <a:rPr lang="en-US" sz="900" b="1" noProof="0" dirty="0">
                <a:solidFill>
                  <a:schemeClr val="bg1"/>
                </a:solidFill>
                <a:ea typeface="Calibri" pitchFamily="34" charset="-122"/>
                <a:cs typeface="Calibri" pitchFamily="34" charset="-120"/>
              </a:rPr>
              <a:t>Root cause</a:t>
            </a:r>
            <a:endParaRPr lang="en-US" sz="900" noProof="0" dirty="0">
              <a:solidFill>
                <a:schemeClr val="bg1"/>
              </a:solidFill>
            </a:endParaRPr>
          </a:p>
        </p:txBody>
      </p:sp>
      <p:sp>
        <p:nvSpPr>
          <p:cNvPr id="90" name="Shape 43">
            <a:extLst>
              <a:ext uri="{FF2B5EF4-FFF2-40B4-BE49-F238E27FC236}">
                <a16:creationId xmlns:a16="http://schemas.microsoft.com/office/drawing/2014/main" id="{F1A4FFFF-9562-2DD6-7365-49CA297BB4F6}"/>
              </a:ext>
            </a:extLst>
          </p:cNvPr>
          <p:cNvSpPr/>
          <p:nvPr/>
        </p:nvSpPr>
        <p:spPr>
          <a:xfrm>
            <a:off x="7491745" y="5730417"/>
            <a:ext cx="1920240" cy="292608"/>
          </a:xfrm>
          <a:prstGeom prst="roundRect">
            <a:avLst>
              <a:gd name="adj" fmla="val 18750"/>
            </a:avLst>
          </a:prstGeom>
          <a:solidFill>
            <a:srgbClr val="1A2E45">
              <a:alpha val="90000"/>
            </a:srgbClr>
          </a:solidFill>
          <a:ln w="19050">
            <a:solidFill>
              <a:srgbClr val="0D9589"/>
            </a:solidFill>
            <a:prstDash val="solid"/>
          </a:ln>
        </p:spPr>
        <p:txBody>
          <a:bodyPr/>
          <a:lstStyle/>
          <a:p>
            <a:endParaRPr lang="en-US" noProof="0" dirty="0"/>
          </a:p>
        </p:txBody>
      </p:sp>
      <p:sp>
        <p:nvSpPr>
          <p:cNvPr id="91" name="Text 44">
            <a:extLst>
              <a:ext uri="{FF2B5EF4-FFF2-40B4-BE49-F238E27FC236}">
                <a16:creationId xmlns:a16="http://schemas.microsoft.com/office/drawing/2014/main" id="{C05EE432-5451-236F-344C-349897350EAF}"/>
              </a:ext>
            </a:extLst>
          </p:cNvPr>
          <p:cNvSpPr/>
          <p:nvPr/>
        </p:nvSpPr>
        <p:spPr>
          <a:xfrm>
            <a:off x="7537465" y="5730417"/>
            <a:ext cx="1828800" cy="292608"/>
          </a:xfrm>
          <a:prstGeom prst="rect">
            <a:avLst/>
          </a:prstGeom>
          <a:noFill/>
          <a:ln/>
        </p:spPr>
        <p:txBody>
          <a:bodyPr wrap="square" rtlCol="0" anchor="ctr"/>
          <a:lstStyle/>
          <a:p>
            <a:pPr marL="0" indent="0">
              <a:buNone/>
            </a:pPr>
            <a:r>
              <a:rPr lang="en-US" sz="900" b="1" noProof="0" dirty="0">
                <a:solidFill>
                  <a:schemeClr val="bg1"/>
                </a:solidFill>
                <a:ea typeface="Calibri" pitchFamily="34" charset="-122"/>
                <a:cs typeface="Calibri" pitchFamily="34" charset="-120"/>
              </a:rPr>
              <a:t>Fix</a:t>
            </a:r>
            <a:endParaRPr lang="en-US" sz="900" noProof="0" dirty="0">
              <a:solidFill>
                <a:schemeClr val="bg1"/>
              </a:solidFill>
            </a:endParaRPr>
          </a:p>
        </p:txBody>
      </p:sp>
      <p:sp>
        <p:nvSpPr>
          <p:cNvPr id="92" name="Shape 45">
            <a:extLst>
              <a:ext uri="{FF2B5EF4-FFF2-40B4-BE49-F238E27FC236}">
                <a16:creationId xmlns:a16="http://schemas.microsoft.com/office/drawing/2014/main" id="{0DF27CA6-5555-DAA5-C5B7-C83E7948B64C}"/>
              </a:ext>
            </a:extLst>
          </p:cNvPr>
          <p:cNvSpPr/>
          <p:nvPr/>
        </p:nvSpPr>
        <p:spPr>
          <a:xfrm>
            <a:off x="5342905" y="5273217"/>
            <a:ext cx="1920240" cy="292608"/>
          </a:xfrm>
          <a:prstGeom prst="roundRect">
            <a:avLst>
              <a:gd name="adj" fmla="val 18750"/>
            </a:avLst>
          </a:prstGeom>
          <a:solidFill>
            <a:srgbClr val="1A2E45">
              <a:alpha val="90000"/>
            </a:srgbClr>
          </a:solidFill>
          <a:ln w="19050">
            <a:solidFill>
              <a:srgbClr val="0D9589"/>
            </a:solidFill>
            <a:prstDash val="solid"/>
          </a:ln>
        </p:spPr>
        <p:txBody>
          <a:bodyPr/>
          <a:lstStyle/>
          <a:p>
            <a:endParaRPr lang="en-US" noProof="0" dirty="0"/>
          </a:p>
        </p:txBody>
      </p:sp>
      <p:sp>
        <p:nvSpPr>
          <p:cNvPr id="93" name="Text 46">
            <a:extLst>
              <a:ext uri="{FF2B5EF4-FFF2-40B4-BE49-F238E27FC236}">
                <a16:creationId xmlns:a16="http://schemas.microsoft.com/office/drawing/2014/main" id="{8AC73B14-C4B4-457A-A1E5-765C7BE1F380}"/>
              </a:ext>
            </a:extLst>
          </p:cNvPr>
          <p:cNvSpPr/>
          <p:nvPr/>
        </p:nvSpPr>
        <p:spPr>
          <a:xfrm>
            <a:off x="5388625" y="5273217"/>
            <a:ext cx="1828800" cy="292608"/>
          </a:xfrm>
          <a:prstGeom prst="rect">
            <a:avLst/>
          </a:prstGeom>
          <a:noFill/>
          <a:ln/>
        </p:spPr>
        <p:txBody>
          <a:bodyPr wrap="square" rtlCol="0" anchor="ctr"/>
          <a:lstStyle/>
          <a:p>
            <a:pPr marL="0" indent="0">
              <a:buNone/>
            </a:pPr>
            <a:r>
              <a:rPr lang="en-US" sz="900" b="1" noProof="0" dirty="0">
                <a:solidFill>
                  <a:schemeClr val="bg1"/>
                </a:solidFill>
                <a:ea typeface="Calibri" pitchFamily="34" charset="-122"/>
                <a:cs typeface="Calibri" pitchFamily="34" charset="-120"/>
              </a:rPr>
              <a:t>Constraints</a:t>
            </a:r>
            <a:endParaRPr lang="en-US" sz="900" noProof="0" dirty="0">
              <a:solidFill>
                <a:schemeClr val="bg1"/>
              </a:solidFill>
            </a:endParaRPr>
          </a:p>
        </p:txBody>
      </p:sp>
      <p:sp>
        <p:nvSpPr>
          <p:cNvPr id="94" name="Shape 47">
            <a:extLst>
              <a:ext uri="{FF2B5EF4-FFF2-40B4-BE49-F238E27FC236}">
                <a16:creationId xmlns:a16="http://schemas.microsoft.com/office/drawing/2014/main" id="{CC4A1B44-A15A-E190-2C2B-84881DAB5511}"/>
              </a:ext>
            </a:extLst>
          </p:cNvPr>
          <p:cNvSpPr/>
          <p:nvPr/>
        </p:nvSpPr>
        <p:spPr>
          <a:xfrm>
            <a:off x="7491745" y="5273217"/>
            <a:ext cx="1920240" cy="292608"/>
          </a:xfrm>
          <a:prstGeom prst="roundRect">
            <a:avLst>
              <a:gd name="adj" fmla="val 18750"/>
            </a:avLst>
          </a:prstGeom>
          <a:solidFill>
            <a:srgbClr val="1A2E45">
              <a:alpha val="90000"/>
            </a:srgbClr>
          </a:solidFill>
          <a:ln w="19050">
            <a:solidFill>
              <a:srgbClr val="0D9589"/>
            </a:solidFill>
            <a:prstDash val="solid"/>
          </a:ln>
        </p:spPr>
        <p:txBody>
          <a:bodyPr/>
          <a:lstStyle/>
          <a:p>
            <a:endParaRPr lang="en-US" noProof="0" dirty="0"/>
          </a:p>
        </p:txBody>
      </p:sp>
      <p:sp>
        <p:nvSpPr>
          <p:cNvPr id="95" name="Text 48">
            <a:extLst>
              <a:ext uri="{FF2B5EF4-FFF2-40B4-BE49-F238E27FC236}">
                <a16:creationId xmlns:a16="http://schemas.microsoft.com/office/drawing/2014/main" id="{85B2EEF4-B413-42E1-471F-DAB9D5D6A07E}"/>
              </a:ext>
            </a:extLst>
          </p:cNvPr>
          <p:cNvSpPr/>
          <p:nvPr/>
        </p:nvSpPr>
        <p:spPr>
          <a:xfrm>
            <a:off x="7537465" y="5273217"/>
            <a:ext cx="1828800" cy="292608"/>
          </a:xfrm>
          <a:prstGeom prst="rect">
            <a:avLst/>
          </a:prstGeom>
          <a:noFill/>
          <a:ln/>
        </p:spPr>
        <p:txBody>
          <a:bodyPr wrap="square" rtlCol="0" anchor="ctr"/>
          <a:lstStyle/>
          <a:p>
            <a:pPr marL="0" indent="0">
              <a:buNone/>
            </a:pPr>
            <a:r>
              <a:rPr lang="en-US" sz="900" b="1" noProof="0" dirty="0">
                <a:solidFill>
                  <a:schemeClr val="bg1"/>
                </a:solidFill>
                <a:ea typeface="Calibri" pitchFamily="34" charset="-122"/>
                <a:cs typeface="Calibri" pitchFamily="34" charset="-120"/>
              </a:rPr>
              <a:t>Keywords</a:t>
            </a:r>
            <a:endParaRPr lang="en-US" sz="900" noProof="0" dirty="0">
              <a:solidFill>
                <a:schemeClr val="bg1"/>
              </a:solidFill>
            </a:endParaRPr>
          </a:p>
        </p:txBody>
      </p:sp>
      <p:sp>
        <p:nvSpPr>
          <p:cNvPr id="96" name="Shape 49">
            <a:extLst>
              <a:ext uri="{FF2B5EF4-FFF2-40B4-BE49-F238E27FC236}">
                <a16:creationId xmlns:a16="http://schemas.microsoft.com/office/drawing/2014/main" id="{49CC19CF-4A53-C7E7-AFE5-6416066AA81A}"/>
              </a:ext>
            </a:extLst>
          </p:cNvPr>
          <p:cNvSpPr/>
          <p:nvPr/>
        </p:nvSpPr>
        <p:spPr>
          <a:xfrm>
            <a:off x="5342905" y="6187617"/>
            <a:ext cx="1920240" cy="292608"/>
          </a:xfrm>
          <a:prstGeom prst="roundRect">
            <a:avLst>
              <a:gd name="adj" fmla="val 18750"/>
            </a:avLst>
          </a:prstGeom>
          <a:solidFill>
            <a:srgbClr val="1A2E45">
              <a:alpha val="90000"/>
            </a:srgbClr>
          </a:solidFill>
          <a:ln w="19050">
            <a:solidFill>
              <a:srgbClr val="0D9589"/>
            </a:solidFill>
            <a:prstDash val="solid"/>
          </a:ln>
        </p:spPr>
        <p:txBody>
          <a:bodyPr/>
          <a:lstStyle/>
          <a:p>
            <a:endParaRPr lang="en-US" noProof="0" dirty="0"/>
          </a:p>
        </p:txBody>
      </p:sp>
      <p:sp>
        <p:nvSpPr>
          <p:cNvPr id="97" name="Text 50">
            <a:extLst>
              <a:ext uri="{FF2B5EF4-FFF2-40B4-BE49-F238E27FC236}">
                <a16:creationId xmlns:a16="http://schemas.microsoft.com/office/drawing/2014/main" id="{7EE755CE-3160-EAFE-093B-1E5A59C92BAF}"/>
              </a:ext>
            </a:extLst>
          </p:cNvPr>
          <p:cNvSpPr/>
          <p:nvPr/>
        </p:nvSpPr>
        <p:spPr>
          <a:xfrm>
            <a:off x="5388625" y="6187617"/>
            <a:ext cx="1828800" cy="292608"/>
          </a:xfrm>
          <a:prstGeom prst="rect">
            <a:avLst/>
          </a:prstGeom>
          <a:noFill/>
          <a:ln/>
        </p:spPr>
        <p:txBody>
          <a:bodyPr wrap="square" rtlCol="0" anchor="ctr"/>
          <a:lstStyle/>
          <a:p>
            <a:r>
              <a:rPr lang="en-US" sz="900" b="1" noProof="0" dirty="0">
                <a:solidFill>
                  <a:schemeClr val="bg1"/>
                </a:solidFill>
                <a:ea typeface="Calibri" pitchFamily="34" charset="-122"/>
                <a:cs typeface="Calibri" pitchFamily="34" charset="-120"/>
              </a:rPr>
              <a:t>Technical details</a:t>
            </a:r>
            <a:endParaRPr lang="en-US" sz="900" noProof="0" dirty="0">
              <a:solidFill>
                <a:schemeClr val="bg1"/>
              </a:solidFill>
            </a:endParaRPr>
          </a:p>
        </p:txBody>
      </p:sp>
      <p:sp>
        <p:nvSpPr>
          <p:cNvPr id="98" name="Shape 51">
            <a:extLst>
              <a:ext uri="{FF2B5EF4-FFF2-40B4-BE49-F238E27FC236}">
                <a16:creationId xmlns:a16="http://schemas.microsoft.com/office/drawing/2014/main" id="{D0A48036-D7AA-A827-09FB-2F81AF4E6BC4}"/>
              </a:ext>
            </a:extLst>
          </p:cNvPr>
          <p:cNvSpPr/>
          <p:nvPr/>
        </p:nvSpPr>
        <p:spPr>
          <a:xfrm>
            <a:off x="7491745" y="6187617"/>
            <a:ext cx="1920240" cy="292608"/>
          </a:xfrm>
          <a:prstGeom prst="roundRect">
            <a:avLst>
              <a:gd name="adj" fmla="val 18750"/>
            </a:avLst>
          </a:prstGeom>
          <a:solidFill>
            <a:srgbClr val="1A2E45">
              <a:alpha val="90000"/>
            </a:srgbClr>
          </a:solidFill>
          <a:ln w="19050">
            <a:solidFill>
              <a:srgbClr val="0D9589"/>
            </a:solidFill>
            <a:prstDash val="solid"/>
          </a:ln>
        </p:spPr>
        <p:txBody>
          <a:bodyPr/>
          <a:lstStyle/>
          <a:p>
            <a:endParaRPr lang="en-US" noProof="0" dirty="0"/>
          </a:p>
        </p:txBody>
      </p:sp>
      <p:sp>
        <p:nvSpPr>
          <p:cNvPr id="99" name="Text 52">
            <a:extLst>
              <a:ext uri="{FF2B5EF4-FFF2-40B4-BE49-F238E27FC236}">
                <a16:creationId xmlns:a16="http://schemas.microsoft.com/office/drawing/2014/main" id="{0EDD20B8-103E-BB36-4F00-87D0F668F067}"/>
              </a:ext>
            </a:extLst>
          </p:cNvPr>
          <p:cNvSpPr/>
          <p:nvPr/>
        </p:nvSpPr>
        <p:spPr>
          <a:xfrm>
            <a:off x="7537465" y="6187617"/>
            <a:ext cx="1828800" cy="292608"/>
          </a:xfrm>
          <a:prstGeom prst="rect">
            <a:avLst/>
          </a:prstGeom>
          <a:noFill/>
          <a:ln/>
        </p:spPr>
        <p:txBody>
          <a:bodyPr wrap="square" rtlCol="0" anchor="ctr"/>
          <a:lstStyle/>
          <a:p>
            <a:pPr marL="0" indent="0">
              <a:buNone/>
            </a:pPr>
            <a:r>
              <a:rPr lang="en-US" sz="900" b="1" noProof="0" dirty="0">
                <a:solidFill>
                  <a:schemeClr val="bg1"/>
                </a:solidFill>
                <a:ea typeface="Calibri" pitchFamily="34" charset="-122"/>
                <a:cs typeface="Calibri" pitchFamily="34" charset="-120"/>
              </a:rPr>
              <a:t>Key comments</a:t>
            </a:r>
            <a:endParaRPr lang="en-US" sz="900" noProof="0" dirty="0">
              <a:solidFill>
                <a:schemeClr val="bg1"/>
              </a:solidFill>
            </a:endParaRPr>
          </a:p>
        </p:txBody>
      </p:sp>
      <p:pic>
        <p:nvPicPr>
          <p:cNvPr id="100" name="Picture 32">
            <a:extLst>
              <a:ext uri="{FF2B5EF4-FFF2-40B4-BE49-F238E27FC236}">
                <a16:creationId xmlns:a16="http://schemas.microsoft.com/office/drawing/2014/main" id="{CED24328-878C-C802-EC5E-B80BF75F25E2}"/>
              </a:ext>
            </a:extLst>
          </p:cNvPr>
          <p:cNvPicPr>
            <a:picLocks noChangeAspect="1"/>
          </p:cNvPicPr>
          <p:nvPr/>
        </p:nvPicPr>
        <p:blipFill>
          <a:blip r:embed="rId3"/>
          <a:srcRect t="4802"/>
          <a:stretch>
            <a:fillRect/>
          </a:stretch>
        </p:blipFill>
        <p:spPr>
          <a:xfrm>
            <a:off x="1589892" y="4826825"/>
            <a:ext cx="2633873" cy="1209446"/>
          </a:xfrm>
          <a:prstGeom prst="rect">
            <a:avLst/>
          </a:prstGeom>
        </p:spPr>
      </p:pic>
    </p:spTree>
    <p:extLst>
      <p:ext uri="{BB962C8B-B14F-4D97-AF65-F5344CB8AC3E}">
        <p14:creationId xmlns:p14="http://schemas.microsoft.com/office/powerpoint/2010/main" val="426506689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BF50B-304A-9E25-C387-91DCBC31ED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998D09-D7D6-7F14-3DFD-221DE823F677}"/>
              </a:ext>
            </a:extLst>
          </p:cNvPr>
          <p:cNvSpPr>
            <a:spLocks noGrp="1"/>
          </p:cNvSpPr>
          <p:nvPr>
            <p:ph type="title"/>
          </p:nvPr>
        </p:nvSpPr>
        <p:spPr>
          <a:xfrm>
            <a:off x="291339" y="-222791"/>
            <a:ext cx="11609159" cy="1247050"/>
          </a:xfrm>
        </p:spPr>
        <p:txBody>
          <a:bodyPr/>
          <a:lstStyle/>
          <a:p>
            <a:r>
              <a:rPr lang="en-US" sz="1800" b="1" noProof="0" dirty="0">
                <a:latin typeface="+mn-lt"/>
              </a:rPr>
              <a:t>Pipeline: Delivery</a:t>
            </a:r>
            <a:endParaRPr lang="en-US" sz="1800" noProof="0" dirty="0">
              <a:latin typeface="+mn-lt"/>
            </a:endParaRPr>
          </a:p>
        </p:txBody>
      </p:sp>
      <p:sp>
        <p:nvSpPr>
          <p:cNvPr id="56" name="TextBox 55">
            <a:extLst>
              <a:ext uri="{FF2B5EF4-FFF2-40B4-BE49-F238E27FC236}">
                <a16:creationId xmlns:a16="http://schemas.microsoft.com/office/drawing/2014/main" id="{D15D4270-FBC4-556D-BCA0-B39FFFAC789B}"/>
              </a:ext>
            </a:extLst>
          </p:cNvPr>
          <p:cNvSpPr txBox="1"/>
          <p:nvPr/>
        </p:nvSpPr>
        <p:spPr>
          <a:xfrm>
            <a:off x="291339" y="427728"/>
            <a:ext cx="6173779" cy="276999"/>
          </a:xfrm>
          <a:prstGeom prst="rect">
            <a:avLst/>
          </a:prstGeom>
          <a:noFill/>
        </p:spPr>
        <p:txBody>
          <a:bodyPr wrap="square">
            <a:spAutoFit/>
          </a:bodyPr>
          <a:lstStyle/>
          <a:p>
            <a:pPr marL="0" indent="0" algn="l">
              <a:buNone/>
            </a:pPr>
            <a:r>
              <a:rPr lang="en-US" sz="1200" b="1" noProof="0" dirty="0">
                <a:solidFill>
                  <a:srgbClr val="425A78"/>
                </a:solidFill>
              </a:rPr>
              <a:t>Delivery , Why structure the final output?</a:t>
            </a:r>
          </a:p>
        </p:txBody>
      </p:sp>
      <p:sp>
        <p:nvSpPr>
          <p:cNvPr id="57" name="Text 3">
            <a:extLst>
              <a:ext uri="{FF2B5EF4-FFF2-40B4-BE49-F238E27FC236}">
                <a16:creationId xmlns:a16="http://schemas.microsoft.com/office/drawing/2014/main" id="{812D244D-1F34-B011-8D32-D426B4DD2077}"/>
              </a:ext>
            </a:extLst>
          </p:cNvPr>
          <p:cNvSpPr/>
          <p:nvPr/>
        </p:nvSpPr>
        <p:spPr>
          <a:xfrm>
            <a:off x="390500" y="713871"/>
            <a:ext cx="8229600" cy="256032"/>
          </a:xfrm>
          <a:prstGeom prst="rect">
            <a:avLst/>
          </a:prstGeom>
          <a:noFill/>
          <a:ln/>
        </p:spPr>
        <p:txBody>
          <a:bodyPr wrap="square" lIns="0" tIns="0" rIns="0" bIns="0" rtlCol="0" anchor="ctr"/>
          <a:lstStyle/>
          <a:p>
            <a:pPr marL="0" indent="0" algn="l">
              <a:buNone/>
            </a:pPr>
            <a:r>
              <a:rPr lang="en-US" sz="1100" i="1" noProof="0" dirty="0">
                <a:solidFill>
                  <a:srgbClr val="64748B"/>
                </a:solidFill>
              </a:rPr>
              <a:t>From processed data → ST-ready Knowledge Base payload</a:t>
            </a:r>
          </a:p>
        </p:txBody>
      </p:sp>
      <p:sp>
        <p:nvSpPr>
          <p:cNvPr id="58" name="Shape 4">
            <a:extLst>
              <a:ext uri="{FF2B5EF4-FFF2-40B4-BE49-F238E27FC236}">
                <a16:creationId xmlns:a16="http://schemas.microsoft.com/office/drawing/2014/main" id="{F11DE4D1-BE12-171B-035E-04CEABC234FA}"/>
              </a:ext>
            </a:extLst>
          </p:cNvPr>
          <p:cNvSpPr/>
          <p:nvPr/>
        </p:nvSpPr>
        <p:spPr>
          <a:xfrm>
            <a:off x="340201" y="1094829"/>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4" name="Slide Number Placeholder 3">
            <a:extLst>
              <a:ext uri="{FF2B5EF4-FFF2-40B4-BE49-F238E27FC236}">
                <a16:creationId xmlns:a16="http://schemas.microsoft.com/office/drawing/2014/main" id="{19F3C644-5DE4-D59B-24CE-567B3DB5D6BE}"/>
              </a:ext>
            </a:extLst>
          </p:cNvPr>
          <p:cNvSpPr>
            <a:spLocks noGrp="1"/>
          </p:cNvSpPr>
          <p:nvPr>
            <p:ph type="sldNum" sz="quarter" idx="12"/>
          </p:nvPr>
        </p:nvSpPr>
        <p:spPr/>
        <p:txBody>
          <a:bodyPr/>
          <a:lstStyle/>
          <a:p>
            <a:fld id="{40A7B169-58CE-4E65-B1F9-ACF9E46440C2}" type="slidenum">
              <a:rPr lang="en-US" noProof="0" smtClean="0"/>
              <a:t>57</a:t>
            </a:fld>
            <a:endParaRPr lang="en-US" noProof="0" dirty="0"/>
          </a:p>
        </p:txBody>
      </p:sp>
      <p:sp>
        <p:nvSpPr>
          <p:cNvPr id="102" name="ZoneTexte 101">
            <a:extLst>
              <a:ext uri="{FF2B5EF4-FFF2-40B4-BE49-F238E27FC236}">
                <a16:creationId xmlns:a16="http://schemas.microsoft.com/office/drawing/2014/main" id="{0B629CC2-DC56-9232-8218-70CA56E63055}"/>
              </a:ext>
            </a:extLst>
          </p:cNvPr>
          <p:cNvSpPr txBox="1"/>
          <p:nvPr/>
        </p:nvSpPr>
        <p:spPr>
          <a:xfrm>
            <a:off x="2702552" y="6177079"/>
            <a:ext cx="6786732" cy="307777"/>
          </a:xfrm>
          <a:prstGeom prst="rect">
            <a:avLst/>
          </a:prstGeom>
          <a:solidFill>
            <a:srgbClr val="E8F7FE"/>
          </a:solidFill>
        </p:spPr>
        <p:txBody>
          <a:bodyPr wrap="square">
            <a:spAutoFit/>
          </a:bodyPr>
          <a:lstStyle/>
          <a:p>
            <a:r>
              <a:rPr lang="en-US" sz="1400" noProof="0" dirty="0"/>
              <a:t>Even if only a </a:t>
            </a:r>
            <a:r>
              <a:rPr lang="en-US" sz="1400" b="1" noProof="0" dirty="0"/>
              <a:t>child chunk</a:t>
            </a:r>
            <a:r>
              <a:rPr lang="en-US" sz="1400" noProof="0" dirty="0"/>
              <a:t> is retrieved, it still contains context  + fix signal.</a:t>
            </a:r>
          </a:p>
        </p:txBody>
      </p:sp>
      <p:pic>
        <p:nvPicPr>
          <p:cNvPr id="8" name="Picture 7">
            <a:extLst>
              <a:ext uri="{FF2B5EF4-FFF2-40B4-BE49-F238E27FC236}">
                <a16:creationId xmlns:a16="http://schemas.microsoft.com/office/drawing/2014/main" id="{066D6ECA-AE58-0DF8-E3C8-BBD9E54C09E9}"/>
              </a:ext>
            </a:extLst>
          </p:cNvPr>
          <p:cNvPicPr>
            <a:picLocks noChangeAspect="1"/>
          </p:cNvPicPr>
          <p:nvPr/>
        </p:nvPicPr>
        <p:blipFill>
          <a:blip r:embed="rId3"/>
          <a:stretch>
            <a:fillRect/>
          </a:stretch>
        </p:blipFill>
        <p:spPr>
          <a:xfrm>
            <a:off x="3211208" y="1412984"/>
            <a:ext cx="5769419" cy="4468799"/>
          </a:xfrm>
          <a:prstGeom prst="rect">
            <a:avLst/>
          </a:prstGeom>
        </p:spPr>
      </p:pic>
      <p:sp>
        <p:nvSpPr>
          <p:cNvPr id="9" name="Rectangle 8">
            <a:extLst>
              <a:ext uri="{FF2B5EF4-FFF2-40B4-BE49-F238E27FC236}">
                <a16:creationId xmlns:a16="http://schemas.microsoft.com/office/drawing/2014/main" id="{D6ADF94A-D18F-557B-D3BD-666F72DE2686}"/>
              </a:ext>
            </a:extLst>
          </p:cNvPr>
          <p:cNvSpPr/>
          <p:nvPr/>
        </p:nvSpPr>
        <p:spPr>
          <a:xfrm>
            <a:off x="3378228" y="1518043"/>
            <a:ext cx="673209" cy="31347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sp>
        <p:nvSpPr>
          <p:cNvPr id="13" name="Rectangle 12">
            <a:extLst>
              <a:ext uri="{FF2B5EF4-FFF2-40B4-BE49-F238E27FC236}">
                <a16:creationId xmlns:a16="http://schemas.microsoft.com/office/drawing/2014/main" id="{18B0453C-A8B4-066C-76FA-3CB7091CDEF1}"/>
              </a:ext>
            </a:extLst>
          </p:cNvPr>
          <p:cNvSpPr/>
          <p:nvPr/>
        </p:nvSpPr>
        <p:spPr>
          <a:xfrm>
            <a:off x="3658159" y="5557431"/>
            <a:ext cx="1058219" cy="20574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spTree>
    <p:extLst>
      <p:ext uri="{BB962C8B-B14F-4D97-AF65-F5344CB8AC3E}">
        <p14:creationId xmlns:p14="http://schemas.microsoft.com/office/powerpoint/2010/main" val="336026670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29EC4-8C00-824E-EE78-7831B7DA97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0C336C-DDD8-DD4E-6744-AC287FCE5A52}"/>
              </a:ext>
            </a:extLst>
          </p:cNvPr>
          <p:cNvSpPr>
            <a:spLocks noGrp="1"/>
          </p:cNvSpPr>
          <p:nvPr>
            <p:ph type="title"/>
          </p:nvPr>
        </p:nvSpPr>
        <p:spPr>
          <a:xfrm>
            <a:off x="291420" y="-319068"/>
            <a:ext cx="11609159" cy="1247050"/>
          </a:xfrm>
        </p:spPr>
        <p:txBody>
          <a:bodyPr/>
          <a:lstStyle/>
          <a:p>
            <a:r>
              <a:rPr lang="en-US" sz="1800" b="1" noProof="0" dirty="0"/>
              <a:t>Pipeline: AI Agents — Two Specialized Assistants in the Project</a:t>
            </a:r>
          </a:p>
        </p:txBody>
      </p:sp>
      <p:sp>
        <p:nvSpPr>
          <p:cNvPr id="57" name="Text 3">
            <a:extLst>
              <a:ext uri="{FF2B5EF4-FFF2-40B4-BE49-F238E27FC236}">
                <a16:creationId xmlns:a16="http://schemas.microsoft.com/office/drawing/2014/main" id="{B95795A1-5183-3060-DDB1-D385A121B318}"/>
              </a:ext>
            </a:extLst>
          </p:cNvPr>
          <p:cNvSpPr/>
          <p:nvPr/>
        </p:nvSpPr>
        <p:spPr>
          <a:xfrm>
            <a:off x="439525" y="682827"/>
            <a:ext cx="8229600" cy="256032"/>
          </a:xfrm>
          <a:prstGeom prst="rect">
            <a:avLst/>
          </a:prstGeom>
          <a:noFill/>
          <a:ln/>
        </p:spPr>
        <p:txBody>
          <a:bodyPr wrap="square" lIns="0" tIns="0" rIns="0" bIns="0" rtlCol="0" anchor="ctr"/>
          <a:lstStyle/>
          <a:p>
            <a:pPr marL="0" indent="0" algn="l">
              <a:buNone/>
            </a:pPr>
            <a:r>
              <a:rPr lang="en-US" sz="1200" i="1" noProof="0" dirty="0">
                <a:solidFill>
                  <a:srgbClr val="64748B"/>
                </a:solidFill>
              </a:rPr>
              <a:t>Not just one AI: two agents used for engineering acceleration</a:t>
            </a:r>
          </a:p>
        </p:txBody>
      </p:sp>
      <p:sp>
        <p:nvSpPr>
          <p:cNvPr id="58" name="Shape 4">
            <a:extLst>
              <a:ext uri="{FF2B5EF4-FFF2-40B4-BE49-F238E27FC236}">
                <a16:creationId xmlns:a16="http://schemas.microsoft.com/office/drawing/2014/main" id="{1E7CE777-6CB8-7564-B98A-F00C4B882575}"/>
              </a:ext>
            </a:extLst>
          </p:cNvPr>
          <p:cNvSpPr/>
          <p:nvPr/>
        </p:nvSpPr>
        <p:spPr>
          <a:xfrm>
            <a:off x="439525" y="1054803"/>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3" name="Shape 5">
            <a:extLst>
              <a:ext uri="{FF2B5EF4-FFF2-40B4-BE49-F238E27FC236}">
                <a16:creationId xmlns:a16="http://schemas.microsoft.com/office/drawing/2014/main" id="{10EB5CA1-A26B-4A64-0493-961763176C6A}"/>
              </a:ext>
            </a:extLst>
          </p:cNvPr>
          <p:cNvSpPr/>
          <p:nvPr/>
        </p:nvSpPr>
        <p:spPr>
          <a:xfrm>
            <a:off x="364570" y="1298169"/>
            <a:ext cx="4234045" cy="658368"/>
          </a:xfrm>
          <a:prstGeom prst="rect">
            <a:avLst/>
          </a:prstGeom>
          <a:solidFill>
            <a:srgbClr val="F8FAFC"/>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4" name="Shape 6">
            <a:extLst>
              <a:ext uri="{FF2B5EF4-FFF2-40B4-BE49-F238E27FC236}">
                <a16:creationId xmlns:a16="http://schemas.microsoft.com/office/drawing/2014/main" id="{D7DFA3E7-BC58-0BB5-3F73-A4A47072A31C}"/>
              </a:ext>
            </a:extLst>
          </p:cNvPr>
          <p:cNvSpPr/>
          <p:nvPr/>
        </p:nvSpPr>
        <p:spPr>
          <a:xfrm flipH="1">
            <a:off x="291420" y="1298169"/>
            <a:ext cx="73150" cy="658368"/>
          </a:xfrm>
          <a:prstGeom prst="rect">
            <a:avLst/>
          </a:prstGeom>
          <a:solidFill>
            <a:srgbClr val="425A78"/>
          </a:solidFill>
          <a:ln w="12700">
            <a:solidFill>
              <a:srgbClr val="000000"/>
            </a:solidFill>
            <a:prstDash val="solid"/>
          </a:ln>
        </p:spPr>
        <p:txBody>
          <a:bodyPr/>
          <a:lstStyle/>
          <a:p>
            <a:endParaRPr lang="en-US" noProof="0" dirty="0"/>
          </a:p>
        </p:txBody>
      </p:sp>
      <p:sp>
        <p:nvSpPr>
          <p:cNvPr id="28" name="Text 7">
            <a:extLst>
              <a:ext uri="{FF2B5EF4-FFF2-40B4-BE49-F238E27FC236}">
                <a16:creationId xmlns:a16="http://schemas.microsoft.com/office/drawing/2014/main" id="{18605C76-C373-1D69-3025-57D9C081D7D6}"/>
              </a:ext>
            </a:extLst>
          </p:cNvPr>
          <p:cNvSpPr/>
          <p:nvPr/>
        </p:nvSpPr>
        <p:spPr>
          <a:xfrm>
            <a:off x="764315" y="1361931"/>
            <a:ext cx="8800890" cy="566928"/>
          </a:xfrm>
          <a:prstGeom prst="rect">
            <a:avLst/>
          </a:prstGeom>
          <a:noFill/>
          <a:ln/>
        </p:spPr>
        <p:txBody>
          <a:bodyPr wrap="square" lIns="0" tIns="0" rIns="0" bIns="0" rtlCol="0" anchor="ctr"/>
          <a:lstStyle/>
          <a:p>
            <a:pPr marL="0" indent="0">
              <a:buNone/>
            </a:pPr>
            <a:endParaRPr lang="en-US" sz="1100" noProof="0" dirty="0"/>
          </a:p>
        </p:txBody>
      </p:sp>
      <p:sp>
        <p:nvSpPr>
          <p:cNvPr id="35" name="Shape 3">
            <a:extLst>
              <a:ext uri="{FF2B5EF4-FFF2-40B4-BE49-F238E27FC236}">
                <a16:creationId xmlns:a16="http://schemas.microsoft.com/office/drawing/2014/main" id="{F174005A-FE81-766B-86DB-E24EBC50F990}"/>
              </a:ext>
            </a:extLst>
          </p:cNvPr>
          <p:cNvSpPr/>
          <p:nvPr/>
        </p:nvSpPr>
        <p:spPr>
          <a:xfrm>
            <a:off x="308134" y="2097069"/>
            <a:ext cx="4234044" cy="3780185"/>
          </a:xfrm>
          <a:prstGeom prst="rect">
            <a:avLst/>
          </a:prstGeom>
          <a:solidFill>
            <a:srgbClr val="F8FAFC"/>
          </a:solidFill>
          <a:ln w="12700">
            <a:solidFill>
              <a:srgbClr val="E2E8F0"/>
            </a:solidFill>
            <a:prstDash val="solid"/>
          </a:ln>
          <a:effectLst>
            <a:outerShdw blurRad="63500" dist="25400" dir="8100000" algn="bl" rotWithShape="0">
              <a:srgbClr val="000000">
                <a:alpha val="8000"/>
              </a:srgbClr>
            </a:outerShdw>
          </a:effectLst>
        </p:spPr>
        <p:txBody>
          <a:bodyPr/>
          <a:lstStyle/>
          <a:p>
            <a:r>
              <a:rPr lang="en-US" noProof="0" dirty="0"/>
              <a:t>benchmark outputs</a:t>
            </a:r>
          </a:p>
        </p:txBody>
      </p:sp>
      <p:sp>
        <p:nvSpPr>
          <p:cNvPr id="36" name="Shape 4">
            <a:extLst>
              <a:ext uri="{FF2B5EF4-FFF2-40B4-BE49-F238E27FC236}">
                <a16:creationId xmlns:a16="http://schemas.microsoft.com/office/drawing/2014/main" id="{31D917A9-AA22-4C1A-F419-E771A41F3EF9}"/>
              </a:ext>
            </a:extLst>
          </p:cNvPr>
          <p:cNvSpPr/>
          <p:nvPr/>
        </p:nvSpPr>
        <p:spPr>
          <a:xfrm>
            <a:off x="308134" y="2097069"/>
            <a:ext cx="45719" cy="3780185"/>
          </a:xfrm>
          <a:prstGeom prst="rect">
            <a:avLst/>
          </a:prstGeom>
          <a:solidFill>
            <a:srgbClr val="0D9488"/>
          </a:solidFill>
          <a:ln w="12700">
            <a:solidFill>
              <a:srgbClr val="0D9488"/>
            </a:solidFill>
            <a:prstDash val="solid"/>
          </a:ln>
        </p:spPr>
        <p:txBody>
          <a:bodyPr/>
          <a:lstStyle/>
          <a:p>
            <a:endParaRPr lang="en-US" noProof="0" dirty="0"/>
          </a:p>
        </p:txBody>
      </p:sp>
      <p:sp>
        <p:nvSpPr>
          <p:cNvPr id="37" name="Shape 5">
            <a:extLst>
              <a:ext uri="{FF2B5EF4-FFF2-40B4-BE49-F238E27FC236}">
                <a16:creationId xmlns:a16="http://schemas.microsoft.com/office/drawing/2014/main" id="{69F09090-008A-5447-44B8-E843E5FF56BA}"/>
              </a:ext>
            </a:extLst>
          </p:cNvPr>
          <p:cNvSpPr/>
          <p:nvPr/>
        </p:nvSpPr>
        <p:spPr>
          <a:xfrm>
            <a:off x="362998" y="2097069"/>
            <a:ext cx="4179180" cy="438912"/>
          </a:xfrm>
          <a:prstGeom prst="rect">
            <a:avLst/>
          </a:prstGeom>
          <a:solidFill>
            <a:srgbClr val="0D9488"/>
          </a:solidFill>
          <a:ln w="12700">
            <a:solidFill>
              <a:srgbClr val="0D9488"/>
            </a:solidFill>
            <a:prstDash val="solid"/>
          </a:ln>
        </p:spPr>
        <p:txBody>
          <a:bodyPr/>
          <a:lstStyle/>
          <a:p>
            <a:endParaRPr lang="en-US" noProof="0" dirty="0"/>
          </a:p>
        </p:txBody>
      </p:sp>
      <p:sp>
        <p:nvSpPr>
          <p:cNvPr id="38" name="Text 6">
            <a:extLst>
              <a:ext uri="{FF2B5EF4-FFF2-40B4-BE49-F238E27FC236}">
                <a16:creationId xmlns:a16="http://schemas.microsoft.com/office/drawing/2014/main" id="{DB91AD11-2909-03DF-5BBF-616CEE470B64}"/>
              </a:ext>
            </a:extLst>
          </p:cNvPr>
          <p:cNvSpPr/>
          <p:nvPr/>
        </p:nvSpPr>
        <p:spPr>
          <a:xfrm>
            <a:off x="445294" y="2097069"/>
            <a:ext cx="3931920" cy="438912"/>
          </a:xfrm>
          <a:prstGeom prst="rect">
            <a:avLst/>
          </a:prstGeom>
          <a:noFill/>
          <a:ln/>
        </p:spPr>
        <p:txBody>
          <a:bodyPr wrap="square" rtlCol="0" anchor="ctr"/>
          <a:lstStyle/>
          <a:p>
            <a:pPr marL="0" indent="0">
              <a:buNone/>
            </a:pPr>
            <a:r>
              <a:rPr lang="en-US" sz="1200" b="1" noProof="0" dirty="0">
                <a:solidFill>
                  <a:srgbClr val="FFFFFF"/>
                </a:solidFill>
                <a:ea typeface="Calibri" pitchFamily="34" charset="-122"/>
                <a:cs typeface="Calibri" pitchFamily="34" charset="-120"/>
              </a:rPr>
              <a:t>Agent 1 — Preprocessing Agent</a:t>
            </a:r>
            <a:endParaRPr lang="en-US" sz="1200" noProof="0" dirty="0"/>
          </a:p>
        </p:txBody>
      </p:sp>
      <p:sp>
        <p:nvSpPr>
          <p:cNvPr id="39" name="Text 7">
            <a:extLst>
              <a:ext uri="{FF2B5EF4-FFF2-40B4-BE49-F238E27FC236}">
                <a16:creationId xmlns:a16="http://schemas.microsoft.com/office/drawing/2014/main" id="{055A6C3B-9751-A313-7F4F-BB1350B95194}"/>
              </a:ext>
            </a:extLst>
          </p:cNvPr>
          <p:cNvSpPr/>
          <p:nvPr/>
        </p:nvSpPr>
        <p:spPr>
          <a:xfrm>
            <a:off x="445294" y="2599989"/>
            <a:ext cx="3931920" cy="320040"/>
          </a:xfrm>
          <a:prstGeom prst="rect">
            <a:avLst/>
          </a:prstGeom>
          <a:noFill/>
          <a:ln/>
        </p:spPr>
        <p:txBody>
          <a:bodyPr wrap="square" rtlCol="0" anchor="ctr"/>
          <a:lstStyle/>
          <a:p>
            <a:pPr marL="0" indent="0">
              <a:buNone/>
            </a:pPr>
            <a:r>
              <a:rPr lang="en-US" sz="1000" b="1" i="1" noProof="0" dirty="0">
                <a:solidFill>
                  <a:srgbClr val="0D9488"/>
                </a:solidFill>
                <a:ea typeface="Calibri" pitchFamily="34" charset="-122"/>
                <a:cs typeface="Calibri" pitchFamily="34" charset="-120"/>
              </a:rPr>
              <a:t>STM32Cube Preprocessing Agent</a:t>
            </a:r>
            <a:endParaRPr lang="en-US" sz="1000" noProof="0" dirty="0"/>
          </a:p>
        </p:txBody>
      </p:sp>
      <p:sp>
        <p:nvSpPr>
          <p:cNvPr id="40" name="Shape 8">
            <a:extLst>
              <a:ext uri="{FF2B5EF4-FFF2-40B4-BE49-F238E27FC236}">
                <a16:creationId xmlns:a16="http://schemas.microsoft.com/office/drawing/2014/main" id="{C262AF6D-282C-5F71-012D-C35430EA86C2}"/>
              </a:ext>
            </a:extLst>
          </p:cNvPr>
          <p:cNvSpPr/>
          <p:nvPr/>
        </p:nvSpPr>
        <p:spPr>
          <a:xfrm>
            <a:off x="445294" y="2984037"/>
            <a:ext cx="1005840" cy="365760"/>
          </a:xfrm>
          <a:prstGeom prst="rect">
            <a:avLst/>
          </a:prstGeom>
          <a:solidFill>
            <a:srgbClr val="1A2E45"/>
          </a:solidFill>
          <a:ln w="12700">
            <a:solidFill>
              <a:srgbClr val="1A2E45"/>
            </a:solidFill>
            <a:prstDash val="solid"/>
          </a:ln>
        </p:spPr>
        <p:txBody>
          <a:bodyPr/>
          <a:lstStyle/>
          <a:p>
            <a:endParaRPr lang="en-US" noProof="0" dirty="0"/>
          </a:p>
        </p:txBody>
      </p:sp>
      <p:sp>
        <p:nvSpPr>
          <p:cNvPr id="41" name="Text 9">
            <a:extLst>
              <a:ext uri="{FF2B5EF4-FFF2-40B4-BE49-F238E27FC236}">
                <a16:creationId xmlns:a16="http://schemas.microsoft.com/office/drawing/2014/main" id="{CC93A921-E7BF-8390-2138-EB5A8C8CAA1B}"/>
              </a:ext>
            </a:extLst>
          </p:cNvPr>
          <p:cNvSpPr/>
          <p:nvPr/>
        </p:nvSpPr>
        <p:spPr>
          <a:xfrm>
            <a:off x="445294" y="2984037"/>
            <a:ext cx="1005840" cy="365760"/>
          </a:xfrm>
          <a:prstGeom prst="rect">
            <a:avLst/>
          </a:prstGeom>
          <a:noFill/>
          <a:ln/>
        </p:spPr>
        <p:txBody>
          <a:bodyPr wrap="square" rtlCol="0" anchor="ctr"/>
          <a:lstStyle/>
          <a:p>
            <a:pPr marL="0" indent="0" algn="ctr">
              <a:buNone/>
            </a:pPr>
            <a:r>
              <a:rPr lang="en-US" sz="950" b="1" noProof="0" dirty="0">
                <a:solidFill>
                  <a:srgbClr val="14B8A6"/>
                </a:solidFill>
                <a:ea typeface="Calibri" pitchFamily="34" charset="-122"/>
                <a:cs typeface="Calibri" pitchFamily="34" charset="-120"/>
              </a:rPr>
              <a:t>Role</a:t>
            </a:r>
            <a:endParaRPr lang="en-US" sz="950" noProof="0" dirty="0"/>
          </a:p>
        </p:txBody>
      </p:sp>
      <p:sp>
        <p:nvSpPr>
          <p:cNvPr id="42" name="Text 10">
            <a:extLst>
              <a:ext uri="{FF2B5EF4-FFF2-40B4-BE49-F238E27FC236}">
                <a16:creationId xmlns:a16="http://schemas.microsoft.com/office/drawing/2014/main" id="{57318F25-D31C-7E1F-EB1D-0BEDF2855C00}"/>
              </a:ext>
            </a:extLst>
          </p:cNvPr>
          <p:cNvSpPr/>
          <p:nvPr/>
        </p:nvSpPr>
        <p:spPr>
          <a:xfrm>
            <a:off x="1542574" y="3011469"/>
            <a:ext cx="2788920" cy="320040"/>
          </a:xfrm>
          <a:prstGeom prst="rect">
            <a:avLst/>
          </a:prstGeom>
          <a:noFill/>
          <a:ln/>
        </p:spPr>
        <p:txBody>
          <a:bodyPr wrap="square" rtlCol="0" anchor="ctr"/>
          <a:lstStyle/>
          <a:p>
            <a:pPr marL="0" indent="0">
              <a:buNone/>
            </a:pPr>
            <a:r>
              <a:rPr lang="en-US" sz="950" noProof="0" dirty="0">
                <a:solidFill>
                  <a:srgbClr val="334155"/>
                </a:solidFill>
                <a:ea typeface="Calibri" pitchFamily="34" charset="-122"/>
                <a:cs typeface="Calibri" pitchFamily="34" charset="-120"/>
              </a:rPr>
              <a:t>Assistant dedicated to pipeline analysis and documentation</a:t>
            </a:r>
            <a:endParaRPr lang="en-US" sz="950" noProof="0" dirty="0"/>
          </a:p>
        </p:txBody>
      </p:sp>
      <p:sp>
        <p:nvSpPr>
          <p:cNvPr id="43" name="Shape 11">
            <a:extLst>
              <a:ext uri="{FF2B5EF4-FFF2-40B4-BE49-F238E27FC236}">
                <a16:creationId xmlns:a16="http://schemas.microsoft.com/office/drawing/2014/main" id="{18D5232E-AE4F-1253-591D-E0AB92EB4226}"/>
              </a:ext>
            </a:extLst>
          </p:cNvPr>
          <p:cNvSpPr/>
          <p:nvPr/>
        </p:nvSpPr>
        <p:spPr>
          <a:xfrm>
            <a:off x="445294" y="3550965"/>
            <a:ext cx="1005840" cy="365760"/>
          </a:xfrm>
          <a:prstGeom prst="rect">
            <a:avLst/>
          </a:prstGeom>
          <a:solidFill>
            <a:srgbClr val="1A2E45"/>
          </a:solidFill>
          <a:ln w="12700">
            <a:solidFill>
              <a:srgbClr val="1A2E45"/>
            </a:solidFill>
            <a:prstDash val="solid"/>
          </a:ln>
        </p:spPr>
        <p:txBody>
          <a:bodyPr/>
          <a:lstStyle/>
          <a:p>
            <a:endParaRPr lang="en-US" noProof="0" dirty="0"/>
          </a:p>
        </p:txBody>
      </p:sp>
      <p:sp>
        <p:nvSpPr>
          <p:cNvPr id="44" name="Text 12">
            <a:extLst>
              <a:ext uri="{FF2B5EF4-FFF2-40B4-BE49-F238E27FC236}">
                <a16:creationId xmlns:a16="http://schemas.microsoft.com/office/drawing/2014/main" id="{7EA6B79A-AF90-F3A3-572C-44B25355CCA4}"/>
              </a:ext>
            </a:extLst>
          </p:cNvPr>
          <p:cNvSpPr/>
          <p:nvPr/>
        </p:nvSpPr>
        <p:spPr>
          <a:xfrm>
            <a:off x="445294" y="3550965"/>
            <a:ext cx="1005840" cy="365760"/>
          </a:xfrm>
          <a:prstGeom prst="rect">
            <a:avLst/>
          </a:prstGeom>
          <a:noFill/>
          <a:ln/>
        </p:spPr>
        <p:txBody>
          <a:bodyPr wrap="square" rtlCol="0" anchor="ctr"/>
          <a:lstStyle/>
          <a:p>
            <a:pPr marL="0" indent="0" algn="ctr">
              <a:buNone/>
            </a:pPr>
            <a:r>
              <a:rPr lang="en-US" sz="950" b="1" noProof="0" dirty="0">
                <a:solidFill>
                  <a:srgbClr val="14B8A6"/>
                </a:solidFill>
                <a:ea typeface="Calibri" pitchFamily="34" charset="-122"/>
                <a:cs typeface="Calibri" pitchFamily="34" charset="-120"/>
              </a:rPr>
              <a:t>Analyze</a:t>
            </a:r>
            <a:endParaRPr lang="en-US" sz="950" noProof="0" dirty="0"/>
          </a:p>
        </p:txBody>
      </p:sp>
      <p:sp>
        <p:nvSpPr>
          <p:cNvPr id="45" name="Text 13">
            <a:extLst>
              <a:ext uri="{FF2B5EF4-FFF2-40B4-BE49-F238E27FC236}">
                <a16:creationId xmlns:a16="http://schemas.microsoft.com/office/drawing/2014/main" id="{CB235AB3-ADC9-3BE7-2443-661DE6DFACB9}"/>
              </a:ext>
            </a:extLst>
          </p:cNvPr>
          <p:cNvSpPr/>
          <p:nvPr/>
        </p:nvSpPr>
        <p:spPr>
          <a:xfrm>
            <a:off x="1515143" y="3592643"/>
            <a:ext cx="2788920" cy="320040"/>
          </a:xfrm>
          <a:prstGeom prst="rect">
            <a:avLst/>
          </a:prstGeom>
          <a:noFill/>
          <a:ln/>
        </p:spPr>
        <p:txBody>
          <a:bodyPr wrap="square" rtlCol="0" anchor="ctr"/>
          <a:lstStyle/>
          <a:p>
            <a:pPr marL="0" indent="0">
              <a:buNone/>
            </a:pPr>
            <a:r>
              <a:rPr lang="en-US" sz="950" noProof="0" dirty="0">
                <a:solidFill>
                  <a:srgbClr val="334155"/>
                </a:solidFill>
                <a:ea typeface="Calibri" pitchFamily="34" charset="-122"/>
                <a:cs typeface="Calibri" pitchFamily="34" charset="-120"/>
              </a:rPr>
              <a:t>The data flow, JSON outputs, and benchmark outputs</a:t>
            </a:r>
            <a:endParaRPr lang="en-US" sz="950" noProof="0" dirty="0"/>
          </a:p>
        </p:txBody>
      </p:sp>
      <p:sp>
        <p:nvSpPr>
          <p:cNvPr id="46" name="Shape 14">
            <a:extLst>
              <a:ext uri="{FF2B5EF4-FFF2-40B4-BE49-F238E27FC236}">
                <a16:creationId xmlns:a16="http://schemas.microsoft.com/office/drawing/2014/main" id="{1297BE13-866D-E08E-C158-F32A3C947953}"/>
              </a:ext>
            </a:extLst>
          </p:cNvPr>
          <p:cNvSpPr/>
          <p:nvPr/>
        </p:nvSpPr>
        <p:spPr>
          <a:xfrm>
            <a:off x="445294" y="4117893"/>
            <a:ext cx="1005840" cy="365760"/>
          </a:xfrm>
          <a:prstGeom prst="rect">
            <a:avLst/>
          </a:prstGeom>
          <a:solidFill>
            <a:srgbClr val="1A2E45"/>
          </a:solidFill>
          <a:ln w="12700">
            <a:solidFill>
              <a:srgbClr val="1A2E45"/>
            </a:solidFill>
            <a:prstDash val="solid"/>
          </a:ln>
        </p:spPr>
        <p:txBody>
          <a:bodyPr/>
          <a:lstStyle/>
          <a:p>
            <a:endParaRPr lang="en-US" noProof="0" dirty="0"/>
          </a:p>
        </p:txBody>
      </p:sp>
      <p:sp>
        <p:nvSpPr>
          <p:cNvPr id="47" name="Text 15">
            <a:extLst>
              <a:ext uri="{FF2B5EF4-FFF2-40B4-BE49-F238E27FC236}">
                <a16:creationId xmlns:a16="http://schemas.microsoft.com/office/drawing/2014/main" id="{AB3D344B-22B7-3CEE-7F3C-DC334545D2C2}"/>
              </a:ext>
            </a:extLst>
          </p:cNvPr>
          <p:cNvSpPr/>
          <p:nvPr/>
        </p:nvSpPr>
        <p:spPr>
          <a:xfrm>
            <a:off x="445294" y="4117893"/>
            <a:ext cx="1005840" cy="365760"/>
          </a:xfrm>
          <a:prstGeom prst="rect">
            <a:avLst/>
          </a:prstGeom>
          <a:noFill/>
          <a:ln/>
        </p:spPr>
        <p:txBody>
          <a:bodyPr wrap="square" rtlCol="0" anchor="ctr"/>
          <a:lstStyle/>
          <a:p>
            <a:pPr marL="0" indent="0" algn="ctr">
              <a:buNone/>
            </a:pPr>
            <a:r>
              <a:rPr lang="en-US" sz="950" b="1" noProof="0" dirty="0">
                <a:solidFill>
                  <a:srgbClr val="14B8A6"/>
                </a:solidFill>
                <a:ea typeface="Calibri" pitchFamily="34" charset="-122"/>
                <a:cs typeface="Calibri" pitchFamily="34" charset="-120"/>
              </a:rPr>
              <a:t>Document</a:t>
            </a:r>
            <a:endParaRPr lang="en-US" sz="950" noProof="0" dirty="0"/>
          </a:p>
        </p:txBody>
      </p:sp>
      <p:sp>
        <p:nvSpPr>
          <p:cNvPr id="48" name="Text 16">
            <a:extLst>
              <a:ext uri="{FF2B5EF4-FFF2-40B4-BE49-F238E27FC236}">
                <a16:creationId xmlns:a16="http://schemas.microsoft.com/office/drawing/2014/main" id="{E76E4066-38D9-35D1-9E5A-F48E0DC4D261}"/>
              </a:ext>
            </a:extLst>
          </p:cNvPr>
          <p:cNvSpPr/>
          <p:nvPr/>
        </p:nvSpPr>
        <p:spPr>
          <a:xfrm>
            <a:off x="1515143" y="4153961"/>
            <a:ext cx="2788920" cy="320040"/>
          </a:xfrm>
          <a:prstGeom prst="rect">
            <a:avLst/>
          </a:prstGeom>
          <a:noFill/>
          <a:ln/>
        </p:spPr>
        <p:txBody>
          <a:bodyPr wrap="square" rtlCol="0" anchor="ctr"/>
          <a:lstStyle/>
          <a:p>
            <a:pPr marL="0" indent="0">
              <a:buNone/>
            </a:pPr>
            <a:r>
              <a:rPr lang="en-US" sz="950" noProof="0" dirty="0">
                <a:solidFill>
                  <a:srgbClr val="334155"/>
                </a:solidFill>
                <a:ea typeface="Calibri" pitchFamily="34" charset="-122"/>
                <a:cs typeface="Calibri" pitchFamily="34" charset="-120"/>
              </a:rPr>
              <a:t> Data schemas, test results</a:t>
            </a:r>
            <a:endParaRPr lang="en-US" sz="950" noProof="0" dirty="0"/>
          </a:p>
        </p:txBody>
      </p:sp>
      <p:sp>
        <p:nvSpPr>
          <p:cNvPr id="49" name="Shape 17">
            <a:extLst>
              <a:ext uri="{FF2B5EF4-FFF2-40B4-BE49-F238E27FC236}">
                <a16:creationId xmlns:a16="http://schemas.microsoft.com/office/drawing/2014/main" id="{E21FEF7F-5C35-E550-8B47-24EEDA293A6F}"/>
              </a:ext>
            </a:extLst>
          </p:cNvPr>
          <p:cNvSpPr/>
          <p:nvPr/>
        </p:nvSpPr>
        <p:spPr>
          <a:xfrm>
            <a:off x="445294" y="4684821"/>
            <a:ext cx="1005840" cy="365760"/>
          </a:xfrm>
          <a:prstGeom prst="rect">
            <a:avLst/>
          </a:prstGeom>
          <a:solidFill>
            <a:srgbClr val="1A2E45"/>
          </a:solidFill>
          <a:ln w="12700">
            <a:solidFill>
              <a:srgbClr val="1A2E45"/>
            </a:solidFill>
            <a:prstDash val="solid"/>
          </a:ln>
        </p:spPr>
        <p:txBody>
          <a:bodyPr/>
          <a:lstStyle/>
          <a:p>
            <a:endParaRPr lang="en-US" noProof="0" dirty="0"/>
          </a:p>
        </p:txBody>
      </p:sp>
      <p:sp>
        <p:nvSpPr>
          <p:cNvPr id="50" name="Text 18">
            <a:extLst>
              <a:ext uri="{FF2B5EF4-FFF2-40B4-BE49-F238E27FC236}">
                <a16:creationId xmlns:a16="http://schemas.microsoft.com/office/drawing/2014/main" id="{DEB73949-CC74-E152-0C88-91C274BC643D}"/>
              </a:ext>
            </a:extLst>
          </p:cNvPr>
          <p:cNvSpPr/>
          <p:nvPr/>
        </p:nvSpPr>
        <p:spPr>
          <a:xfrm>
            <a:off x="445294" y="4684821"/>
            <a:ext cx="1005840" cy="365760"/>
          </a:xfrm>
          <a:prstGeom prst="rect">
            <a:avLst/>
          </a:prstGeom>
          <a:noFill/>
          <a:ln/>
        </p:spPr>
        <p:txBody>
          <a:bodyPr wrap="square" rtlCol="0" anchor="ctr"/>
          <a:lstStyle/>
          <a:p>
            <a:pPr marL="0" indent="0" algn="ctr">
              <a:buNone/>
            </a:pPr>
            <a:r>
              <a:rPr lang="en-US" sz="950" b="1" noProof="0" dirty="0">
                <a:solidFill>
                  <a:srgbClr val="14B8A6"/>
                </a:solidFill>
                <a:ea typeface="Calibri" pitchFamily="34" charset="-122"/>
                <a:cs typeface="Calibri" pitchFamily="34" charset="-120"/>
              </a:rPr>
              <a:t>Compare</a:t>
            </a:r>
            <a:endParaRPr lang="en-US" sz="950" noProof="0" dirty="0"/>
          </a:p>
        </p:txBody>
      </p:sp>
      <p:sp>
        <p:nvSpPr>
          <p:cNvPr id="51" name="Text 19">
            <a:extLst>
              <a:ext uri="{FF2B5EF4-FFF2-40B4-BE49-F238E27FC236}">
                <a16:creationId xmlns:a16="http://schemas.microsoft.com/office/drawing/2014/main" id="{18751870-CAAC-6309-AE02-3BAEF930AB6A}"/>
              </a:ext>
            </a:extLst>
          </p:cNvPr>
          <p:cNvSpPr/>
          <p:nvPr/>
        </p:nvSpPr>
        <p:spPr>
          <a:xfrm>
            <a:off x="1542574" y="4712253"/>
            <a:ext cx="2788920" cy="320040"/>
          </a:xfrm>
          <a:prstGeom prst="rect">
            <a:avLst/>
          </a:prstGeom>
          <a:noFill/>
          <a:ln/>
        </p:spPr>
        <p:txBody>
          <a:bodyPr wrap="square" rtlCol="0" anchor="ctr"/>
          <a:lstStyle/>
          <a:p>
            <a:pPr marL="0" indent="0">
              <a:buNone/>
            </a:pPr>
            <a:r>
              <a:rPr lang="en-US" sz="950" noProof="0" dirty="0">
                <a:solidFill>
                  <a:srgbClr val="334155"/>
                </a:solidFill>
                <a:ea typeface="Calibri" pitchFamily="34" charset="-122"/>
                <a:cs typeface="Calibri" pitchFamily="34" charset="-120"/>
              </a:rPr>
              <a:t>Structuring strategies</a:t>
            </a:r>
            <a:endParaRPr lang="en-US" sz="950" noProof="0" dirty="0"/>
          </a:p>
        </p:txBody>
      </p:sp>
      <p:sp>
        <p:nvSpPr>
          <p:cNvPr id="52" name="Shape 20">
            <a:extLst>
              <a:ext uri="{FF2B5EF4-FFF2-40B4-BE49-F238E27FC236}">
                <a16:creationId xmlns:a16="http://schemas.microsoft.com/office/drawing/2014/main" id="{4B0175B4-3047-F5EA-F80D-64520ACF1316}"/>
              </a:ext>
            </a:extLst>
          </p:cNvPr>
          <p:cNvSpPr/>
          <p:nvPr/>
        </p:nvSpPr>
        <p:spPr>
          <a:xfrm>
            <a:off x="445294" y="5251749"/>
            <a:ext cx="1005840" cy="365760"/>
          </a:xfrm>
          <a:prstGeom prst="rect">
            <a:avLst/>
          </a:prstGeom>
          <a:solidFill>
            <a:srgbClr val="1A2E45"/>
          </a:solidFill>
          <a:ln w="12700">
            <a:solidFill>
              <a:srgbClr val="1A2E45"/>
            </a:solidFill>
            <a:prstDash val="solid"/>
          </a:ln>
        </p:spPr>
        <p:txBody>
          <a:bodyPr/>
          <a:lstStyle/>
          <a:p>
            <a:endParaRPr lang="en-US" noProof="0" dirty="0"/>
          </a:p>
        </p:txBody>
      </p:sp>
      <p:sp>
        <p:nvSpPr>
          <p:cNvPr id="53" name="Text 21">
            <a:extLst>
              <a:ext uri="{FF2B5EF4-FFF2-40B4-BE49-F238E27FC236}">
                <a16:creationId xmlns:a16="http://schemas.microsoft.com/office/drawing/2014/main" id="{3DD8A7E2-8AD7-4D4F-5028-890B4C9CB5D6}"/>
              </a:ext>
            </a:extLst>
          </p:cNvPr>
          <p:cNvSpPr/>
          <p:nvPr/>
        </p:nvSpPr>
        <p:spPr>
          <a:xfrm>
            <a:off x="445294" y="5251749"/>
            <a:ext cx="1005840" cy="365760"/>
          </a:xfrm>
          <a:prstGeom prst="rect">
            <a:avLst/>
          </a:prstGeom>
          <a:noFill/>
          <a:ln/>
        </p:spPr>
        <p:txBody>
          <a:bodyPr wrap="square" rtlCol="0" anchor="ctr"/>
          <a:lstStyle/>
          <a:p>
            <a:pPr marL="0" indent="0" algn="ctr">
              <a:buNone/>
            </a:pPr>
            <a:r>
              <a:rPr lang="en-US" sz="950" b="1" noProof="0" dirty="0">
                <a:solidFill>
                  <a:srgbClr val="14B8A6"/>
                </a:solidFill>
                <a:ea typeface="Calibri" pitchFamily="34" charset="-122"/>
                <a:cs typeface="Calibri" pitchFamily="34" charset="-120"/>
              </a:rPr>
              <a:t>Value</a:t>
            </a:r>
            <a:endParaRPr lang="en-US" sz="950" noProof="0" dirty="0"/>
          </a:p>
        </p:txBody>
      </p:sp>
      <p:sp>
        <p:nvSpPr>
          <p:cNvPr id="54" name="Text 22">
            <a:extLst>
              <a:ext uri="{FF2B5EF4-FFF2-40B4-BE49-F238E27FC236}">
                <a16:creationId xmlns:a16="http://schemas.microsoft.com/office/drawing/2014/main" id="{87DCD588-A867-50B5-CB9D-109D4A9B64B0}"/>
              </a:ext>
            </a:extLst>
          </p:cNvPr>
          <p:cNvSpPr/>
          <p:nvPr/>
        </p:nvSpPr>
        <p:spPr>
          <a:xfrm>
            <a:off x="1451134" y="5276669"/>
            <a:ext cx="3181786" cy="320040"/>
          </a:xfrm>
          <a:prstGeom prst="rect">
            <a:avLst/>
          </a:prstGeom>
          <a:noFill/>
          <a:ln/>
        </p:spPr>
        <p:txBody>
          <a:bodyPr wrap="square" rtlCol="0" anchor="ctr"/>
          <a:lstStyle/>
          <a:p>
            <a:pPr marL="171450" indent="-171450">
              <a:buFont typeface="Arial" panose="020B0604020202020204" pitchFamily="34" charset="0"/>
              <a:buChar char="•"/>
            </a:pPr>
            <a:r>
              <a:rPr lang="en-US" sz="950" noProof="0" dirty="0">
                <a:solidFill>
                  <a:srgbClr val="334155"/>
                </a:solidFill>
                <a:ea typeface="Calibri" pitchFamily="34" charset="-122"/>
                <a:cs typeface="Calibri" pitchFamily="34" charset="-120"/>
              </a:rPr>
              <a:t>Documentation acceleration + pipeline readability</a:t>
            </a:r>
          </a:p>
          <a:p>
            <a:pPr marL="171450" indent="-171450">
              <a:buFont typeface="Arial" panose="020B0604020202020204" pitchFamily="34" charset="0"/>
              <a:buChar char="•"/>
            </a:pPr>
            <a:r>
              <a:rPr lang="en-US" sz="950" noProof="0" dirty="0">
                <a:solidFill>
                  <a:srgbClr val="334155"/>
                </a:solidFill>
                <a:ea typeface="Calibri" pitchFamily="34" charset="-122"/>
                <a:cs typeface="Calibri" pitchFamily="34" charset="-120"/>
              </a:rPr>
              <a:t>Faster iteration on data quality improvements</a:t>
            </a:r>
          </a:p>
        </p:txBody>
      </p:sp>
      <p:sp>
        <p:nvSpPr>
          <p:cNvPr id="55" name="Shape 23">
            <a:extLst>
              <a:ext uri="{FF2B5EF4-FFF2-40B4-BE49-F238E27FC236}">
                <a16:creationId xmlns:a16="http://schemas.microsoft.com/office/drawing/2014/main" id="{7A2959F9-5E54-862F-F868-BF3C0FA0E80A}"/>
              </a:ext>
            </a:extLst>
          </p:cNvPr>
          <p:cNvSpPr/>
          <p:nvPr/>
        </p:nvSpPr>
        <p:spPr>
          <a:xfrm>
            <a:off x="4916755" y="2101620"/>
            <a:ext cx="4114800" cy="3780185"/>
          </a:xfrm>
          <a:prstGeom prst="rect">
            <a:avLst/>
          </a:prstGeom>
          <a:solidFill>
            <a:srgbClr val="F8FAFC"/>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en-US" noProof="0" dirty="0"/>
          </a:p>
        </p:txBody>
      </p:sp>
      <p:sp>
        <p:nvSpPr>
          <p:cNvPr id="59" name="Shape 24">
            <a:extLst>
              <a:ext uri="{FF2B5EF4-FFF2-40B4-BE49-F238E27FC236}">
                <a16:creationId xmlns:a16="http://schemas.microsoft.com/office/drawing/2014/main" id="{78D061FE-3E2B-550A-B4C6-A7930C217B29}"/>
              </a:ext>
            </a:extLst>
          </p:cNvPr>
          <p:cNvSpPr/>
          <p:nvPr/>
        </p:nvSpPr>
        <p:spPr>
          <a:xfrm>
            <a:off x="4916755" y="2101620"/>
            <a:ext cx="45719" cy="3772325"/>
          </a:xfrm>
          <a:prstGeom prst="rect">
            <a:avLst/>
          </a:prstGeom>
          <a:solidFill>
            <a:srgbClr val="0D9488"/>
          </a:solidFill>
          <a:ln w="12700">
            <a:solidFill>
              <a:srgbClr val="0D9589"/>
            </a:solidFill>
            <a:prstDash val="solid"/>
          </a:ln>
        </p:spPr>
        <p:txBody>
          <a:bodyPr/>
          <a:lstStyle/>
          <a:p>
            <a:endParaRPr lang="en-US" noProof="0" dirty="0"/>
          </a:p>
        </p:txBody>
      </p:sp>
      <p:sp>
        <p:nvSpPr>
          <p:cNvPr id="60" name="Shape 25">
            <a:extLst>
              <a:ext uri="{FF2B5EF4-FFF2-40B4-BE49-F238E27FC236}">
                <a16:creationId xmlns:a16="http://schemas.microsoft.com/office/drawing/2014/main" id="{27D4AF82-8147-BD9E-0110-310C2C69F865}"/>
              </a:ext>
            </a:extLst>
          </p:cNvPr>
          <p:cNvSpPr/>
          <p:nvPr/>
        </p:nvSpPr>
        <p:spPr>
          <a:xfrm>
            <a:off x="4971619" y="2101620"/>
            <a:ext cx="4059936" cy="438912"/>
          </a:xfrm>
          <a:prstGeom prst="rect">
            <a:avLst/>
          </a:prstGeom>
          <a:solidFill>
            <a:srgbClr val="0D9488"/>
          </a:solidFill>
          <a:ln w="12700">
            <a:solidFill>
              <a:srgbClr val="0D9589"/>
            </a:solidFill>
            <a:prstDash val="solid"/>
          </a:ln>
        </p:spPr>
        <p:txBody>
          <a:bodyPr/>
          <a:lstStyle/>
          <a:p>
            <a:endParaRPr lang="en-US" noProof="0" dirty="0"/>
          </a:p>
        </p:txBody>
      </p:sp>
      <p:sp>
        <p:nvSpPr>
          <p:cNvPr id="61" name="Text 26">
            <a:extLst>
              <a:ext uri="{FF2B5EF4-FFF2-40B4-BE49-F238E27FC236}">
                <a16:creationId xmlns:a16="http://schemas.microsoft.com/office/drawing/2014/main" id="{84E9ABBD-E17C-CD0E-2FD6-B93CF8E5457B}"/>
              </a:ext>
            </a:extLst>
          </p:cNvPr>
          <p:cNvSpPr/>
          <p:nvPr/>
        </p:nvSpPr>
        <p:spPr>
          <a:xfrm>
            <a:off x="5026483" y="2101620"/>
            <a:ext cx="3931920" cy="438912"/>
          </a:xfrm>
          <a:prstGeom prst="rect">
            <a:avLst/>
          </a:prstGeom>
          <a:noFill/>
          <a:ln/>
        </p:spPr>
        <p:txBody>
          <a:bodyPr wrap="square" rtlCol="0" anchor="ctr"/>
          <a:lstStyle/>
          <a:p>
            <a:pPr marL="0" indent="0">
              <a:buNone/>
            </a:pPr>
            <a:r>
              <a:rPr lang="en-US" sz="1200" b="1" noProof="0" dirty="0">
                <a:solidFill>
                  <a:schemeClr val="bg1"/>
                </a:solidFill>
                <a:ea typeface="Calibri" pitchFamily="34" charset="-122"/>
                <a:cs typeface="Calibri" pitchFamily="34" charset="-120"/>
              </a:rPr>
              <a:t>Agent 2 — PDF Vision Agent</a:t>
            </a:r>
            <a:endParaRPr lang="en-US" sz="1200" noProof="0" dirty="0">
              <a:solidFill>
                <a:schemeClr val="bg1"/>
              </a:solidFill>
            </a:endParaRPr>
          </a:p>
        </p:txBody>
      </p:sp>
      <p:sp>
        <p:nvSpPr>
          <p:cNvPr id="62" name="Text 27">
            <a:extLst>
              <a:ext uri="{FF2B5EF4-FFF2-40B4-BE49-F238E27FC236}">
                <a16:creationId xmlns:a16="http://schemas.microsoft.com/office/drawing/2014/main" id="{A3757B89-84D9-6F4C-8BAC-9989F7957F67}"/>
              </a:ext>
            </a:extLst>
          </p:cNvPr>
          <p:cNvSpPr/>
          <p:nvPr/>
        </p:nvSpPr>
        <p:spPr>
          <a:xfrm>
            <a:off x="5026483" y="2604540"/>
            <a:ext cx="3931920" cy="320040"/>
          </a:xfrm>
          <a:prstGeom prst="rect">
            <a:avLst/>
          </a:prstGeom>
          <a:noFill/>
          <a:ln/>
        </p:spPr>
        <p:txBody>
          <a:bodyPr wrap="square" rtlCol="0" anchor="ctr"/>
          <a:lstStyle/>
          <a:p>
            <a:pPr marL="0" indent="0">
              <a:buNone/>
            </a:pPr>
            <a:r>
              <a:rPr lang="en-US" sz="1000" b="1" i="1" noProof="0" dirty="0">
                <a:solidFill>
                  <a:srgbClr val="0D9589"/>
                </a:solidFill>
                <a:ea typeface="Calibri" pitchFamily="34" charset="-122"/>
                <a:cs typeface="Calibri" pitchFamily="34" charset="-120"/>
              </a:rPr>
              <a:t>STM32Cube PDF Vision Agent</a:t>
            </a:r>
            <a:endParaRPr lang="en-US" sz="1000" noProof="0" dirty="0">
              <a:solidFill>
                <a:srgbClr val="0D9589"/>
              </a:solidFill>
            </a:endParaRPr>
          </a:p>
        </p:txBody>
      </p:sp>
      <p:sp>
        <p:nvSpPr>
          <p:cNvPr id="63" name="Shape 28">
            <a:extLst>
              <a:ext uri="{FF2B5EF4-FFF2-40B4-BE49-F238E27FC236}">
                <a16:creationId xmlns:a16="http://schemas.microsoft.com/office/drawing/2014/main" id="{B6DDD175-0CC7-98F0-E823-7E1E24C990ED}"/>
              </a:ext>
            </a:extLst>
          </p:cNvPr>
          <p:cNvSpPr/>
          <p:nvPr/>
        </p:nvSpPr>
        <p:spPr>
          <a:xfrm>
            <a:off x="5026483" y="2988588"/>
            <a:ext cx="1005840" cy="365760"/>
          </a:xfrm>
          <a:prstGeom prst="rect">
            <a:avLst/>
          </a:prstGeom>
          <a:solidFill>
            <a:srgbClr val="1A2E45"/>
          </a:solidFill>
          <a:ln w="12700">
            <a:solidFill>
              <a:srgbClr val="1A2E45"/>
            </a:solidFill>
            <a:prstDash val="solid"/>
          </a:ln>
        </p:spPr>
        <p:txBody>
          <a:bodyPr/>
          <a:lstStyle/>
          <a:p>
            <a:endParaRPr lang="en-US" noProof="0" dirty="0"/>
          </a:p>
        </p:txBody>
      </p:sp>
      <p:sp>
        <p:nvSpPr>
          <p:cNvPr id="64" name="Text 29">
            <a:extLst>
              <a:ext uri="{FF2B5EF4-FFF2-40B4-BE49-F238E27FC236}">
                <a16:creationId xmlns:a16="http://schemas.microsoft.com/office/drawing/2014/main" id="{52836A59-D233-6464-8266-A771A75B4957}"/>
              </a:ext>
            </a:extLst>
          </p:cNvPr>
          <p:cNvSpPr/>
          <p:nvPr/>
        </p:nvSpPr>
        <p:spPr>
          <a:xfrm>
            <a:off x="5026483" y="2988588"/>
            <a:ext cx="1005840" cy="365760"/>
          </a:xfrm>
          <a:prstGeom prst="rect">
            <a:avLst/>
          </a:prstGeom>
          <a:noFill/>
          <a:ln/>
        </p:spPr>
        <p:txBody>
          <a:bodyPr wrap="square" rtlCol="0" anchor="ctr"/>
          <a:lstStyle/>
          <a:p>
            <a:pPr marL="0" indent="0" algn="ctr">
              <a:buNone/>
            </a:pPr>
            <a:r>
              <a:rPr lang="en-US" sz="950" b="1" noProof="0" dirty="0">
                <a:solidFill>
                  <a:srgbClr val="0D9589"/>
                </a:solidFill>
                <a:ea typeface="Calibri" pitchFamily="34" charset="-122"/>
                <a:cs typeface="Calibri" pitchFamily="34" charset="-120"/>
              </a:rPr>
              <a:t>Role</a:t>
            </a:r>
            <a:endParaRPr lang="en-US" sz="950" noProof="0" dirty="0">
              <a:solidFill>
                <a:srgbClr val="0D9589"/>
              </a:solidFill>
            </a:endParaRPr>
          </a:p>
        </p:txBody>
      </p:sp>
      <p:sp>
        <p:nvSpPr>
          <p:cNvPr id="65" name="Text 30">
            <a:extLst>
              <a:ext uri="{FF2B5EF4-FFF2-40B4-BE49-F238E27FC236}">
                <a16:creationId xmlns:a16="http://schemas.microsoft.com/office/drawing/2014/main" id="{50BFCACD-BF4C-05EC-E4F7-6D4CF4E1195C}"/>
              </a:ext>
            </a:extLst>
          </p:cNvPr>
          <p:cNvSpPr/>
          <p:nvPr/>
        </p:nvSpPr>
        <p:spPr>
          <a:xfrm>
            <a:off x="6123763" y="3016020"/>
            <a:ext cx="2788920" cy="320040"/>
          </a:xfrm>
          <a:prstGeom prst="rect">
            <a:avLst/>
          </a:prstGeom>
          <a:noFill/>
          <a:ln/>
        </p:spPr>
        <p:txBody>
          <a:bodyPr wrap="square" rtlCol="0" anchor="ctr"/>
          <a:lstStyle/>
          <a:p>
            <a:pPr marL="0" indent="0">
              <a:buNone/>
            </a:pPr>
            <a:r>
              <a:rPr lang="en-US" sz="950" noProof="0" dirty="0">
                <a:solidFill>
                  <a:srgbClr val="334155"/>
                </a:solidFill>
                <a:ea typeface="Calibri" pitchFamily="34" charset="-122"/>
                <a:cs typeface="Calibri" pitchFamily="34" charset="-120"/>
              </a:rPr>
              <a:t>Analyzes figures and diagrams extracted from technical PDFs</a:t>
            </a:r>
            <a:endParaRPr lang="en-US" sz="950" noProof="0" dirty="0"/>
          </a:p>
        </p:txBody>
      </p:sp>
      <p:sp>
        <p:nvSpPr>
          <p:cNvPr id="66" name="Shape 31">
            <a:extLst>
              <a:ext uri="{FF2B5EF4-FFF2-40B4-BE49-F238E27FC236}">
                <a16:creationId xmlns:a16="http://schemas.microsoft.com/office/drawing/2014/main" id="{45F21099-AEE1-F12B-ABB6-86F96CE7A433}"/>
              </a:ext>
            </a:extLst>
          </p:cNvPr>
          <p:cNvSpPr/>
          <p:nvPr/>
        </p:nvSpPr>
        <p:spPr>
          <a:xfrm>
            <a:off x="5026483" y="3555516"/>
            <a:ext cx="1005840" cy="365760"/>
          </a:xfrm>
          <a:prstGeom prst="rect">
            <a:avLst/>
          </a:prstGeom>
          <a:solidFill>
            <a:srgbClr val="1A2E45"/>
          </a:solidFill>
          <a:ln w="12700">
            <a:solidFill>
              <a:srgbClr val="1A2E45"/>
            </a:solidFill>
            <a:prstDash val="solid"/>
          </a:ln>
        </p:spPr>
        <p:txBody>
          <a:bodyPr/>
          <a:lstStyle/>
          <a:p>
            <a:endParaRPr lang="en-US" noProof="0" dirty="0"/>
          </a:p>
        </p:txBody>
      </p:sp>
      <p:sp>
        <p:nvSpPr>
          <p:cNvPr id="67" name="Text 32">
            <a:extLst>
              <a:ext uri="{FF2B5EF4-FFF2-40B4-BE49-F238E27FC236}">
                <a16:creationId xmlns:a16="http://schemas.microsoft.com/office/drawing/2014/main" id="{E65319AA-2696-196F-7039-8C8D2EFC31EB}"/>
              </a:ext>
            </a:extLst>
          </p:cNvPr>
          <p:cNvSpPr/>
          <p:nvPr/>
        </p:nvSpPr>
        <p:spPr>
          <a:xfrm>
            <a:off x="5026483" y="3555516"/>
            <a:ext cx="1005840" cy="365760"/>
          </a:xfrm>
          <a:prstGeom prst="rect">
            <a:avLst/>
          </a:prstGeom>
          <a:noFill/>
          <a:ln/>
        </p:spPr>
        <p:txBody>
          <a:bodyPr wrap="square" rtlCol="0" anchor="ctr"/>
          <a:lstStyle/>
          <a:p>
            <a:pPr marL="0" indent="0" algn="ctr">
              <a:buNone/>
            </a:pPr>
            <a:r>
              <a:rPr lang="en-US" sz="950" b="1" noProof="0" dirty="0">
                <a:solidFill>
                  <a:srgbClr val="0D9589"/>
                </a:solidFill>
                <a:ea typeface="Calibri" pitchFamily="34" charset="-122"/>
                <a:cs typeface="Calibri" pitchFamily="34" charset="-120"/>
              </a:rPr>
              <a:t>Read</a:t>
            </a:r>
            <a:endParaRPr lang="en-US" sz="950" noProof="0" dirty="0">
              <a:solidFill>
                <a:srgbClr val="0D9589"/>
              </a:solidFill>
            </a:endParaRPr>
          </a:p>
        </p:txBody>
      </p:sp>
      <p:sp>
        <p:nvSpPr>
          <p:cNvPr id="68" name="Text 33">
            <a:extLst>
              <a:ext uri="{FF2B5EF4-FFF2-40B4-BE49-F238E27FC236}">
                <a16:creationId xmlns:a16="http://schemas.microsoft.com/office/drawing/2014/main" id="{16602276-8A29-0600-3735-61157D5A4246}"/>
              </a:ext>
            </a:extLst>
          </p:cNvPr>
          <p:cNvSpPr/>
          <p:nvPr/>
        </p:nvSpPr>
        <p:spPr>
          <a:xfrm>
            <a:off x="6123763" y="3582948"/>
            <a:ext cx="2788920" cy="320040"/>
          </a:xfrm>
          <a:prstGeom prst="rect">
            <a:avLst/>
          </a:prstGeom>
          <a:noFill/>
          <a:ln/>
        </p:spPr>
        <p:txBody>
          <a:bodyPr wrap="square" rtlCol="0" anchor="ctr"/>
          <a:lstStyle/>
          <a:p>
            <a:pPr marL="0" indent="0">
              <a:buNone/>
            </a:pPr>
            <a:r>
              <a:rPr lang="en-US" sz="950" noProof="0" dirty="0" err="1">
                <a:solidFill>
                  <a:srgbClr val="334155"/>
                </a:solidFill>
                <a:ea typeface="Calibri" pitchFamily="34" charset="-122"/>
                <a:cs typeface="Calibri" pitchFamily="34" charset="-120"/>
              </a:rPr>
              <a:t>pdf_image_tasks</a:t>
            </a:r>
            <a:r>
              <a:rPr lang="en-US" sz="950" noProof="0" dirty="0">
                <a:solidFill>
                  <a:srgbClr val="334155"/>
                </a:solidFill>
                <a:ea typeface="Calibri" pitchFamily="34" charset="-122"/>
                <a:cs typeface="Calibri" pitchFamily="34" charset="-120"/>
              </a:rPr>
              <a:t>_&lt;repo&gt;.</a:t>
            </a:r>
            <a:r>
              <a:rPr lang="en-US" sz="950" noProof="0" dirty="0" err="1">
                <a:solidFill>
                  <a:srgbClr val="334155"/>
                </a:solidFill>
                <a:ea typeface="Calibri" pitchFamily="34" charset="-122"/>
                <a:cs typeface="Calibri" pitchFamily="34" charset="-120"/>
              </a:rPr>
              <a:t>jsonl</a:t>
            </a:r>
            <a:endParaRPr lang="en-US" sz="950" noProof="0" dirty="0"/>
          </a:p>
        </p:txBody>
      </p:sp>
      <p:sp>
        <p:nvSpPr>
          <p:cNvPr id="69" name="Shape 34">
            <a:extLst>
              <a:ext uri="{FF2B5EF4-FFF2-40B4-BE49-F238E27FC236}">
                <a16:creationId xmlns:a16="http://schemas.microsoft.com/office/drawing/2014/main" id="{84FD88A5-4F19-3785-8BCA-2DB920AE14E6}"/>
              </a:ext>
            </a:extLst>
          </p:cNvPr>
          <p:cNvSpPr/>
          <p:nvPr/>
        </p:nvSpPr>
        <p:spPr>
          <a:xfrm>
            <a:off x="5026483" y="4122444"/>
            <a:ext cx="1005840" cy="365760"/>
          </a:xfrm>
          <a:prstGeom prst="rect">
            <a:avLst/>
          </a:prstGeom>
          <a:solidFill>
            <a:srgbClr val="1A2E45"/>
          </a:solidFill>
          <a:ln w="12700">
            <a:solidFill>
              <a:srgbClr val="1A2E45"/>
            </a:solidFill>
            <a:prstDash val="solid"/>
          </a:ln>
        </p:spPr>
        <p:txBody>
          <a:bodyPr/>
          <a:lstStyle/>
          <a:p>
            <a:endParaRPr lang="en-US" noProof="0" dirty="0"/>
          </a:p>
        </p:txBody>
      </p:sp>
      <p:sp>
        <p:nvSpPr>
          <p:cNvPr id="70" name="Text 35">
            <a:extLst>
              <a:ext uri="{FF2B5EF4-FFF2-40B4-BE49-F238E27FC236}">
                <a16:creationId xmlns:a16="http://schemas.microsoft.com/office/drawing/2014/main" id="{DCEF7CEF-CB03-A0ED-78AC-3DA0EC9A85A5}"/>
              </a:ext>
            </a:extLst>
          </p:cNvPr>
          <p:cNvSpPr/>
          <p:nvPr/>
        </p:nvSpPr>
        <p:spPr>
          <a:xfrm>
            <a:off x="5026483" y="4122444"/>
            <a:ext cx="1005840" cy="365760"/>
          </a:xfrm>
          <a:prstGeom prst="rect">
            <a:avLst/>
          </a:prstGeom>
          <a:noFill/>
          <a:ln/>
        </p:spPr>
        <p:txBody>
          <a:bodyPr wrap="square" rtlCol="0" anchor="ctr"/>
          <a:lstStyle/>
          <a:p>
            <a:pPr marL="0" indent="0" algn="ctr">
              <a:buNone/>
            </a:pPr>
            <a:r>
              <a:rPr lang="en-US" sz="950" b="1" noProof="0" dirty="0">
                <a:solidFill>
                  <a:srgbClr val="0D9589"/>
                </a:solidFill>
                <a:ea typeface="Calibri" pitchFamily="34" charset="-122"/>
                <a:cs typeface="Calibri" pitchFamily="34" charset="-120"/>
              </a:rPr>
              <a:t>Analyze</a:t>
            </a:r>
            <a:endParaRPr lang="en-US" sz="950" noProof="0" dirty="0">
              <a:solidFill>
                <a:srgbClr val="0D9589"/>
              </a:solidFill>
            </a:endParaRPr>
          </a:p>
        </p:txBody>
      </p:sp>
      <p:sp>
        <p:nvSpPr>
          <p:cNvPr id="71" name="Text 36">
            <a:extLst>
              <a:ext uri="{FF2B5EF4-FFF2-40B4-BE49-F238E27FC236}">
                <a16:creationId xmlns:a16="http://schemas.microsoft.com/office/drawing/2014/main" id="{8665424C-D262-3AD0-4B70-6E44B1F92A8B}"/>
              </a:ext>
            </a:extLst>
          </p:cNvPr>
          <p:cNvSpPr/>
          <p:nvPr/>
        </p:nvSpPr>
        <p:spPr>
          <a:xfrm>
            <a:off x="6123763" y="4149876"/>
            <a:ext cx="2788920" cy="320040"/>
          </a:xfrm>
          <a:prstGeom prst="rect">
            <a:avLst/>
          </a:prstGeom>
          <a:noFill/>
          <a:ln/>
        </p:spPr>
        <p:txBody>
          <a:bodyPr wrap="square" rtlCol="0" anchor="ctr"/>
          <a:lstStyle/>
          <a:p>
            <a:pPr marL="0" indent="0">
              <a:buNone/>
            </a:pPr>
            <a:r>
              <a:rPr lang="en-US" sz="950" noProof="0" dirty="0">
                <a:solidFill>
                  <a:srgbClr val="334155"/>
                </a:solidFill>
                <a:ea typeface="Calibri" pitchFamily="34" charset="-122"/>
                <a:cs typeface="Calibri" pitchFamily="34" charset="-120"/>
              </a:rPr>
              <a:t>Figures / diagrams from PDFs</a:t>
            </a:r>
          </a:p>
        </p:txBody>
      </p:sp>
      <p:sp>
        <p:nvSpPr>
          <p:cNvPr id="72" name="Shape 37">
            <a:extLst>
              <a:ext uri="{FF2B5EF4-FFF2-40B4-BE49-F238E27FC236}">
                <a16:creationId xmlns:a16="http://schemas.microsoft.com/office/drawing/2014/main" id="{3C7DE127-7A36-EBEB-B7A3-14DF3286FB7D}"/>
              </a:ext>
            </a:extLst>
          </p:cNvPr>
          <p:cNvSpPr/>
          <p:nvPr/>
        </p:nvSpPr>
        <p:spPr>
          <a:xfrm>
            <a:off x="5026483" y="4689372"/>
            <a:ext cx="1005840" cy="365760"/>
          </a:xfrm>
          <a:prstGeom prst="rect">
            <a:avLst/>
          </a:prstGeom>
          <a:solidFill>
            <a:srgbClr val="1A2E45"/>
          </a:solidFill>
          <a:ln w="12700">
            <a:solidFill>
              <a:srgbClr val="1A2E45"/>
            </a:solidFill>
            <a:prstDash val="solid"/>
          </a:ln>
        </p:spPr>
        <p:txBody>
          <a:bodyPr/>
          <a:lstStyle/>
          <a:p>
            <a:endParaRPr lang="en-US" noProof="0" dirty="0"/>
          </a:p>
        </p:txBody>
      </p:sp>
      <p:sp>
        <p:nvSpPr>
          <p:cNvPr id="73" name="Text 38">
            <a:extLst>
              <a:ext uri="{FF2B5EF4-FFF2-40B4-BE49-F238E27FC236}">
                <a16:creationId xmlns:a16="http://schemas.microsoft.com/office/drawing/2014/main" id="{9A55BA80-2F2E-619E-2370-015738A3B495}"/>
              </a:ext>
            </a:extLst>
          </p:cNvPr>
          <p:cNvSpPr/>
          <p:nvPr/>
        </p:nvSpPr>
        <p:spPr>
          <a:xfrm>
            <a:off x="5026483" y="4689372"/>
            <a:ext cx="1005840" cy="365760"/>
          </a:xfrm>
          <a:prstGeom prst="rect">
            <a:avLst/>
          </a:prstGeom>
          <a:noFill/>
          <a:ln/>
        </p:spPr>
        <p:txBody>
          <a:bodyPr wrap="square" rtlCol="0" anchor="ctr"/>
          <a:lstStyle/>
          <a:p>
            <a:pPr marL="0" indent="0" algn="ctr">
              <a:buNone/>
            </a:pPr>
            <a:r>
              <a:rPr lang="en-US" sz="950" b="1" noProof="0" dirty="0">
                <a:solidFill>
                  <a:srgbClr val="0D9589"/>
                </a:solidFill>
                <a:ea typeface="Calibri" pitchFamily="34" charset="-122"/>
                <a:cs typeface="Calibri" pitchFamily="34" charset="-120"/>
              </a:rPr>
              <a:t>Describe</a:t>
            </a:r>
            <a:endParaRPr lang="en-US" sz="950" noProof="0" dirty="0">
              <a:solidFill>
                <a:srgbClr val="0D9589"/>
              </a:solidFill>
            </a:endParaRPr>
          </a:p>
        </p:txBody>
      </p:sp>
      <p:sp>
        <p:nvSpPr>
          <p:cNvPr id="74" name="Text 39">
            <a:extLst>
              <a:ext uri="{FF2B5EF4-FFF2-40B4-BE49-F238E27FC236}">
                <a16:creationId xmlns:a16="http://schemas.microsoft.com/office/drawing/2014/main" id="{F818EAF8-6C84-E599-6C01-4D4BFE4DDE61}"/>
              </a:ext>
            </a:extLst>
          </p:cNvPr>
          <p:cNvSpPr/>
          <p:nvPr/>
        </p:nvSpPr>
        <p:spPr>
          <a:xfrm>
            <a:off x="6123763" y="4716804"/>
            <a:ext cx="2788920" cy="320040"/>
          </a:xfrm>
          <a:prstGeom prst="rect">
            <a:avLst/>
          </a:prstGeom>
          <a:noFill/>
          <a:ln/>
        </p:spPr>
        <p:txBody>
          <a:bodyPr wrap="square" rtlCol="0" anchor="ctr"/>
          <a:lstStyle/>
          <a:p>
            <a:pPr marL="0" indent="0">
              <a:buNone/>
            </a:pPr>
            <a:r>
              <a:rPr lang="en-US" sz="950" noProof="0" dirty="0">
                <a:solidFill>
                  <a:srgbClr val="334155"/>
                </a:solidFill>
                <a:ea typeface="Calibri" pitchFamily="34" charset="-122"/>
                <a:cs typeface="Calibri" pitchFamily="34" charset="-120"/>
              </a:rPr>
              <a:t>Injectable technical text descriptions</a:t>
            </a:r>
            <a:endParaRPr lang="en-US" sz="950" noProof="0" dirty="0"/>
          </a:p>
        </p:txBody>
      </p:sp>
      <p:sp>
        <p:nvSpPr>
          <p:cNvPr id="75" name="Shape 40">
            <a:extLst>
              <a:ext uri="{FF2B5EF4-FFF2-40B4-BE49-F238E27FC236}">
                <a16:creationId xmlns:a16="http://schemas.microsoft.com/office/drawing/2014/main" id="{5AD0D949-A43C-E0E5-95A0-64D15E12D73C}"/>
              </a:ext>
            </a:extLst>
          </p:cNvPr>
          <p:cNvSpPr/>
          <p:nvPr/>
        </p:nvSpPr>
        <p:spPr>
          <a:xfrm>
            <a:off x="5026483" y="5256300"/>
            <a:ext cx="1005840" cy="365760"/>
          </a:xfrm>
          <a:prstGeom prst="rect">
            <a:avLst/>
          </a:prstGeom>
          <a:solidFill>
            <a:srgbClr val="1A2E45"/>
          </a:solidFill>
          <a:ln w="12700">
            <a:solidFill>
              <a:srgbClr val="1A2E45"/>
            </a:solidFill>
            <a:prstDash val="solid"/>
          </a:ln>
        </p:spPr>
        <p:txBody>
          <a:bodyPr/>
          <a:lstStyle/>
          <a:p>
            <a:endParaRPr lang="en-US" noProof="0" dirty="0"/>
          </a:p>
        </p:txBody>
      </p:sp>
      <p:sp>
        <p:nvSpPr>
          <p:cNvPr id="76" name="Text 41">
            <a:extLst>
              <a:ext uri="{FF2B5EF4-FFF2-40B4-BE49-F238E27FC236}">
                <a16:creationId xmlns:a16="http://schemas.microsoft.com/office/drawing/2014/main" id="{93963607-AF50-D14D-F49D-D8A38A4695DB}"/>
              </a:ext>
            </a:extLst>
          </p:cNvPr>
          <p:cNvSpPr/>
          <p:nvPr/>
        </p:nvSpPr>
        <p:spPr>
          <a:xfrm>
            <a:off x="5026483" y="5256300"/>
            <a:ext cx="1005840" cy="365760"/>
          </a:xfrm>
          <a:prstGeom prst="rect">
            <a:avLst/>
          </a:prstGeom>
          <a:noFill/>
          <a:ln/>
        </p:spPr>
        <p:txBody>
          <a:bodyPr wrap="square" rtlCol="0" anchor="ctr"/>
          <a:lstStyle/>
          <a:p>
            <a:pPr marL="0" indent="0" algn="ctr">
              <a:buNone/>
            </a:pPr>
            <a:r>
              <a:rPr lang="en-US" sz="950" b="1" noProof="0" dirty="0">
                <a:solidFill>
                  <a:srgbClr val="0D9589"/>
                </a:solidFill>
                <a:ea typeface="Calibri" pitchFamily="34" charset="-122"/>
                <a:cs typeface="Calibri" pitchFamily="34" charset="-120"/>
              </a:rPr>
              <a:t>Value</a:t>
            </a:r>
            <a:endParaRPr lang="en-US" sz="950" noProof="0" dirty="0">
              <a:solidFill>
                <a:srgbClr val="0D9589"/>
              </a:solidFill>
            </a:endParaRPr>
          </a:p>
        </p:txBody>
      </p:sp>
      <p:sp>
        <p:nvSpPr>
          <p:cNvPr id="77" name="Text 42">
            <a:extLst>
              <a:ext uri="{FF2B5EF4-FFF2-40B4-BE49-F238E27FC236}">
                <a16:creationId xmlns:a16="http://schemas.microsoft.com/office/drawing/2014/main" id="{CB703920-3813-6637-D09C-643148F1998B}"/>
              </a:ext>
            </a:extLst>
          </p:cNvPr>
          <p:cNvSpPr/>
          <p:nvPr/>
        </p:nvSpPr>
        <p:spPr>
          <a:xfrm>
            <a:off x="6123763" y="5283732"/>
            <a:ext cx="2788920" cy="320040"/>
          </a:xfrm>
          <a:prstGeom prst="rect">
            <a:avLst/>
          </a:prstGeom>
          <a:noFill/>
          <a:ln/>
        </p:spPr>
        <p:txBody>
          <a:bodyPr wrap="square" rtlCol="0" anchor="ctr"/>
          <a:lstStyle/>
          <a:p>
            <a:pPr marL="0" indent="0">
              <a:buNone/>
            </a:pPr>
            <a:r>
              <a:rPr lang="en-US" sz="950" noProof="0" dirty="0">
                <a:solidFill>
                  <a:srgbClr val="334155"/>
                </a:solidFill>
                <a:ea typeface="Calibri" pitchFamily="34" charset="-122"/>
                <a:cs typeface="Calibri" pitchFamily="34" charset="-120"/>
              </a:rPr>
              <a:t>Preserve information in PDF diagrams</a:t>
            </a:r>
            <a:endParaRPr lang="en-US" sz="950" noProof="0" dirty="0"/>
          </a:p>
        </p:txBody>
      </p:sp>
      <p:sp>
        <p:nvSpPr>
          <p:cNvPr id="78" name="Shape 43">
            <a:extLst>
              <a:ext uri="{FF2B5EF4-FFF2-40B4-BE49-F238E27FC236}">
                <a16:creationId xmlns:a16="http://schemas.microsoft.com/office/drawing/2014/main" id="{2226132C-D1F0-17B4-8062-4714B0B0AA4E}"/>
              </a:ext>
            </a:extLst>
          </p:cNvPr>
          <p:cNvSpPr/>
          <p:nvPr/>
        </p:nvSpPr>
        <p:spPr>
          <a:xfrm>
            <a:off x="291420" y="6078477"/>
            <a:ext cx="9428899" cy="670080"/>
          </a:xfrm>
          <a:prstGeom prst="rect">
            <a:avLst/>
          </a:prstGeom>
          <a:solidFill>
            <a:schemeClr val="bg1"/>
          </a:solidFill>
          <a:ln w="12700">
            <a:solidFill>
              <a:srgbClr val="E2E8F0"/>
            </a:solidFill>
            <a:prstDash val="solid"/>
          </a:ln>
        </p:spPr>
        <p:txBody>
          <a:bodyPr/>
          <a:lstStyle/>
          <a:p>
            <a:endParaRPr lang="en-US" noProof="0" dirty="0"/>
          </a:p>
        </p:txBody>
      </p:sp>
      <p:sp>
        <p:nvSpPr>
          <p:cNvPr id="79" name="Text 44">
            <a:extLst>
              <a:ext uri="{FF2B5EF4-FFF2-40B4-BE49-F238E27FC236}">
                <a16:creationId xmlns:a16="http://schemas.microsoft.com/office/drawing/2014/main" id="{79CDEDA2-3443-ADDC-F8D9-8327FB0118E4}"/>
              </a:ext>
            </a:extLst>
          </p:cNvPr>
          <p:cNvSpPr/>
          <p:nvPr/>
        </p:nvSpPr>
        <p:spPr>
          <a:xfrm>
            <a:off x="469107" y="6250989"/>
            <a:ext cx="2011680" cy="320040"/>
          </a:xfrm>
          <a:prstGeom prst="rect">
            <a:avLst/>
          </a:prstGeom>
          <a:solidFill>
            <a:schemeClr val="bg1"/>
          </a:solidFill>
          <a:ln/>
        </p:spPr>
        <p:txBody>
          <a:bodyPr wrap="square" rtlCol="0" anchor="ctr"/>
          <a:lstStyle/>
          <a:p>
            <a:pPr marL="0" indent="0">
              <a:buNone/>
            </a:pPr>
            <a:r>
              <a:rPr lang="en-US" sz="950" b="1" noProof="0" dirty="0">
                <a:solidFill>
                  <a:srgbClr val="F59E0B"/>
                </a:solidFill>
                <a:latin typeface="Calibri" pitchFamily="34" charset="0"/>
                <a:ea typeface="Calibri" pitchFamily="34" charset="-122"/>
                <a:cs typeface="Calibri" pitchFamily="34" charset="-120"/>
              </a:rPr>
              <a:t>Multimodal PDF workflow:</a:t>
            </a:r>
            <a:endParaRPr lang="en-US" sz="950" noProof="0" dirty="0"/>
          </a:p>
        </p:txBody>
      </p:sp>
      <p:sp>
        <p:nvSpPr>
          <p:cNvPr id="80" name="Text 45">
            <a:extLst>
              <a:ext uri="{FF2B5EF4-FFF2-40B4-BE49-F238E27FC236}">
                <a16:creationId xmlns:a16="http://schemas.microsoft.com/office/drawing/2014/main" id="{09C39D04-BB1E-80D7-7908-CE05F2CB84CD}"/>
              </a:ext>
            </a:extLst>
          </p:cNvPr>
          <p:cNvSpPr/>
          <p:nvPr/>
        </p:nvSpPr>
        <p:spPr>
          <a:xfrm>
            <a:off x="2151128" y="6249824"/>
            <a:ext cx="1151860" cy="320040"/>
          </a:xfrm>
          <a:prstGeom prst="rect">
            <a:avLst/>
          </a:prstGeom>
          <a:solidFill>
            <a:schemeClr val="bg1"/>
          </a:solidFill>
          <a:ln/>
        </p:spPr>
        <p:txBody>
          <a:bodyPr wrap="square" rtlCol="0" anchor="ctr"/>
          <a:lstStyle/>
          <a:p>
            <a:pPr marL="0" indent="0" algn="l">
              <a:buNone/>
            </a:pPr>
            <a:r>
              <a:rPr lang="en-US" sz="850" noProof="0" dirty="0">
                <a:latin typeface="Calibri" pitchFamily="34" charset="0"/>
                <a:ea typeface="Calibri" pitchFamily="34" charset="-122"/>
                <a:cs typeface="Calibri" pitchFamily="34" charset="-120"/>
              </a:rPr>
              <a:t>Text extraction →</a:t>
            </a:r>
            <a:endParaRPr lang="en-US" sz="850" noProof="0" dirty="0"/>
          </a:p>
        </p:txBody>
      </p:sp>
      <p:sp>
        <p:nvSpPr>
          <p:cNvPr id="81" name="Text 46">
            <a:extLst>
              <a:ext uri="{FF2B5EF4-FFF2-40B4-BE49-F238E27FC236}">
                <a16:creationId xmlns:a16="http://schemas.microsoft.com/office/drawing/2014/main" id="{AFC156EB-2F55-AFEA-8339-9E5809B9C87C}"/>
              </a:ext>
            </a:extLst>
          </p:cNvPr>
          <p:cNvSpPr/>
          <p:nvPr/>
        </p:nvSpPr>
        <p:spPr>
          <a:xfrm>
            <a:off x="3138113" y="6249824"/>
            <a:ext cx="1280585" cy="320040"/>
          </a:xfrm>
          <a:prstGeom prst="rect">
            <a:avLst/>
          </a:prstGeom>
          <a:solidFill>
            <a:schemeClr val="bg1"/>
          </a:solidFill>
          <a:ln/>
        </p:spPr>
        <p:txBody>
          <a:bodyPr wrap="square" rtlCol="0" anchor="ctr"/>
          <a:lstStyle/>
          <a:p>
            <a:pPr marL="0" indent="0" algn="l">
              <a:buNone/>
            </a:pPr>
            <a:r>
              <a:rPr lang="en-US" sz="850" noProof="0" dirty="0">
                <a:solidFill>
                  <a:srgbClr val="14B8A6"/>
                </a:solidFill>
                <a:latin typeface="Calibri" pitchFamily="34" charset="0"/>
                <a:ea typeface="Calibri" pitchFamily="34" charset="-122"/>
                <a:cs typeface="Calibri" pitchFamily="34" charset="-120"/>
              </a:rPr>
              <a:t>Page image rendering →</a:t>
            </a:r>
            <a:endParaRPr lang="en-US" sz="850" noProof="0" dirty="0"/>
          </a:p>
        </p:txBody>
      </p:sp>
      <p:sp>
        <p:nvSpPr>
          <p:cNvPr id="82" name="Text 47">
            <a:extLst>
              <a:ext uri="{FF2B5EF4-FFF2-40B4-BE49-F238E27FC236}">
                <a16:creationId xmlns:a16="http://schemas.microsoft.com/office/drawing/2014/main" id="{8FDBD8DD-653E-36C3-DDD2-2128398AF726}"/>
              </a:ext>
            </a:extLst>
          </p:cNvPr>
          <p:cNvSpPr/>
          <p:nvPr/>
        </p:nvSpPr>
        <p:spPr>
          <a:xfrm>
            <a:off x="4376079" y="6249257"/>
            <a:ext cx="1097279" cy="320040"/>
          </a:xfrm>
          <a:prstGeom prst="rect">
            <a:avLst/>
          </a:prstGeom>
          <a:solidFill>
            <a:schemeClr val="bg1"/>
          </a:solidFill>
          <a:ln/>
        </p:spPr>
        <p:txBody>
          <a:bodyPr wrap="square" rtlCol="0" anchor="ctr"/>
          <a:lstStyle/>
          <a:p>
            <a:pPr marL="0" indent="0" algn="l">
              <a:buNone/>
            </a:pPr>
            <a:r>
              <a:rPr lang="en-US" sz="850" noProof="0" dirty="0">
                <a:latin typeface="Calibri" pitchFamily="34" charset="0"/>
                <a:ea typeface="Calibri" pitchFamily="34" charset="-122"/>
                <a:cs typeface="Calibri" pitchFamily="34" charset="-120"/>
              </a:rPr>
              <a:t>Figure detection →</a:t>
            </a:r>
            <a:endParaRPr lang="en-US" sz="850" noProof="0" dirty="0"/>
          </a:p>
        </p:txBody>
      </p:sp>
      <p:sp>
        <p:nvSpPr>
          <p:cNvPr id="83" name="Text 48">
            <a:extLst>
              <a:ext uri="{FF2B5EF4-FFF2-40B4-BE49-F238E27FC236}">
                <a16:creationId xmlns:a16="http://schemas.microsoft.com/office/drawing/2014/main" id="{FBBAE22A-999B-3931-A824-E42D6CB6E322}"/>
              </a:ext>
            </a:extLst>
          </p:cNvPr>
          <p:cNvSpPr/>
          <p:nvPr/>
        </p:nvSpPr>
        <p:spPr>
          <a:xfrm>
            <a:off x="5360531" y="6249257"/>
            <a:ext cx="914400" cy="320040"/>
          </a:xfrm>
          <a:prstGeom prst="rect">
            <a:avLst/>
          </a:prstGeom>
          <a:solidFill>
            <a:schemeClr val="bg1"/>
          </a:solidFill>
          <a:ln/>
        </p:spPr>
        <p:txBody>
          <a:bodyPr wrap="square" rtlCol="0" anchor="ctr"/>
          <a:lstStyle/>
          <a:p>
            <a:pPr marL="0" indent="0" algn="l">
              <a:buNone/>
            </a:pPr>
            <a:r>
              <a:rPr lang="en-US" sz="850" noProof="0" dirty="0">
                <a:solidFill>
                  <a:srgbClr val="14B8A6"/>
                </a:solidFill>
                <a:latin typeface="Calibri" pitchFamily="34" charset="0"/>
                <a:ea typeface="Calibri" pitchFamily="34" charset="-122"/>
                <a:cs typeface="Calibri" pitchFamily="34" charset="-120"/>
              </a:rPr>
              <a:t>Crop figures →</a:t>
            </a:r>
            <a:endParaRPr lang="en-US" sz="850" noProof="0" dirty="0"/>
          </a:p>
        </p:txBody>
      </p:sp>
      <p:sp>
        <p:nvSpPr>
          <p:cNvPr id="84" name="Text 49">
            <a:extLst>
              <a:ext uri="{FF2B5EF4-FFF2-40B4-BE49-F238E27FC236}">
                <a16:creationId xmlns:a16="http://schemas.microsoft.com/office/drawing/2014/main" id="{A77874B4-CFB5-3346-2A79-3B4208D00AC6}"/>
              </a:ext>
            </a:extLst>
          </p:cNvPr>
          <p:cNvSpPr/>
          <p:nvPr/>
        </p:nvSpPr>
        <p:spPr>
          <a:xfrm>
            <a:off x="6229210" y="6250391"/>
            <a:ext cx="914400" cy="320040"/>
          </a:xfrm>
          <a:prstGeom prst="rect">
            <a:avLst/>
          </a:prstGeom>
          <a:solidFill>
            <a:schemeClr val="bg1"/>
          </a:solidFill>
          <a:ln/>
        </p:spPr>
        <p:txBody>
          <a:bodyPr wrap="square" rtlCol="0" anchor="ctr"/>
          <a:lstStyle/>
          <a:p>
            <a:pPr marL="0" indent="0" algn="l">
              <a:buNone/>
            </a:pPr>
            <a:r>
              <a:rPr lang="en-US" sz="850" noProof="0" dirty="0">
                <a:latin typeface="Calibri" pitchFamily="34" charset="0"/>
                <a:ea typeface="Calibri" pitchFamily="34" charset="-122"/>
                <a:cs typeface="Calibri" pitchFamily="34" charset="-120"/>
              </a:rPr>
              <a:t>JSONL tasks →</a:t>
            </a:r>
            <a:endParaRPr lang="en-US" sz="850" noProof="0" dirty="0"/>
          </a:p>
        </p:txBody>
      </p:sp>
      <p:sp>
        <p:nvSpPr>
          <p:cNvPr id="85" name="Text 50">
            <a:extLst>
              <a:ext uri="{FF2B5EF4-FFF2-40B4-BE49-F238E27FC236}">
                <a16:creationId xmlns:a16="http://schemas.microsoft.com/office/drawing/2014/main" id="{14AA4D9F-4EE9-11A3-E8CF-38563F48FC35}"/>
              </a:ext>
            </a:extLst>
          </p:cNvPr>
          <p:cNvSpPr/>
          <p:nvPr/>
        </p:nvSpPr>
        <p:spPr>
          <a:xfrm>
            <a:off x="7057982" y="6249824"/>
            <a:ext cx="1164620" cy="320040"/>
          </a:xfrm>
          <a:prstGeom prst="rect">
            <a:avLst/>
          </a:prstGeom>
          <a:solidFill>
            <a:schemeClr val="bg1"/>
          </a:solidFill>
          <a:ln/>
        </p:spPr>
        <p:txBody>
          <a:bodyPr wrap="square" rtlCol="0" anchor="ctr"/>
          <a:lstStyle/>
          <a:p>
            <a:pPr marL="0" indent="0" algn="l">
              <a:buNone/>
            </a:pPr>
            <a:r>
              <a:rPr lang="en-US" sz="850" noProof="0" dirty="0">
                <a:solidFill>
                  <a:srgbClr val="14B8A6"/>
                </a:solidFill>
                <a:latin typeface="Calibri" pitchFamily="34" charset="0"/>
                <a:ea typeface="Calibri" pitchFamily="34" charset="-122"/>
                <a:cs typeface="Calibri" pitchFamily="34" charset="-120"/>
              </a:rPr>
              <a:t>JSON descriptions →</a:t>
            </a:r>
            <a:endParaRPr lang="en-US" sz="850" noProof="0" dirty="0"/>
          </a:p>
        </p:txBody>
      </p:sp>
      <p:sp>
        <p:nvSpPr>
          <p:cNvPr id="86" name="Text 51">
            <a:extLst>
              <a:ext uri="{FF2B5EF4-FFF2-40B4-BE49-F238E27FC236}">
                <a16:creationId xmlns:a16="http://schemas.microsoft.com/office/drawing/2014/main" id="{A4445835-105F-44D5-4CE1-A93CB808DB63}"/>
              </a:ext>
            </a:extLst>
          </p:cNvPr>
          <p:cNvSpPr/>
          <p:nvPr/>
        </p:nvSpPr>
        <p:spPr>
          <a:xfrm>
            <a:off x="8131163" y="6249257"/>
            <a:ext cx="1115710" cy="320040"/>
          </a:xfrm>
          <a:prstGeom prst="rect">
            <a:avLst/>
          </a:prstGeom>
          <a:solidFill>
            <a:schemeClr val="bg1"/>
          </a:solidFill>
          <a:ln/>
        </p:spPr>
        <p:txBody>
          <a:bodyPr wrap="square" rtlCol="0" anchor="ctr"/>
          <a:lstStyle/>
          <a:p>
            <a:pPr marL="0" indent="0" algn="l">
              <a:buNone/>
            </a:pPr>
            <a:r>
              <a:rPr lang="en-US" sz="850" noProof="0" dirty="0">
                <a:latin typeface="Calibri" pitchFamily="34" charset="0"/>
                <a:ea typeface="Calibri" pitchFamily="34" charset="-122"/>
                <a:cs typeface="Calibri" pitchFamily="34" charset="-120"/>
              </a:rPr>
              <a:t>Enriched re-injection</a:t>
            </a:r>
            <a:endParaRPr lang="en-US" sz="850" noProof="0" dirty="0"/>
          </a:p>
        </p:txBody>
      </p:sp>
      <p:sp>
        <p:nvSpPr>
          <p:cNvPr id="4" name="Shape 5">
            <a:extLst>
              <a:ext uri="{FF2B5EF4-FFF2-40B4-BE49-F238E27FC236}">
                <a16:creationId xmlns:a16="http://schemas.microsoft.com/office/drawing/2014/main" id="{49DB2775-6381-04D2-B12A-91F07D501898}"/>
              </a:ext>
            </a:extLst>
          </p:cNvPr>
          <p:cNvSpPr/>
          <p:nvPr/>
        </p:nvSpPr>
        <p:spPr>
          <a:xfrm>
            <a:off x="4989905" y="1319808"/>
            <a:ext cx="4234045" cy="658368"/>
          </a:xfrm>
          <a:prstGeom prst="rect">
            <a:avLst/>
          </a:prstGeom>
          <a:solidFill>
            <a:srgbClr val="F8FAFC"/>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5" name="Shape 6">
            <a:extLst>
              <a:ext uri="{FF2B5EF4-FFF2-40B4-BE49-F238E27FC236}">
                <a16:creationId xmlns:a16="http://schemas.microsoft.com/office/drawing/2014/main" id="{76824F28-6DA3-DBB5-205F-EABBB892B840}"/>
              </a:ext>
            </a:extLst>
          </p:cNvPr>
          <p:cNvSpPr/>
          <p:nvPr/>
        </p:nvSpPr>
        <p:spPr>
          <a:xfrm flipH="1">
            <a:off x="4916755" y="1319808"/>
            <a:ext cx="73150" cy="658368"/>
          </a:xfrm>
          <a:prstGeom prst="rect">
            <a:avLst/>
          </a:prstGeom>
          <a:solidFill>
            <a:srgbClr val="425A78"/>
          </a:solidFill>
          <a:ln w="12700">
            <a:solidFill>
              <a:srgbClr val="000000"/>
            </a:solidFill>
            <a:prstDash val="solid"/>
          </a:ln>
        </p:spPr>
        <p:txBody>
          <a:bodyPr/>
          <a:lstStyle/>
          <a:p>
            <a:endParaRPr lang="en-US" noProof="0" dirty="0"/>
          </a:p>
        </p:txBody>
      </p:sp>
      <p:sp>
        <p:nvSpPr>
          <p:cNvPr id="7" name="TextBox 6">
            <a:extLst>
              <a:ext uri="{FF2B5EF4-FFF2-40B4-BE49-F238E27FC236}">
                <a16:creationId xmlns:a16="http://schemas.microsoft.com/office/drawing/2014/main" id="{4CA5641B-1B7F-A7F1-4EAD-D95D51F95D39}"/>
              </a:ext>
            </a:extLst>
          </p:cNvPr>
          <p:cNvSpPr txBox="1"/>
          <p:nvPr/>
        </p:nvSpPr>
        <p:spPr>
          <a:xfrm>
            <a:off x="419436" y="1408030"/>
            <a:ext cx="4034297" cy="438646"/>
          </a:xfrm>
          <a:prstGeom prst="rect">
            <a:avLst/>
          </a:prstGeom>
          <a:noFill/>
        </p:spPr>
        <p:txBody>
          <a:bodyPr wrap="square">
            <a:spAutoFit/>
          </a:bodyPr>
          <a:lstStyle/>
          <a:p>
            <a:pPr>
              <a:lnSpc>
                <a:spcPts val="1425"/>
              </a:lnSpc>
              <a:buNone/>
            </a:pPr>
            <a:r>
              <a:rPr lang="en-US" sz="1100" b="1" noProof="0" dirty="0">
                <a:solidFill>
                  <a:srgbClr val="0D9589"/>
                </a:solidFill>
                <a:effectLst/>
              </a:rPr>
              <a:t>Real need: </a:t>
            </a:r>
            <a:r>
              <a:rPr lang="en-US" sz="1100" b="0" noProof="0" dirty="0">
                <a:effectLst/>
              </a:rPr>
              <a:t>avoid bad or noisy data before upload and keep the pipeline easy to improve.</a:t>
            </a:r>
          </a:p>
        </p:txBody>
      </p:sp>
      <p:sp>
        <p:nvSpPr>
          <p:cNvPr id="9" name="TextBox 8">
            <a:extLst>
              <a:ext uri="{FF2B5EF4-FFF2-40B4-BE49-F238E27FC236}">
                <a16:creationId xmlns:a16="http://schemas.microsoft.com/office/drawing/2014/main" id="{0F0E78F7-691A-81CA-FB96-77090A6D30CF}"/>
              </a:ext>
            </a:extLst>
          </p:cNvPr>
          <p:cNvSpPr txBox="1"/>
          <p:nvPr/>
        </p:nvSpPr>
        <p:spPr>
          <a:xfrm>
            <a:off x="4989905" y="1447824"/>
            <a:ext cx="4181912" cy="438646"/>
          </a:xfrm>
          <a:prstGeom prst="rect">
            <a:avLst/>
          </a:prstGeom>
          <a:noFill/>
        </p:spPr>
        <p:txBody>
          <a:bodyPr wrap="square">
            <a:spAutoFit/>
          </a:bodyPr>
          <a:lstStyle/>
          <a:p>
            <a:pPr>
              <a:lnSpc>
                <a:spcPts val="1425"/>
              </a:lnSpc>
              <a:buNone/>
            </a:pPr>
            <a:r>
              <a:rPr lang="en-US" sz="1100" b="1" noProof="0" dirty="0">
                <a:solidFill>
                  <a:srgbClr val="0D9589"/>
                </a:solidFill>
                <a:effectLst/>
              </a:rPr>
              <a:t>Real need: </a:t>
            </a:r>
            <a:r>
              <a:rPr lang="en-US" sz="1100" b="0" noProof="0" dirty="0">
                <a:effectLst/>
              </a:rPr>
              <a:t>capture technical information that exists only in PDF images.</a:t>
            </a:r>
          </a:p>
        </p:txBody>
      </p:sp>
      <p:sp>
        <p:nvSpPr>
          <p:cNvPr id="6" name="Slide Number Placeholder 5">
            <a:extLst>
              <a:ext uri="{FF2B5EF4-FFF2-40B4-BE49-F238E27FC236}">
                <a16:creationId xmlns:a16="http://schemas.microsoft.com/office/drawing/2014/main" id="{CB715583-13B6-4734-652A-985A3D26D951}"/>
              </a:ext>
            </a:extLst>
          </p:cNvPr>
          <p:cNvSpPr>
            <a:spLocks noGrp="1"/>
          </p:cNvSpPr>
          <p:nvPr>
            <p:ph type="sldNum" sz="quarter" idx="12"/>
          </p:nvPr>
        </p:nvSpPr>
        <p:spPr/>
        <p:txBody>
          <a:bodyPr/>
          <a:lstStyle/>
          <a:p>
            <a:fld id="{40A7B169-58CE-4E65-B1F9-ACF9E46440C2}" type="slidenum">
              <a:rPr lang="en-US" noProof="0" smtClean="0"/>
              <a:t>58</a:t>
            </a:fld>
            <a:endParaRPr lang="en-US" noProof="0" dirty="0"/>
          </a:p>
        </p:txBody>
      </p:sp>
      <p:pic>
        <p:nvPicPr>
          <p:cNvPr id="10" name="Picture 9">
            <a:extLst>
              <a:ext uri="{FF2B5EF4-FFF2-40B4-BE49-F238E27FC236}">
                <a16:creationId xmlns:a16="http://schemas.microsoft.com/office/drawing/2014/main" id="{541649C8-CCD7-6104-B92B-4FAF2742FC3C}"/>
              </a:ext>
            </a:extLst>
          </p:cNvPr>
          <p:cNvPicPr>
            <a:picLocks noChangeAspect="1"/>
          </p:cNvPicPr>
          <p:nvPr/>
        </p:nvPicPr>
        <p:blipFill>
          <a:blip r:embed="rId3"/>
          <a:srcRect t="5015"/>
          <a:stretch>
            <a:fillRect/>
          </a:stretch>
        </p:blipFill>
        <p:spPr>
          <a:xfrm>
            <a:off x="9213551" y="3134374"/>
            <a:ext cx="2926612" cy="1677701"/>
          </a:xfrm>
          <a:prstGeom prst="rect">
            <a:avLst/>
          </a:prstGeom>
        </p:spPr>
      </p:pic>
    </p:spTree>
    <p:extLst>
      <p:ext uri="{BB962C8B-B14F-4D97-AF65-F5344CB8AC3E}">
        <p14:creationId xmlns:p14="http://schemas.microsoft.com/office/powerpoint/2010/main" val="417012719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DFB53-F1F7-64BF-952E-4A1E6091B4E4}"/>
            </a:ext>
          </a:extLst>
        </p:cNvPr>
        <p:cNvGrpSpPr/>
        <p:nvPr/>
      </p:nvGrpSpPr>
      <p:grpSpPr>
        <a:xfrm>
          <a:off x="0" y="0"/>
          <a:ext cx="0" cy="0"/>
          <a:chOff x="0" y="0"/>
          <a:chExt cx="0" cy="0"/>
        </a:xfrm>
      </p:grpSpPr>
      <p:sp>
        <p:nvSpPr>
          <p:cNvPr id="154" name="ZoneTexte 153">
            <a:extLst>
              <a:ext uri="{FF2B5EF4-FFF2-40B4-BE49-F238E27FC236}">
                <a16:creationId xmlns:a16="http://schemas.microsoft.com/office/drawing/2014/main" id="{4E2951BE-D8B7-4619-150D-A5B9C4F11D37}"/>
              </a:ext>
            </a:extLst>
          </p:cNvPr>
          <p:cNvSpPr txBox="1"/>
          <p:nvPr/>
        </p:nvSpPr>
        <p:spPr>
          <a:xfrm>
            <a:off x="4647277" y="6177079"/>
            <a:ext cx="4883642" cy="307777"/>
          </a:xfrm>
          <a:prstGeom prst="rect">
            <a:avLst/>
          </a:prstGeom>
          <a:noFill/>
        </p:spPr>
        <p:txBody>
          <a:bodyPr wrap="square">
            <a:spAutoFit/>
          </a:bodyPr>
          <a:lstStyle/>
          <a:p>
            <a:pPr algn="ctr"/>
            <a:r>
              <a:rPr lang="en-US" sz="1400" noProof="0" dirty="0">
                <a:solidFill>
                  <a:srgbClr val="1B2A3B"/>
                </a:solidFill>
              </a:rPr>
              <a:t>The Internal Steps of the ST ChatGPT Platform</a:t>
            </a:r>
            <a:endParaRPr lang="en-US" sz="1400" noProof="0" dirty="0"/>
          </a:p>
        </p:txBody>
      </p:sp>
      <p:sp>
        <p:nvSpPr>
          <p:cNvPr id="2" name="Title 1">
            <a:extLst>
              <a:ext uri="{FF2B5EF4-FFF2-40B4-BE49-F238E27FC236}">
                <a16:creationId xmlns:a16="http://schemas.microsoft.com/office/drawing/2014/main" id="{0FBBD2AB-F36F-F3ED-78E4-58A27B0D7B6A}"/>
              </a:ext>
            </a:extLst>
          </p:cNvPr>
          <p:cNvSpPr>
            <a:spLocks noGrp="1"/>
          </p:cNvSpPr>
          <p:nvPr>
            <p:ph type="title"/>
          </p:nvPr>
        </p:nvSpPr>
        <p:spPr>
          <a:xfrm>
            <a:off x="242477" y="-53443"/>
            <a:ext cx="11609159" cy="1247050"/>
          </a:xfrm>
        </p:spPr>
        <p:txBody>
          <a:bodyPr/>
          <a:lstStyle/>
          <a:p>
            <a:r>
              <a:rPr lang="en-US" sz="1800" b="1" noProof="0" dirty="0"/>
              <a:t>The full Pipeline</a:t>
            </a:r>
            <a:endParaRPr lang="en-US" sz="1800" noProof="0" dirty="0"/>
          </a:p>
        </p:txBody>
      </p:sp>
      <p:sp>
        <p:nvSpPr>
          <p:cNvPr id="56" name="TextBox 55">
            <a:extLst>
              <a:ext uri="{FF2B5EF4-FFF2-40B4-BE49-F238E27FC236}">
                <a16:creationId xmlns:a16="http://schemas.microsoft.com/office/drawing/2014/main" id="{71648204-4D56-E06D-B6B3-EC89DEA4C8BD}"/>
              </a:ext>
            </a:extLst>
          </p:cNvPr>
          <p:cNvSpPr txBox="1"/>
          <p:nvPr/>
        </p:nvSpPr>
        <p:spPr>
          <a:xfrm>
            <a:off x="242477" y="615186"/>
            <a:ext cx="6271666" cy="276999"/>
          </a:xfrm>
          <a:prstGeom prst="rect">
            <a:avLst/>
          </a:prstGeom>
          <a:noFill/>
        </p:spPr>
        <p:txBody>
          <a:bodyPr wrap="square">
            <a:spAutoFit/>
          </a:bodyPr>
          <a:lstStyle/>
          <a:p>
            <a:pPr marL="0" indent="0" algn="l">
              <a:buNone/>
            </a:pPr>
            <a:r>
              <a:rPr lang="en-US" sz="1200" b="1" noProof="0" dirty="0">
                <a:solidFill>
                  <a:srgbClr val="425A78"/>
                </a:solidFill>
              </a:rPr>
              <a:t>Building Our Persona in 10 Steps</a:t>
            </a:r>
          </a:p>
        </p:txBody>
      </p:sp>
      <p:sp>
        <p:nvSpPr>
          <p:cNvPr id="57" name="Text 3">
            <a:extLst>
              <a:ext uri="{FF2B5EF4-FFF2-40B4-BE49-F238E27FC236}">
                <a16:creationId xmlns:a16="http://schemas.microsoft.com/office/drawing/2014/main" id="{D61D190A-B00E-7CDF-E907-21B0FA987CA3}"/>
              </a:ext>
            </a:extLst>
          </p:cNvPr>
          <p:cNvSpPr/>
          <p:nvPr/>
        </p:nvSpPr>
        <p:spPr>
          <a:xfrm>
            <a:off x="340364" y="925138"/>
            <a:ext cx="8229600" cy="256032"/>
          </a:xfrm>
          <a:prstGeom prst="rect">
            <a:avLst/>
          </a:prstGeom>
          <a:noFill/>
          <a:ln/>
        </p:spPr>
        <p:txBody>
          <a:bodyPr wrap="square" lIns="0" tIns="0" rIns="0" bIns="0" rtlCol="0" anchor="ctr"/>
          <a:lstStyle/>
          <a:p>
            <a:pPr marL="0" indent="0" algn="l">
              <a:buNone/>
            </a:pPr>
            <a:r>
              <a:rPr lang="en-US" sz="1200" i="1" noProof="0" dirty="0">
                <a:solidFill>
                  <a:srgbClr val="64748B"/>
                </a:solidFill>
              </a:rPr>
              <a:t>Our Persona: Step-by-Step Approach</a:t>
            </a:r>
          </a:p>
        </p:txBody>
      </p:sp>
      <p:sp>
        <p:nvSpPr>
          <p:cNvPr id="58" name="Shape 4">
            <a:extLst>
              <a:ext uri="{FF2B5EF4-FFF2-40B4-BE49-F238E27FC236}">
                <a16:creationId xmlns:a16="http://schemas.microsoft.com/office/drawing/2014/main" id="{7DCDE629-FA8C-4E03-48FD-DEBA730E21E6}"/>
              </a:ext>
            </a:extLst>
          </p:cNvPr>
          <p:cNvSpPr/>
          <p:nvPr/>
        </p:nvSpPr>
        <p:spPr>
          <a:xfrm>
            <a:off x="340364" y="1302803"/>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3" name="Shape 5">
            <a:extLst>
              <a:ext uri="{FF2B5EF4-FFF2-40B4-BE49-F238E27FC236}">
                <a16:creationId xmlns:a16="http://schemas.microsoft.com/office/drawing/2014/main" id="{70A901F9-AB5A-C5DE-97AB-57AFC90284FD}"/>
              </a:ext>
            </a:extLst>
          </p:cNvPr>
          <p:cNvSpPr/>
          <p:nvPr/>
        </p:nvSpPr>
        <p:spPr>
          <a:xfrm>
            <a:off x="144783" y="1711000"/>
            <a:ext cx="1115528" cy="1981142"/>
          </a:xfrm>
          <a:prstGeom prst="rect">
            <a:avLst/>
          </a:prstGeom>
          <a:solidFill>
            <a:srgbClr val="E8F7FE"/>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4" name="Shape 6">
            <a:extLst>
              <a:ext uri="{FF2B5EF4-FFF2-40B4-BE49-F238E27FC236}">
                <a16:creationId xmlns:a16="http://schemas.microsoft.com/office/drawing/2014/main" id="{6F8628D9-F511-B031-85C7-BB11A8F86CCA}"/>
              </a:ext>
            </a:extLst>
          </p:cNvPr>
          <p:cNvSpPr/>
          <p:nvPr/>
        </p:nvSpPr>
        <p:spPr>
          <a:xfrm>
            <a:off x="144783" y="1711000"/>
            <a:ext cx="1115528" cy="438912"/>
          </a:xfrm>
          <a:prstGeom prst="rect">
            <a:avLst/>
          </a:prstGeom>
          <a:noFill/>
          <a:ln w="12700">
            <a:solidFill>
              <a:srgbClr val="000000"/>
            </a:solidFill>
            <a:prstDash val="solid"/>
          </a:ln>
        </p:spPr>
        <p:txBody>
          <a:bodyPr/>
          <a:lstStyle/>
          <a:p>
            <a:endParaRPr lang="en-US" noProof="0" dirty="0"/>
          </a:p>
        </p:txBody>
      </p:sp>
      <p:sp>
        <p:nvSpPr>
          <p:cNvPr id="28" name="Text 7">
            <a:extLst>
              <a:ext uri="{FF2B5EF4-FFF2-40B4-BE49-F238E27FC236}">
                <a16:creationId xmlns:a16="http://schemas.microsoft.com/office/drawing/2014/main" id="{CD74DB2F-FDAE-38EC-0E95-E03BF7DD5039}"/>
              </a:ext>
            </a:extLst>
          </p:cNvPr>
          <p:cNvSpPr/>
          <p:nvPr/>
        </p:nvSpPr>
        <p:spPr>
          <a:xfrm>
            <a:off x="144783" y="1711000"/>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1</a:t>
            </a:r>
            <a:endParaRPr lang="en-US" sz="1400" noProof="0" dirty="0">
              <a:solidFill>
                <a:srgbClr val="0D9488"/>
              </a:solidFill>
            </a:endParaRPr>
          </a:p>
        </p:txBody>
      </p:sp>
      <p:pic>
        <p:nvPicPr>
          <p:cNvPr id="46" name="Image 0" descr="preencoded.png">
            <a:extLst>
              <a:ext uri="{FF2B5EF4-FFF2-40B4-BE49-F238E27FC236}">
                <a16:creationId xmlns:a16="http://schemas.microsoft.com/office/drawing/2014/main" id="{8660898D-9D32-D198-50B5-ED064C05A09E}"/>
              </a:ext>
            </a:extLst>
          </p:cNvPr>
          <p:cNvPicPr>
            <a:picLocks noChangeAspect="1"/>
          </p:cNvPicPr>
          <p:nvPr/>
        </p:nvPicPr>
        <p:blipFill>
          <a:blip r:embed="rId3"/>
          <a:stretch>
            <a:fillRect/>
          </a:stretch>
        </p:blipFill>
        <p:spPr>
          <a:xfrm>
            <a:off x="552500" y="1778893"/>
            <a:ext cx="329184" cy="329184"/>
          </a:xfrm>
          <a:prstGeom prst="rect">
            <a:avLst/>
          </a:prstGeom>
        </p:spPr>
      </p:pic>
      <p:sp>
        <p:nvSpPr>
          <p:cNvPr id="47" name="Text 8">
            <a:extLst>
              <a:ext uri="{FF2B5EF4-FFF2-40B4-BE49-F238E27FC236}">
                <a16:creationId xmlns:a16="http://schemas.microsoft.com/office/drawing/2014/main" id="{0955BCF8-64BE-BC79-AF99-F6EAD36F9DED}"/>
              </a:ext>
            </a:extLst>
          </p:cNvPr>
          <p:cNvSpPr/>
          <p:nvPr/>
        </p:nvSpPr>
        <p:spPr>
          <a:xfrm>
            <a:off x="225993" y="2309742"/>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Ingestion</a:t>
            </a:r>
            <a:endParaRPr lang="en-US" sz="1050" noProof="0" dirty="0"/>
          </a:p>
        </p:txBody>
      </p:sp>
      <p:sp>
        <p:nvSpPr>
          <p:cNvPr id="48" name="Text 9">
            <a:extLst>
              <a:ext uri="{FF2B5EF4-FFF2-40B4-BE49-F238E27FC236}">
                <a16:creationId xmlns:a16="http://schemas.microsoft.com/office/drawing/2014/main" id="{CDB5AA7C-36B8-3AFE-0DE0-1EDFF72B4E58}"/>
              </a:ext>
            </a:extLst>
          </p:cNvPr>
          <p:cNvSpPr/>
          <p:nvPr/>
        </p:nvSpPr>
        <p:spPr>
          <a:xfrm>
            <a:off x="212545" y="2659797"/>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Download raw data</a:t>
            </a:r>
            <a:endParaRPr lang="en-US" sz="1000" noProof="0" dirty="0"/>
          </a:p>
          <a:p>
            <a:pPr marL="0" indent="0" algn="ctr">
              <a:buNone/>
            </a:pPr>
            <a:r>
              <a:rPr lang="en-US" sz="1000" noProof="0" dirty="0">
                <a:solidFill>
                  <a:srgbClr val="64748B"/>
                </a:solidFill>
              </a:rPr>
              <a:t>from GitHub</a:t>
            </a:r>
            <a:endParaRPr lang="en-US" sz="1000" noProof="0" dirty="0"/>
          </a:p>
        </p:txBody>
      </p:sp>
      <p:pic>
        <p:nvPicPr>
          <p:cNvPr id="49" name="Image 1" descr="preencoded.png">
            <a:extLst>
              <a:ext uri="{FF2B5EF4-FFF2-40B4-BE49-F238E27FC236}">
                <a16:creationId xmlns:a16="http://schemas.microsoft.com/office/drawing/2014/main" id="{DF3252E8-C492-461F-5C8F-72A09F33AA7C}"/>
              </a:ext>
            </a:extLst>
          </p:cNvPr>
          <p:cNvPicPr>
            <a:picLocks noChangeAspect="1"/>
          </p:cNvPicPr>
          <p:nvPr/>
        </p:nvPicPr>
        <p:blipFill>
          <a:blip r:embed="rId4"/>
          <a:stretch>
            <a:fillRect/>
          </a:stretch>
        </p:blipFill>
        <p:spPr>
          <a:xfrm>
            <a:off x="1403165" y="2743449"/>
            <a:ext cx="237744" cy="237744"/>
          </a:xfrm>
          <a:prstGeom prst="rect">
            <a:avLst/>
          </a:prstGeom>
        </p:spPr>
      </p:pic>
      <p:pic>
        <p:nvPicPr>
          <p:cNvPr id="50" name="Image 3" descr="preencoded.png">
            <a:extLst>
              <a:ext uri="{FF2B5EF4-FFF2-40B4-BE49-F238E27FC236}">
                <a16:creationId xmlns:a16="http://schemas.microsoft.com/office/drawing/2014/main" id="{8964A70E-5FC7-6040-F402-5C4B40F0E5B7}"/>
              </a:ext>
            </a:extLst>
          </p:cNvPr>
          <p:cNvPicPr>
            <a:picLocks noChangeAspect="1"/>
          </p:cNvPicPr>
          <p:nvPr/>
        </p:nvPicPr>
        <p:blipFill>
          <a:blip r:embed="rId4"/>
          <a:stretch>
            <a:fillRect/>
          </a:stretch>
        </p:blipFill>
        <p:spPr>
          <a:xfrm>
            <a:off x="2726219" y="2731874"/>
            <a:ext cx="237744" cy="237744"/>
          </a:xfrm>
          <a:prstGeom prst="rect">
            <a:avLst/>
          </a:prstGeom>
        </p:spPr>
      </p:pic>
      <p:sp>
        <p:nvSpPr>
          <p:cNvPr id="51" name="Shape 15">
            <a:extLst>
              <a:ext uri="{FF2B5EF4-FFF2-40B4-BE49-F238E27FC236}">
                <a16:creationId xmlns:a16="http://schemas.microsoft.com/office/drawing/2014/main" id="{1823C977-ADAA-A321-1B29-443F3FAD1FC3}"/>
              </a:ext>
            </a:extLst>
          </p:cNvPr>
          <p:cNvSpPr/>
          <p:nvPr/>
        </p:nvSpPr>
        <p:spPr>
          <a:xfrm>
            <a:off x="2756263" y="1698602"/>
            <a:ext cx="1244567" cy="1981141"/>
          </a:xfrm>
          <a:prstGeom prst="rect">
            <a:avLst/>
          </a:prstGeom>
          <a:solidFill>
            <a:srgbClr val="E8F7FE"/>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52" name="Shape 16">
            <a:extLst>
              <a:ext uri="{FF2B5EF4-FFF2-40B4-BE49-F238E27FC236}">
                <a16:creationId xmlns:a16="http://schemas.microsoft.com/office/drawing/2014/main" id="{9056DFC3-733B-20E4-0204-AC429355B151}"/>
              </a:ext>
            </a:extLst>
          </p:cNvPr>
          <p:cNvSpPr/>
          <p:nvPr/>
        </p:nvSpPr>
        <p:spPr>
          <a:xfrm>
            <a:off x="2762128" y="1709183"/>
            <a:ext cx="1238702" cy="438912"/>
          </a:xfrm>
          <a:prstGeom prst="rect">
            <a:avLst/>
          </a:prstGeom>
          <a:noFill/>
          <a:ln w="12700">
            <a:solidFill>
              <a:srgbClr val="000000"/>
            </a:solidFill>
            <a:prstDash val="solid"/>
          </a:ln>
        </p:spPr>
        <p:txBody>
          <a:bodyPr/>
          <a:lstStyle/>
          <a:p>
            <a:endParaRPr lang="en-US" noProof="0" dirty="0"/>
          </a:p>
        </p:txBody>
      </p:sp>
      <p:sp>
        <p:nvSpPr>
          <p:cNvPr id="54" name="Text 17">
            <a:extLst>
              <a:ext uri="{FF2B5EF4-FFF2-40B4-BE49-F238E27FC236}">
                <a16:creationId xmlns:a16="http://schemas.microsoft.com/office/drawing/2014/main" id="{2343F6A6-301D-28E0-A6E7-AEB537E88667}"/>
              </a:ext>
            </a:extLst>
          </p:cNvPr>
          <p:cNvSpPr/>
          <p:nvPr/>
        </p:nvSpPr>
        <p:spPr>
          <a:xfrm>
            <a:off x="2826803" y="1698602"/>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3</a:t>
            </a:r>
            <a:endParaRPr lang="en-US" sz="1400" noProof="0" dirty="0">
              <a:solidFill>
                <a:srgbClr val="0D9488"/>
              </a:solidFill>
            </a:endParaRPr>
          </a:p>
        </p:txBody>
      </p:sp>
      <p:pic>
        <p:nvPicPr>
          <p:cNvPr id="55" name="Image 4" descr="preencoded.png">
            <a:extLst>
              <a:ext uri="{FF2B5EF4-FFF2-40B4-BE49-F238E27FC236}">
                <a16:creationId xmlns:a16="http://schemas.microsoft.com/office/drawing/2014/main" id="{25C9B30B-4990-A24E-BE33-879C4E889D1C}"/>
              </a:ext>
            </a:extLst>
          </p:cNvPr>
          <p:cNvPicPr>
            <a:picLocks noChangeAspect="1"/>
          </p:cNvPicPr>
          <p:nvPr/>
        </p:nvPicPr>
        <p:blipFill>
          <a:blip r:embed="rId5"/>
          <a:stretch>
            <a:fillRect/>
          </a:stretch>
        </p:blipFill>
        <p:spPr>
          <a:xfrm>
            <a:off x="3245053" y="1755434"/>
            <a:ext cx="329184" cy="329184"/>
          </a:xfrm>
          <a:prstGeom prst="rect">
            <a:avLst/>
          </a:prstGeom>
        </p:spPr>
      </p:pic>
      <p:sp>
        <p:nvSpPr>
          <p:cNvPr id="59" name="Text 18">
            <a:extLst>
              <a:ext uri="{FF2B5EF4-FFF2-40B4-BE49-F238E27FC236}">
                <a16:creationId xmlns:a16="http://schemas.microsoft.com/office/drawing/2014/main" id="{8A890371-4DCD-068F-CFF5-D46C8518FB80}"/>
              </a:ext>
            </a:extLst>
          </p:cNvPr>
          <p:cNvSpPr/>
          <p:nvPr/>
        </p:nvSpPr>
        <p:spPr>
          <a:xfrm>
            <a:off x="2750884" y="2334900"/>
            <a:ext cx="1296898"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Enrichment</a:t>
            </a:r>
          </a:p>
          <a:p>
            <a:pPr marL="0" indent="0" algn="ctr">
              <a:buNone/>
            </a:pPr>
            <a:r>
              <a:rPr lang="en-US" sz="900" b="1" noProof="0" dirty="0">
                <a:solidFill>
                  <a:srgbClr val="0D9488"/>
                </a:solidFill>
              </a:rPr>
              <a:t>(Feature</a:t>
            </a:r>
          </a:p>
          <a:p>
            <a:pPr marL="0" indent="0" algn="ctr">
              <a:buNone/>
            </a:pPr>
            <a:r>
              <a:rPr lang="en-US" sz="900" b="1" noProof="0" dirty="0">
                <a:solidFill>
                  <a:srgbClr val="0D9488"/>
                </a:solidFill>
              </a:rPr>
              <a:t>Engineering)</a:t>
            </a:r>
          </a:p>
        </p:txBody>
      </p:sp>
      <p:sp>
        <p:nvSpPr>
          <p:cNvPr id="60" name="Text 19">
            <a:extLst>
              <a:ext uri="{FF2B5EF4-FFF2-40B4-BE49-F238E27FC236}">
                <a16:creationId xmlns:a16="http://schemas.microsoft.com/office/drawing/2014/main" id="{09DD9877-545B-2419-24F0-393FBDA9E4B5}"/>
              </a:ext>
            </a:extLst>
          </p:cNvPr>
          <p:cNvSpPr/>
          <p:nvPr/>
        </p:nvSpPr>
        <p:spPr>
          <a:xfrm>
            <a:off x="2826195" y="2759302"/>
            <a:ext cx="1122027"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Add board, component, layer, severity, </a:t>
            </a:r>
            <a:r>
              <a:rPr lang="en-US" sz="1000" noProof="0" dirty="0" err="1">
                <a:solidFill>
                  <a:srgbClr val="64748B"/>
                </a:solidFill>
              </a:rPr>
              <a:t>issue_kind</a:t>
            </a:r>
            <a:r>
              <a:rPr lang="en-US" sz="1000" noProof="0" dirty="0">
                <a:solidFill>
                  <a:srgbClr val="64748B"/>
                </a:solidFill>
              </a:rPr>
              <a:t>, </a:t>
            </a:r>
            <a:r>
              <a:rPr lang="en-US" sz="1000" noProof="0" dirty="0" err="1">
                <a:solidFill>
                  <a:srgbClr val="64748B"/>
                </a:solidFill>
              </a:rPr>
              <a:t>is_valid</a:t>
            </a:r>
            <a:endParaRPr lang="en-US" sz="1000" noProof="0" dirty="0">
              <a:solidFill>
                <a:srgbClr val="64748B"/>
              </a:solidFill>
            </a:endParaRPr>
          </a:p>
        </p:txBody>
      </p:sp>
      <p:pic>
        <p:nvPicPr>
          <p:cNvPr id="71" name="Image 5" descr="preencoded.png">
            <a:extLst>
              <a:ext uri="{FF2B5EF4-FFF2-40B4-BE49-F238E27FC236}">
                <a16:creationId xmlns:a16="http://schemas.microsoft.com/office/drawing/2014/main" id="{00BD13EC-B691-19A1-3144-712E07C2E7A3}"/>
              </a:ext>
            </a:extLst>
          </p:cNvPr>
          <p:cNvPicPr>
            <a:picLocks noChangeAspect="1"/>
          </p:cNvPicPr>
          <p:nvPr/>
        </p:nvPicPr>
        <p:blipFill>
          <a:blip r:embed="rId4"/>
          <a:stretch>
            <a:fillRect/>
          </a:stretch>
        </p:blipFill>
        <p:spPr>
          <a:xfrm>
            <a:off x="4084781" y="2731874"/>
            <a:ext cx="237744" cy="237744"/>
          </a:xfrm>
          <a:prstGeom prst="rect">
            <a:avLst/>
          </a:prstGeom>
        </p:spPr>
      </p:pic>
      <p:sp>
        <p:nvSpPr>
          <p:cNvPr id="72" name="Shape 20">
            <a:extLst>
              <a:ext uri="{FF2B5EF4-FFF2-40B4-BE49-F238E27FC236}">
                <a16:creationId xmlns:a16="http://schemas.microsoft.com/office/drawing/2014/main" id="{914745D1-CAF5-3B02-5859-4A93904390EE}"/>
              </a:ext>
            </a:extLst>
          </p:cNvPr>
          <p:cNvSpPr/>
          <p:nvPr/>
        </p:nvSpPr>
        <p:spPr>
          <a:xfrm>
            <a:off x="4171910" y="1714003"/>
            <a:ext cx="1238702" cy="1981141"/>
          </a:xfrm>
          <a:prstGeom prst="rect">
            <a:avLst/>
          </a:prstGeom>
          <a:solidFill>
            <a:srgbClr val="E8F7FE"/>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73" name="Shape 21">
            <a:extLst>
              <a:ext uri="{FF2B5EF4-FFF2-40B4-BE49-F238E27FC236}">
                <a16:creationId xmlns:a16="http://schemas.microsoft.com/office/drawing/2014/main" id="{056CE9F8-AD39-64D6-7744-FD583C720CC6}"/>
              </a:ext>
            </a:extLst>
          </p:cNvPr>
          <p:cNvSpPr/>
          <p:nvPr/>
        </p:nvSpPr>
        <p:spPr>
          <a:xfrm>
            <a:off x="4159957" y="1714002"/>
            <a:ext cx="1250656" cy="423511"/>
          </a:xfrm>
          <a:prstGeom prst="rect">
            <a:avLst/>
          </a:prstGeom>
          <a:noFill/>
          <a:ln w="12700">
            <a:solidFill>
              <a:srgbClr val="000000"/>
            </a:solidFill>
            <a:prstDash val="solid"/>
          </a:ln>
        </p:spPr>
        <p:txBody>
          <a:bodyPr/>
          <a:lstStyle/>
          <a:p>
            <a:endParaRPr lang="en-US" noProof="0" dirty="0"/>
          </a:p>
        </p:txBody>
      </p:sp>
      <p:sp>
        <p:nvSpPr>
          <p:cNvPr id="74" name="Text 22">
            <a:extLst>
              <a:ext uri="{FF2B5EF4-FFF2-40B4-BE49-F238E27FC236}">
                <a16:creationId xmlns:a16="http://schemas.microsoft.com/office/drawing/2014/main" id="{EEB92494-D301-A831-D489-00B88B6A0FC1}"/>
              </a:ext>
            </a:extLst>
          </p:cNvPr>
          <p:cNvSpPr/>
          <p:nvPr/>
        </p:nvSpPr>
        <p:spPr>
          <a:xfrm>
            <a:off x="4185365" y="1698602"/>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4</a:t>
            </a:r>
            <a:endParaRPr lang="en-US" sz="1400" noProof="0" dirty="0">
              <a:solidFill>
                <a:srgbClr val="0D9488"/>
              </a:solidFill>
            </a:endParaRPr>
          </a:p>
        </p:txBody>
      </p:sp>
      <p:sp>
        <p:nvSpPr>
          <p:cNvPr id="75" name="Text 23">
            <a:extLst>
              <a:ext uri="{FF2B5EF4-FFF2-40B4-BE49-F238E27FC236}">
                <a16:creationId xmlns:a16="http://schemas.microsoft.com/office/drawing/2014/main" id="{D37DB274-EC7D-B2CC-897C-B7783797E904}"/>
              </a:ext>
            </a:extLst>
          </p:cNvPr>
          <p:cNvSpPr/>
          <p:nvPr/>
        </p:nvSpPr>
        <p:spPr>
          <a:xfrm>
            <a:off x="4281179" y="2210050"/>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Similarity</a:t>
            </a:r>
            <a:endParaRPr lang="en-US" sz="1050" noProof="0" dirty="0"/>
          </a:p>
        </p:txBody>
      </p:sp>
      <p:sp>
        <p:nvSpPr>
          <p:cNvPr id="76" name="Text 24">
            <a:extLst>
              <a:ext uri="{FF2B5EF4-FFF2-40B4-BE49-F238E27FC236}">
                <a16:creationId xmlns:a16="http://schemas.microsoft.com/office/drawing/2014/main" id="{7336716B-EA87-33F4-70F1-7EAD2D2FA64D}"/>
              </a:ext>
            </a:extLst>
          </p:cNvPr>
          <p:cNvSpPr/>
          <p:nvPr/>
        </p:nvSpPr>
        <p:spPr>
          <a:xfrm>
            <a:off x="4304411" y="2705913"/>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Link related issues</a:t>
            </a:r>
            <a:endParaRPr lang="en-US" sz="1000" noProof="0" dirty="0"/>
          </a:p>
          <a:p>
            <a:pPr marL="0" indent="0" algn="ctr">
              <a:buNone/>
            </a:pPr>
            <a:r>
              <a:rPr lang="en-US" sz="1000" noProof="0" dirty="0">
                <a:solidFill>
                  <a:srgbClr val="64748B"/>
                </a:solidFill>
              </a:rPr>
              <a:t>describing the same bug</a:t>
            </a:r>
            <a:endParaRPr lang="en-US" sz="1000" noProof="0" dirty="0"/>
          </a:p>
        </p:txBody>
      </p:sp>
      <p:pic>
        <p:nvPicPr>
          <p:cNvPr id="77" name="Image 7" descr="preencoded.png">
            <a:extLst>
              <a:ext uri="{FF2B5EF4-FFF2-40B4-BE49-F238E27FC236}">
                <a16:creationId xmlns:a16="http://schemas.microsoft.com/office/drawing/2014/main" id="{36CCED68-D864-3E5C-A685-5F4B2F7523B6}"/>
              </a:ext>
            </a:extLst>
          </p:cNvPr>
          <p:cNvPicPr>
            <a:picLocks noChangeAspect="1"/>
          </p:cNvPicPr>
          <p:nvPr/>
        </p:nvPicPr>
        <p:blipFill>
          <a:blip r:embed="rId4"/>
          <a:stretch>
            <a:fillRect/>
          </a:stretch>
        </p:blipFill>
        <p:spPr>
          <a:xfrm>
            <a:off x="9257272" y="4283174"/>
            <a:ext cx="237744" cy="237744"/>
          </a:xfrm>
          <a:prstGeom prst="rect">
            <a:avLst/>
          </a:prstGeom>
        </p:spPr>
      </p:pic>
      <p:sp>
        <p:nvSpPr>
          <p:cNvPr id="87" name="Shape 30">
            <a:extLst>
              <a:ext uri="{FF2B5EF4-FFF2-40B4-BE49-F238E27FC236}">
                <a16:creationId xmlns:a16="http://schemas.microsoft.com/office/drawing/2014/main" id="{27F96EA1-FF55-A9B6-50F5-33CDE9217E95}"/>
              </a:ext>
            </a:extLst>
          </p:cNvPr>
          <p:cNvSpPr/>
          <p:nvPr/>
        </p:nvSpPr>
        <p:spPr>
          <a:xfrm>
            <a:off x="8913575" y="4154691"/>
            <a:ext cx="1383932" cy="1981139"/>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88" name="Shape 31">
            <a:extLst>
              <a:ext uri="{FF2B5EF4-FFF2-40B4-BE49-F238E27FC236}">
                <a16:creationId xmlns:a16="http://schemas.microsoft.com/office/drawing/2014/main" id="{8DC765FD-10D4-B244-6622-9E94E075F090}"/>
              </a:ext>
            </a:extLst>
          </p:cNvPr>
          <p:cNvSpPr/>
          <p:nvPr/>
        </p:nvSpPr>
        <p:spPr>
          <a:xfrm>
            <a:off x="8913575" y="4154692"/>
            <a:ext cx="1397438" cy="438912"/>
          </a:xfrm>
          <a:prstGeom prst="rect">
            <a:avLst/>
          </a:prstGeom>
          <a:noFill/>
          <a:ln w="12700">
            <a:solidFill>
              <a:srgbClr val="000000"/>
            </a:solidFill>
            <a:prstDash val="solid"/>
          </a:ln>
        </p:spPr>
        <p:txBody>
          <a:bodyPr/>
          <a:lstStyle/>
          <a:p>
            <a:endParaRPr lang="en-US" noProof="0" dirty="0"/>
          </a:p>
        </p:txBody>
      </p:sp>
      <p:sp>
        <p:nvSpPr>
          <p:cNvPr id="89" name="Text 32">
            <a:extLst>
              <a:ext uri="{FF2B5EF4-FFF2-40B4-BE49-F238E27FC236}">
                <a16:creationId xmlns:a16="http://schemas.microsoft.com/office/drawing/2014/main" id="{7EC8B826-29BA-B4BF-47BA-8D5170B86331}"/>
              </a:ext>
            </a:extLst>
          </p:cNvPr>
          <p:cNvSpPr/>
          <p:nvPr/>
        </p:nvSpPr>
        <p:spPr>
          <a:xfrm>
            <a:off x="8913575" y="4154692"/>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10</a:t>
            </a:r>
            <a:endParaRPr lang="en-US" sz="1400" noProof="0" dirty="0">
              <a:solidFill>
                <a:srgbClr val="0D9488"/>
              </a:solidFill>
            </a:endParaRPr>
          </a:p>
        </p:txBody>
      </p:sp>
      <p:pic>
        <p:nvPicPr>
          <p:cNvPr id="90" name="Image 10" descr="preencoded.png">
            <a:extLst>
              <a:ext uri="{FF2B5EF4-FFF2-40B4-BE49-F238E27FC236}">
                <a16:creationId xmlns:a16="http://schemas.microsoft.com/office/drawing/2014/main" id="{8B12F919-448C-CF12-2AE4-5FE8FA353F59}"/>
              </a:ext>
            </a:extLst>
          </p:cNvPr>
          <p:cNvPicPr>
            <a:picLocks noChangeAspect="1"/>
          </p:cNvPicPr>
          <p:nvPr/>
        </p:nvPicPr>
        <p:blipFill>
          <a:blip r:embed="rId6"/>
          <a:stretch>
            <a:fillRect/>
          </a:stretch>
        </p:blipFill>
        <p:spPr>
          <a:xfrm>
            <a:off x="9486733" y="4247679"/>
            <a:ext cx="263059" cy="263059"/>
          </a:xfrm>
          <a:prstGeom prst="rect">
            <a:avLst/>
          </a:prstGeom>
        </p:spPr>
      </p:pic>
      <p:sp>
        <p:nvSpPr>
          <p:cNvPr id="91" name="Text 33">
            <a:extLst>
              <a:ext uri="{FF2B5EF4-FFF2-40B4-BE49-F238E27FC236}">
                <a16:creationId xmlns:a16="http://schemas.microsoft.com/office/drawing/2014/main" id="{67CE7BDC-1C0A-8D28-F2E6-B84C157B6926}"/>
              </a:ext>
            </a:extLst>
          </p:cNvPr>
          <p:cNvSpPr/>
          <p:nvPr/>
        </p:nvSpPr>
        <p:spPr>
          <a:xfrm>
            <a:off x="9109374" y="4732842"/>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Quality Index</a:t>
            </a:r>
          </a:p>
          <a:p>
            <a:pPr marL="0" indent="0" algn="ctr">
              <a:buNone/>
            </a:pPr>
            <a:r>
              <a:rPr lang="en-US" sz="1050" b="1" noProof="0" dirty="0">
                <a:solidFill>
                  <a:srgbClr val="1B2A3B"/>
                </a:solidFill>
              </a:rPr>
              <a:t>Evaluation</a:t>
            </a:r>
            <a:endParaRPr lang="en-US" sz="900" b="1" noProof="0" dirty="0"/>
          </a:p>
        </p:txBody>
      </p:sp>
      <p:sp>
        <p:nvSpPr>
          <p:cNvPr id="92" name="Text 34">
            <a:extLst>
              <a:ext uri="{FF2B5EF4-FFF2-40B4-BE49-F238E27FC236}">
                <a16:creationId xmlns:a16="http://schemas.microsoft.com/office/drawing/2014/main" id="{68292BFF-4684-FCEC-3A51-7E73520A5C5A}"/>
              </a:ext>
            </a:extLst>
          </p:cNvPr>
          <p:cNvSpPr/>
          <p:nvPr/>
        </p:nvSpPr>
        <p:spPr>
          <a:xfrm>
            <a:off x="9128377" y="5254050"/>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Test with 50</a:t>
            </a:r>
            <a:endParaRPr lang="en-US" sz="1000" noProof="0" dirty="0"/>
          </a:p>
          <a:p>
            <a:pPr marL="0" indent="0" algn="ctr">
              <a:buNone/>
            </a:pPr>
            <a:r>
              <a:rPr lang="en-US" sz="1000" noProof="0" dirty="0">
                <a:solidFill>
                  <a:srgbClr val="64748B"/>
                </a:solidFill>
              </a:rPr>
              <a:t>questions of reference</a:t>
            </a:r>
          </a:p>
          <a:p>
            <a:pPr marL="0" indent="0" algn="ctr">
              <a:buNone/>
            </a:pPr>
            <a:endParaRPr lang="en-US" sz="1000" noProof="0" dirty="0"/>
          </a:p>
          <a:p>
            <a:pPr marL="0" indent="0" algn="ctr">
              <a:buNone/>
            </a:pPr>
            <a:endParaRPr lang="en-US" sz="1000" noProof="0" dirty="0"/>
          </a:p>
        </p:txBody>
      </p:sp>
      <p:pic>
        <p:nvPicPr>
          <p:cNvPr id="93" name="Image 11" descr="preencoded.png">
            <a:extLst>
              <a:ext uri="{FF2B5EF4-FFF2-40B4-BE49-F238E27FC236}">
                <a16:creationId xmlns:a16="http://schemas.microsoft.com/office/drawing/2014/main" id="{72CD3E76-4DB9-9598-E65D-BE356AC8B71D}"/>
              </a:ext>
            </a:extLst>
          </p:cNvPr>
          <p:cNvPicPr>
            <a:picLocks noChangeAspect="1"/>
          </p:cNvPicPr>
          <p:nvPr/>
        </p:nvPicPr>
        <p:blipFill>
          <a:blip r:embed="rId4"/>
          <a:stretch>
            <a:fillRect/>
          </a:stretch>
        </p:blipFill>
        <p:spPr>
          <a:xfrm>
            <a:off x="10056575" y="5187964"/>
            <a:ext cx="237744" cy="237744"/>
          </a:xfrm>
          <a:prstGeom prst="rect">
            <a:avLst/>
          </a:prstGeom>
        </p:spPr>
      </p:pic>
      <p:sp>
        <p:nvSpPr>
          <p:cNvPr id="94" name="Shape 35">
            <a:extLst>
              <a:ext uri="{FF2B5EF4-FFF2-40B4-BE49-F238E27FC236}">
                <a16:creationId xmlns:a16="http://schemas.microsoft.com/office/drawing/2014/main" id="{C427FDD5-FA00-F332-FAD8-D86FF1EC3F0F}"/>
              </a:ext>
            </a:extLst>
          </p:cNvPr>
          <p:cNvSpPr/>
          <p:nvPr/>
        </p:nvSpPr>
        <p:spPr>
          <a:xfrm>
            <a:off x="6841108" y="1715294"/>
            <a:ext cx="1218608" cy="1990773"/>
          </a:xfrm>
          <a:prstGeom prst="rect">
            <a:avLst/>
          </a:prstGeom>
          <a:solidFill>
            <a:srgbClr val="E8F7FE"/>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95" name="Shape 36">
            <a:extLst>
              <a:ext uri="{FF2B5EF4-FFF2-40B4-BE49-F238E27FC236}">
                <a16:creationId xmlns:a16="http://schemas.microsoft.com/office/drawing/2014/main" id="{1ED275D9-F82C-E6FF-B10F-640E9401A139}"/>
              </a:ext>
            </a:extLst>
          </p:cNvPr>
          <p:cNvSpPr/>
          <p:nvPr/>
        </p:nvSpPr>
        <p:spPr>
          <a:xfrm>
            <a:off x="6841108" y="1715295"/>
            <a:ext cx="1218607" cy="438912"/>
          </a:xfrm>
          <a:prstGeom prst="rect">
            <a:avLst/>
          </a:prstGeom>
          <a:noFill/>
          <a:ln w="12700">
            <a:solidFill>
              <a:srgbClr val="000000"/>
            </a:solidFill>
            <a:prstDash val="solid"/>
          </a:ln>
        </p:spPr>
        <p:txBody>
          <a:bodyPr/>
          <a:lstStyle/>
          <a:p>
            <a:endParaRPr lang="en-US" noProof="0" dirty="0"/>
          </a:p>
        </p:txBody>
      </p:sp>
      <p:sp>
        <p:nvSpPr>
          <p:cNvPr id="96" name="Text 37">
            <a:extLst>
              <a:ext uri="{FF2B5EF4-FFF2-40B4-BE49-F238E27FC236}">
                <a16:creationId xmlns:a16="http://schemas.microsoft.com/office/drawing/2014/main" id="{E2327952-B75D-6BE1-1A6A-648D8463729C}"/>
              </a:ext>
            </a:extLst>
          </p:cNvPr>
          <p:cNvSpPr/>
          <p:nvPr/>
        </p:nvSpPr>
        <p:spPr>
          <a:xfrm>
            <a:off x="6841108" y="1715295"/>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6</a:t>
            </a:r>
            <a:endParaRPr lang="en-US" sz="1400" noProof="0" dirty="0">
              <a:solidFill>
                <a:srgbClr val="0D9488"/>
              </a:solidFill>
            </a:endParaRPr>
          </a:p>
        </p:txBody>
      </p:sp>
      <p:pic>
        <p:nvPicPr>
          <p:cNvPr id="97" name="Image 12" descr="preencoded.png">
            <a:extLst>
              <a:ext uri="{FF2B5EF4-FFF2-40B4-BE49-F238E27FC236}">
                <a16:creationId xmlns:a16="http://schemas.microsoft.com/office/drawing/2014/main" id="{A8DB4F71-C036-3503-CD31-4BEB32E6525C}"/>
              </a:ext>
            </a:extLst>
          </p:cNvPr>
          <p:cNvPicPr>
            <a:picLocks noChangeAspect="1"/>
          </p:cNvPicPr>
          <p:nvPr/>
        </p:nvPicPr>
        <p:blipFill>
          <a:blip r:embed="rId7"/>
          <a:stretch>
            <a:fillRect/>
          </a:stretch>
        </p:blipFill>
        <p:spPr>
          <a:xfrm>
            <a:off x="7323475" y="1800364"/>
            <a:ext cx="288037" cy="288037"/>
          </a:xfrm>
          <a:prstGeom prst="rect">
            <a:avLst/>
          </a:prstGeom>
        </p:spPr>
      </p:pic>
      <p:sp>
        <p:nvSpPr>
          <p:cNvPr id="98" name="Text 38">
            <a:extLst>
              <a:ext uri="{FF2B5EF4-FFF2-40B4-BE49-F238E27FC236}">
                <a16:creationId xmlns:a16="http://schemas.microsoft.com/office/drawing/2014/main" id="{A1EB35EB-41DD-62EC-63A0-78F4D2A6506D}"/>
              </a:ext>
            </a:extLst>
          </p:cNvPr>
          <p:cNvSpPr/>
          <p:nvPr/>
        </p:nvSpPr>
        <p:spPr>
          <a:xfrm>
            <a:off x="6829574" y="2310330"/>
            <a:ext cx="1218607"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Delivery</a:t>
            </a:r>
            <a:endParaRPr lang="en-US" sz="800" b="1" noProof="0" dirty="0">
              <a:solidFill>
                <a:srgbClr val="1B2A3B"/>
              </a:solidFill>
            </a:endParaRPr>
          </a:p>
          <a:p>
            <a:pPr marL="0" indent="0" algn="ctr">
              <a:buNone/>
            </a:pPr>
            <a:endParaRPr lang="en-US" sz="1050" b="1" noProof="0" dirty="0">
              <a:solidFill>
                <a:srgbClr val="1B2A3B"/>
              </a:solidFill>
            </a:endParaRPr>
          </a:p>
        </p:txBody>
      </p:sp>
      <p:sp>
        <p:nvSpPr>
          <p:cNvPr id="99" name="Text 39">
            <a:extLst>
              <a:ext uri="{FF2B5EF4-FFF2-40B4-BE49-F238E27FC236}">
                <a16:creationId xmlns:a16="http://schemas.microsoft.com/office/drawing/2014/main" id="{04E8B7B6-02F8-63CD-F08A-7049A2F1C85A}"/>
              </a:ext>
            </a:extLst>
          </p:cNvPr>
          <p:cNvSpPr/>
          <p:nvPr/>
        </p:nvSpPr>
        <p:spPr>
          <a:xfrm>
            <a:off x="6940098" y="2677090"/>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Deliver JSON</a:t>
            </a:r>
            <a:endParaRPr lang="en-US" sz="1000" noProof="0" dirty="0"/>
          </a:p>
          <a:p>
            <a:pPr marL="0" indent="0" algn="ctr">
              <a:buNone/>
            </a:pPr>
            <a:r>
              <a:rPr lang="en-US" sz="1000" noProof="0" dirty="0">
                <a:solidFill>
                  <a:srgbClr val="64748B"/>
                </a:solidFill>
              </a:rPr>
              <a:t>format ST-ready</a:t>
            </a:r>
            <a:endParaRPr lang="en-US" sz="1000" noProof="0" dirty="0"/>
          </a:p>
        </p:txBody>
      </p:sp>
      <p:pic>
        <p:nvPicPr>
          <p:cNvPr id="100" name="Graphic 99" descr="Dice with solid fill">
            <a:extLst>
              <a:ext uri="{FF2B5EF4-FFF2-40B4-BE49-F238E27FC236}">
                <a16:creationId xmlns:a16="http://schemas.microsoft.com/office/drawing/2014/main" id="{3AE2B911-F364-0AD0-64EE-989F7808A6B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645347" y="1752113"/>
            <a:ext cx="402338" cy="402338"/>
          </a:xfrm>
          <a:prstGeom prst="rect">
            <a:avLst/>
          </a:prstGeom>
        </p:spPr>
      </p:pic>
      <p:sp>
        <p:nvSpPr>
          <p:cNvPr id="101" name="Shape 20">
            <a:extLst>
              <a:ext uri="{FF2B5EF4-FFF2-40B4-BE49-F238E27FC236}">
                <a16:creationId xmlns:a16="http://schemas.microsoft.com/office/drawing/2014/main" id="{7F220865-45F5-3C21-F0D7-FD8BEDE37474}"/>
              </a:ext>
            </a:extLst>
          </p:cNvPr>
          <p:cNvSpPr/>
          <p:nvPr/>
        </p:nvSpPr>
        <p:spPr>
          <a:xfrm>
            <a:off x="5523803" y="1711000"/>
            <a:ext cx="1238702" cy="1981141"/>
          </a:xfrm>
          <a:prstGeom prst="rect">
            <a:avLst/>
          </a:prstGeom>
          <a:solidFill>
            <a:srgbClr val="E8F7FE"/>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02" name="Shape 21">
            <a:extLst>
              <a:ext uri="{FF2B5EF4-FFF2-40B4-BE49-F238E27FC236}">
                <a16:creationId xmlns:a16="http://schemas.microsoft.com/office/drawing/2014/main" id="{38A410F1-93BE-9F2F-6087-41702227471F}"/>
              </a:ext>
            </a:extLst>
          </p:cNvPr>
          <p:cNvSpPr/>
          <p:nvPr/>
        </p:nvSpPr>
        <p:spPr>
          <a:xfrm>
            <a:off x="5523803" y="1706426"/>
            <a:ext cx="1238702" cy="438912"/>
          </a:xfrm>
          <a:prstGeom prst="rect">
            <a:avLst/>
          </a:prstGeom>
          <a:noFill/>
          <a:ln w="12700">
            <a:solidFill>
              <a:srgbClr val="000000"/>
            </a:solidFill>
            <a:prstDash val="solid"/>
          </a:ln>
        </p:spPr>
        <p:txBody>
          <a:bodyPr/>
          <a:lstStyle/>
          <a:p>
            <a:endParaRPr lang="en-US" noProof="0" dirty="0"/>
          </a:p>
        </p:txBody>
      </p:sp>
      <p:sp>
        <p:nvSpPr>
          <p:cNvPr id="103" name="Text 22">
            <a:extLst>
              <a:ext uri="{FF2B5EF4-FFF2-40B4-BE49-F238E27FC236}">
                <a16:creationId xmlns:a16="http://schemas.microsoft.com/office/drawing/2014/main" id="{7FBB1072-B0E0-366C-DE06-3C0A10E49B0E}"/>
              </a:ext>
            </a:extLst>
          </p:cNvPr>
          <p:cNvSpPr/>
          <p:nvPr/>
        </p:nvSpPr>
        <p:spPr>
          <a:xfrm>
            <a:off x="5598444" y="1706426"/>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5</a:t>
            </a:r>
            <a:endParaRPr lang="en-US" sz="1400" noProof="0" dirty="0">
              <a:solidFill>
                <a:srgbClr val="0D9488"/>
              </a:solidFill>
            </a:endParaRPr>
          </a:p>
        </p:txBody>
      </p:sp>
      <p:sp>
        <p:nvSpPr>
          <p:cNvPr id="104" name="Text 23">
            <a:extLst>
              <a:ext uri="{FF2B5EF4-FFF2-40B4-BE49-F238E27FC236}">
                <a16:creationId xmlns:a16="http://schemas.microsoft.com/office/drawing/2014/main" id="{5BDB9A77-F80D-FA8C-E423-C577A7DCD76F}"/>
              </a:ext>
            </a:extLst>
          </p:cNvPr>
          <p:cNvSpPr/>
          <p:nvPr/>
        </p:nvSpPr>
        <p:spPr>
          <a:xfrm>
            <a:off x="5640234" y="2248486"/>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Data Generation</a:t>
            </a:r>
            <a:endParaRPr lang="en-US" sz="1050" noProof="0" dirty="0"/>
          </a:p>
        </p:txBody>
      </p:sp>
      <p:sp>
        <p:nvSpPr>
          <p:cNvPr id="105" name="Text 24">
            <a:extLst>
              <a:ext uri="{FF2B5EF4-FFF2-40B4-BE49-F238E27FC236}">
                <a16:creationId xmlns:a16="http://schemas.microsoft.com/office/drawing/2014/main" id="{26896790-22CC-9FE7-E816-FEC24AF98ACA}"/>
              </a:ext>
            </a:extLst>
          </p:cNvPr>
          <p:cNvSpPr/>
          <p:nvPr/>
        </p:nvSpPr>
        <p:spPr>
          <a:xfrm>
            <a:off x="5672522" y="2723064"/>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A post-processing stage that turns prepared data into actionable support artifacts</a:t>
            </a:r>
            <a:endParaRPr lang="en-US" sz="1000" noProof="0" dirty="0"/>
          </a:p>
        </p:txBody>
      </p:sp>
      <p:pic>
        <p:nvPicPr>
          <p:cNvPr id="106" name="Graphic 105" descr="Database with solid fill">
            <a:extLst>
              <a:ext uri="{FF2B5EF4-FFF2-40B4-BE49-F238E27FC236}">
                <a16:creationId xmlns:a16="http://schemas.microsoft.com/office/drawing/2014/main" id="{2C514C09-5691-7149-709F-E5212AB6B4E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984013" y="1729213"/>
            <a:ext cx="390272" cy="390272"/>
          </a:xfrm>
          <a:prstGeom prst="rect">
            <a:avLst/>
          </a:prstGeom>
        </p:spPr>
      </p:pic>
      <p:cxnSp>
        <p:nvCxnSpPr>
          <p:cNvPr id="107" name="Straight Arrow Connector 106">
            <a:extLst>
              <a:ext uri="{FF2B5EF4-FFF2-40B4-BE49-F238E27FC236}">
                <a16:creationId xmlns:a16="http://schemas.microsoft.com/office/drawing/2014/main" id="{16BC2F0B-0389-7020-7A64-7C29CE15ED76}"/>
              </a:ext>
            </a:extLst>
          </p:cNvPr>
          <p:cNvCxnSpPr>
            <a:cxnSpLocks/>
            <a:stCxn id="51" idx="3"/>
          </p:cNvCxnSpPr>
          <p:nvPr/>
        </p:nvCxnSpPr>
        <p:spPr>
          <a:xfrm flipV="1">
            <a:off x="4000830" y="2687640"/>
            <a:ext cx="191003" cy="1533"/>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78D12C6B-9F8E-706A-2F54-67976564477D}"/>
              </a:ext>
            </a:extLst>
          </p:cNvPr>
          <p:cNvCxnSpPr>
            <a:cxnSpLocks/>
            <a:stCxn id="72" idx="3"/>
          </p:cNvCxnSpPr>
          <p:nvPr/>
        </p:nvCxnSpPr>
        <p:spPr>
          <a:xfrm>
            <a:off x="5410612" y="2704574"/>
            <a:ext cx="153183" cy="6107"/>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09" name="Connector: Elbow 108">
            <a:extLst>
              <a:ext uri="{FF2B5EF4-FFF2-40B4-BE49-F238E27FC236}">
                <a16:creationId xmlns:a16="http://schemas.microsoft.com/office/drawing/2014/main" id="{5C9E4BD2-87A2-899B-6F85-B2169944622A}"/>
              </a:ext>
            </a:extLst>
          </p:cNvPr>
          <p:cNvCxnSpPr>
            <a:cxnSpLocks/>
          </p:cNvCxnSpPr>
          <p:nvPr/>
        </p:nvCxnSpPr>
        <p:spPr>
          <a:xfrm>
            <a:off x="6733530" y="2701571"/>
            <a:ext cx="127965" cy="9691"/>
          </a:xfrm>
          <a:prstGeom prst="bentConnector3">
            <a:avLst>
              <a:gd name="adj1" fmla="val 50000"/>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pic>
        <p:nvPicPr>
          <p:cNvPr id="112" name="Image 1" descr="preencoded.png">
            <a:extLst>
              <a:ext uri="{FF2B5EF4-FFF2-40B4-BE49-F238E27FC236}">
                <a16:creationId xmlns:a16="http://schemas.microsoft.com/office/drawing/2014/main" id="{B3AF6965-D646-7C83-4AD5-21AA1B42BC85}"/>
              </a:ext>
            </a:extLst>
          </p:cNvPr>
          <p:cNvPicPr>
            <a:picLocks noChangeAspect="1"/>
          </p:cNvPicPr>
          <p:nvPr/>
        </p:nvPicPr>
        <p:blipFill>
          <a:blip r:embed="rId4"/>
          <a:stretch>
            <a:fillRect/>
          </a:stretch>
        </p:blipFill>
        <p:spPr>
          <a:xfrm>
            <a:off x="1399906" y="2756194"/>
            <a:ext cx="237744" cy="237744"/>
          </a:xfrm>
          <a:prstGeom prst="rect">
            <a:avLst/>
          </a:prstGeom>
        </p:spPr>
      </p:pic>
      <p:sp>
        <p:nvSpPr>
          <p:cNvPr id="113" name="Shape 10">
            <a:extLst>
              <a:ext uri="{FF2B5EF4-FFF2-40B4-BE49-F238E27FC236}">
                <a16:creationId xmlns:a16="http://schemas.microsoft.com/office/drawing/2014/main" id="{497B62D5-C945-EBB3-48E5-A1A5C99FEF89}"/>
              </a:ext>
            </a:extLst>
          </p:cNvPr>
          <p:cNvSpPr/>
          <p:nvPr/>
        </p:nvSpPr>
        <p:spPr>
          <a:xfrm>
            <a:off x="1383423" y="1700570"/>
            <a:ext cx="1250656" cy="1974140"/>
          </a:xfrm>
          <a:prstGeom prst="rect">
            <a:avLst/>
          </a:prstGeom>
          <a:solidFill>
            <a:srgbClr val="E8F7FE"/>
          </a:solidFill>
          <a:ln w="9525">
            <a:no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14" name="Shape 11">
            <a:extLst>
              <a:ext uri="{FF2B5EF4-FFF2-40B4-BE49-F238E27FC236}">
                <a16:creationId xmlns:a16="http://schemas.microsoft.com/office/drawing/2014/main" id="{CF66A3A9-4CB9-95DF-9115-8FA5C9C61081}"/>
              </a:ext>
            </a:extLst>
          </p:cNvPr>
          <p:cNvSpPr/>
          <p:nvPr/>
        </p:nvSpPr>
        <p:spPr>
          <a:xfrm>
            <a:off x="1383423" y="1700570"/>
            <a:ext cx="1250656" cy="438912"/>
          </a:xfrm>
          <a:prstGeom prst="rect">
            <a:avLst/>
          </a:prstGeom>
          <a:noFill/>
          <a:ln w="12700">
            <a:solidFill>
              <a:schemeClr val="tx1"/>
            </a:solidFill>
            <a:prstDash val="solid"/>
          </a:ln>
        </p:spPr>
        <p:txBody>
          <a:bodyPr/>
          <a:lstStyle/>
          <a:p>
            <a:endParaRPr lang="en-US" noProof="0" dirty="0"/>
          </a:p>
        </p:txBody>
      </p:sp>
      <p:sp>
        <p:nvSpPr>
          <p:cNvPr id="115" name="Text 12">
            <a:extLst>
              <a:ext uri="{FF2B5EF4-FFF2-40B4-BE49-F238E27FC236}">
                <a16:creationId xmlns:a16="http://schemas.microsoft.com/office/drawing/2014/main" id="{D2E17463-B5A6-8535-722E-24C447445EFE}"/>
              </a:ext>
            </a:extLst>
          </p:cNvPr>
          <p:cNvSpPr/>
          <p:nvPr/>
        </p:nvSpPr>
        <p:spPr>
          <a:xfrm>
            <a:off x="1383423" y="1700570"/>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2</a:t>
            </a:r>
            <a:endParaRPr lang="en-US" sz="1400" noProof="0" dirty="0">
              <a:solidFill>
                <a:srgbClr val="0D9488"/>
              </a:solidFill>
            </a:endParaRPr>
          </a:p>
        </p:txBody>
      </p:sp>
      <p:sp>
        <p:nvSpPr>
          <p:cNvPr id="116" name="Text 13">
            <a:extLst>
              <a:ext uri="{FF2B5EF4-FFF2-40B4-BE49-F238E27FC236}">
                <a16:creationId xmlns:a16="http://schemas.microsoft.com/office/drawing/2014/main" id="{38F92C34-FF05-71E1-42DF-8868FC5CFCD1}"/>
              </a:ext>
            </a:extLst>
          </p:cNvPr>
          <p:cNvSpPr/>
          <p:nvPr/>
        </p:nvSpPr>
        <p:spPr>
          <a:xfrm>
            <a:off x="1499318" y="2310910"/>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Cleaning</a:t>
            </a:r>
            <a:endParaRPr lang="en-US" sz="1050" noProof="0" dirty="0"/>
          </a:p>
        </p:txBody>
      </p:sp>
      <p:sp>
        <p:nvSpPr>
          <p:cNvPr id="117" name="Text 14">
            <a:extLst>
              <a:ext uri="{FF2B5EF4-FFF2-40B4-BE49-F238E27FC236}">
                <a16:creationId xmlns:a16="http://schemas.microsoft.com/office/drawing/2014/main" id="{6CCFD30A-D193-35F5-8DF6-1A055082D715}"/>
              </a:ext>
            </a:extLst>
          </p:cNvPr>
          <p:cNvSpPr/>
          <p:nvPr/>
        </p:nvSpPr>
        <p:spPr>
          <a:xfrm>
            <a:off x="1393601" y="2657902"/>
            <a:ext cx="1176327"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Clean:</a:t>
            </a:r>
          </a:p>
          <a:p>
            <a:pPr marL="0" indent="0" algn="ctr">
              <a:buNone/>
            </a:pPr>
            <a:r>
              <a:rPr lang="en-US" sz="1000" noProof="0" dirty="0">
                <a:solidFill>
                  <a:srgbClr val="64748B"/>
                </a:solidFill>
              </a:rPr>
              <a:t>remove HTML,</a:t>
            </a:r>
            <a:endParaRPr lang="en-US" sz="1000" noProof="0" dirty="0"/>
          </a:p>
          <a:p>
            <a:pPr marL="0" indent="0" algn="ctr">
              <a:buNone/>
            </a:pPr>
            <a:r>
              <a:rPr lang="en-US" sz="1000" noProof="0" dirty="0">
                <a:solidFill>
                  <a:srgbClr val="64748B"/>
                </a:solidFill>
              </a:rPr>
              <a:t>Noisy text</a:t>
            </a:r>
            <a:endParaRPr lang="en-US" sz="1000" noProof="0" dirty="0"/>
          </a:p>
        </p:txBody>
      </p:sp>
      <p:pic>
        <p:nvPicPr>
          <p:cNvPr id="118" name="Graphic 117" descr="Eraser with solid fill">
            <a:extLst>
              <a:ext uri="{FF2B5EF4-FFF2-40B4-BE49-F238E27FC236}">
                <a16:creationId xmlns:a16="http://schemas.microsoft.com/office/drawing/2014/main" id="{2788313E-026B-A063-6842-2BDC6A46827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927557" y="1766230"/>
            <a:ext cx="329184" cy="329184"/>
          </a:xfrm>
          <a:prstGeom prst="rect">
            <a:avLst/>
          </a:prstGeom>
        </p:spPr>
      </p:pic>
      <p:cxnSp>
        <p:nvCxnSpPr>
          <p:cNvPr id="119" name="Straight Arrow Connector 118">
            <a:extLst>
              <a:ext uri="{FF2B5EF4-FFF2-40B4-BE49-F238E27FC236}">
                <a16:creationId xmlns:a16="http://schemas.microsoft.com/office/drawing/2014/main" id="{F5996187-E3E5-8D68-64D6-1E3EA9CEE1AE}"/>
              </a:ext>
            </a:extLst>
          </p:cNvPr>
          <p:cNvCxnSpPr>
            <a:cxnSpLocks/>
            <a:stCxn id="3" idx="3"/>
            <a:endCxn id="113" idx="1"/>
          </p:cNvCxnSpPr>
          <p:nvPr/>
        </p:nvCxnSpPr>
        <p:spPr>
          <a:xfrm flipV="1">
            <a:off x="1260311" y="2687640"/>
            <a:ext cx="123112" cy="13931"/>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05C74CF0-3F85-3927-3593-10034C696042}"/>
              </a:ext>
            </a:extLst>
          </p:cNvPr>
          <p:cNvCxnSpPr>
            <a:cxnSpLocks/>
            <a:stCxn id="113" idx="3"/>
            <a:endCxn id="51" idx="1"/>
          </p:cNvCxnSpPr>
          <p:nvPr/>
        </p:nvCxnSpPr>
        <p:spPr>
          <a:xfrm>
            <a:off x="2634079" y="2687640"/>
            <a:ext cx="122184" cy="1533"/>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80FE3C92-FF2C-17A6-E867-95B3C8539323}"/>
              </a:ext>
            </a:extLst>
          </p:cNvPr>
          <p:cNvSpPr>
            <a:spLocks noGrp="1"/>
          </p:cNvSpPr>
          <p:nvPr>
            <p:ph type="sldNum" sz="quarter" idx="12"/>
          </p:nvPr>
        </p:nvSpPr>
        <p:spPr/>
        <p:txBody>
          <a:bodyPr/>
          <a:lstStyle/>
          <a:p>
            <a:fld id="{40A7B169-58CE-4E65-B1F9-ACF9E46440C2}" type="slidenum">
              <a:rPr lang="en-US" noProof="0" smtClean="0"/>
              <a:t>59</a:t>
            </a:fld>
            <a:endParaRPr lang="en-US" noProof="0" dirty="0"/>
          </a:p>
        </p:txBody>
      </p:sp>
      <p:sp>
        <p:nvSpPr>
          <p:cNvPr id="25" name="Shape 35">
            <a:extLst>
              <a:ext uri="{FF2B5EF4-FFF2-40B4-BE49-F238E27FC236}">
                <a16:creationId xmlns:a16="http://schemas.microsoft.com/office/drawing/2014/main" id="{7EC9AE5D-A4A0-B74A-7288-898595AEC87F}"/>
              </a:ext>
            </a:extLst>
          </p:cNvPr>
          <p:cNvSpPr/>
          <p:nvPr/>
        </p:nvSpPr>
        <p:spPr>
          <a:xfrm>
            <a:off x="8237689" y="1712219"/>
            <a:ext cx="1218608" cy="1990773"/>
          </a:xfrm>
          <a:prstGeom prst="rect">
            <a:avLst/>
          </a:prstGeom>
          <a:solidFill>
            <a:srgbClr val="F4FEF7"/>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26" name="Shape 36">
            <a:extLst>
              <a:ext uri="{FF2B5EF4-FFF2-40B4-BE49-F238E27FC236}">
                <a16:creationId xmlns:a16="http://schemas.microsoft.com/office/drawing/2014/main" id="{A7CB1504-1247-CCE3-E596-82AA236340A4}"/>
              </a:ext>
            </a:extLst>
          </p:cNvPr>
          <p:cNvSpPr/>
          <p:nvPr/>
        </p:nvSpPr>
        <p:spPr>
          <a:xfrm>
            <a:off x="8237689" y="1712220"/>
            <a:ext cx="1218607" cy="438912"/>
          </a:xfrm>
          <a:prstGeom prst="rect">
            <a:avLst/>
          </a:prstGeom>
          <a:noFill/>
          <a:ln w="12700">
            <a:solidFill>
              <a:srgbClr val="000000"/>
            </a:solidFill>
            <a:prstDash val="solid"/>
          </a:ln>
        </p:spPr>
        <p:txBody>
          <a:bodyPr/>
          <a:lstStyle/>
          <a:p>
            <a:endParaRPr lang="en-US" noProof="0" dirty="0"/>
          </a:p>
        </p:txBody>
      </p:sp>
      <p:sp>
        <p:nvSpPr>
          <p:cNvPr id="27" name="Text 37">
            <a:extLst>
              <a:ext uri="{FF2B5EF4-FFF2-40B4-BE49-F238E27FC236}">
                <a16:creationId xmlns:a16="http://schemas.microsoft.com/office/drawing/2014/main" id="{BC1ABF9B-800C-E67E-D8BD-331D7C6EA66A}"/>
              </a:ext>
            </a:extLst>
          </p:cNvPr>
          <p:cNvSpPr/>
          <p:nvPr/>
        </p:nvSpPr>
        <p:spPr>
          <a:xfrm>
            <a:off x="8237689" y="1712220"/>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7</a:t>
            </a:r>
            <a:endParaRPr lang="en-US" sz="1400" noProof="0" dirty="0">
              <a:solidFill>
                <a:srgbClr val="0D9488"/>
              </a:solidFill>
            </a:endParaRPr>
          </a:p>
        </p:txBody>
      </p:sp>
      <p:sp>
        <p:nvSpPr>
          <p:cNvPr id="30" name="Text 38">
            <a:extLst>
              <a:ext uri="{FF2B5EF4-FFF2-40B4-BE49-F238E27FC236}">
                <a16:creationId xmlns:a16="http://schemas.microsoft.com/office/drawing/2014/main" id="{EB724505-630A-D824-6995-C182C8843ADF}"/>
              </a:ext>
            </a:extLst>
          </p:cNvPr>
          <p:cNvSpPr/>
          <p:nvPr/>
        </p:nvSpPr>
        <p:spPr>
          <a:xfrm>
            <a:off x="8175275" y="2331369"/>
            <a:ext cx="1218607"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Chunking</a:t>
            </a:r>
            <a:endParaRPr lang="en-US" sz="800" b="1" noProof="0" dirty="0">
              <a:solidFill>
                <a:srgbClr val="1B2A3B"/>
              </a:solidFill>
            </a:endParaRPr>
          </a:p>
          <a:p>
            <a:pPr marL="0" indent="0" algn="ctr">
              <a:buNone/>
            </a:pPr>
            <a:endParaRPr lang="en-US" sz="1050" b="1" noProof="0" dirty="0">
              <a:solidFill>
                <a:srgbClr val="1B2A3B"/>
              </a:solidFill>
            </a:endParaRPr>
          </a:p>
        </p:txBody>
      </p:sp>
      <p:sp>
        <p:nvSpPr>
          <p:cNvPr id="31" name="Text 39">
            <a:extLst>
              <a:ext uri="{FF2B5EF4-FFF2-40B4-BE49-F238E27FC236}">
                <a16:creationId xmlns:a16="http://schemas.microsoft.com/office/drawing/2014/main" id="{A36B8263-2C32-2903-38AD-8E3316F5C527}"/>
              </a:ext>
            </a:extLst>
          </p:cNvPr>
          <p:cNvSpPr/>
          <p:nvPr/>
        </p:nvSpPr>
        <p:spPr>
          <a:xfrm>
            <a:off x="8336679" y="2674015"/>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Split into chunks</a:t>
            </a:r>
          </a:p>
        </p:txBody>
      </p:sp>
      <p:sp>
        <p:nvSpPr>
          <p:cNvPr id="32" name="Shape 35">
            <a:extLst>
              <a:ext uri="{FF2B5EF4-FFF2-40B4-BE49-F238E27FC236}">
                <a16:creationId xmlns:a16="http://schemas.microsoft.com/office/drawing/2014/main" id="{2CD499DF-440D-FB36-C648-7B6EE5D0FB1F}"/>
              </a:ext>
            </a:extLst>
          </p:cNvPr>
          <p:cNvSpPr/>
          <p:nvPr/>
        </p:nvSpPr>
        <p:spPr>
          <a:xfrm>
            <a:off x="9605541" y="1715294"/>
            <a:ext cx="1218608" cy="1990773"/>
          </a:xfrm>
          <a:prstGeom prst="rect">
            <a:avLst/>
          </a:prstGeom>
          <a:solidFill>
            <a:srgbClr val="F4FEF7"/>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33" name="Shape 36">
            <a:extLst>
              <a:ext uri="{FF2B5EF4-FFF2-40B4-BE49-F238E27FC236}">
                <a16:creationId xmlns:a16="http://schemas.microsoft.com/office/drawing/2014/main" id="{BDDF4AEA-EF41-3748-1AC2-E9B780875BD5}"/>
              </a:ext>
            </a:extLst>
          </p:cNvPr>
          <p:cNvSpPr/>
          <p:nvPr/>
        </p:nvSpPr>
        <p:spPr>
          <a:xfrm>
            <a:off x="9605541" y="1715295"/>
            <a:ext cx="1218607" cy="438912"/>
          </a:xfrm>
          <a:prstGeom prst="rect">
            <a:avLst/>
          </a:prstGeom>
          <a:noFill/>
          <a:ln w="12700">
            <a:solidFill>
              <a:srgbClr val="000000"/>
            </a:solidFill>
            <a:prstDash val="solid"/>
          </a:ln>
        </p:spPr>
        <p:txBody>
          <a:bodyPr/>
          <a:lstStyle/>
          <a:p>
            <a:endParaRPr lang="en-US" noProof="0" dirty="0"/>
          </a:p>
        </p:txBody>
      </p:sp>
      <p:sp>
        <p:nvSpPr>
          <p:cNvPr id="34" name="Text 37">
            <a:extLst>
              <a:ext uri="{FF2B5EF4-FFF2-40B4-BE49-F238E27FC236}">
                <a16:creationId xmlns:a16="http://schemas.microsoft.com/office/drawing/2014/main" id="{8CDBA055-7821-0BF3-616A-2724EE2B23C3}"/>
              </a:ext>
            </a:extLst>
          </p:cNvPr>
          <p:cNvSpPr/>
          <p:nvPr/>
        </p:nvSpPr>
        <p:spPr>
          <a:xfrm>
            <a:off x="9605541" y="1715295"/>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8</a:t>
            </a:r>
            <a:endParaRPr lang="en-US" sz="1400" noProof="0" dirty="0">
              <a:solidFill>
                <a:srgbClr val="0D9488"/>
              </a:solidFill>
            </a:endParaRPr>
          </a:p>
        </p:txBody>
      </p:sp>
      <p:sp>
        <p:nvSpPr>
          <p:cNvPr id="36" name="Text 38">
            <a:extLst>
              <a:ext uri="{FF2B5EF4-FFF2-40B4-BE49-F238E27FC236}">
                <a16:creationId xmlns:a16="http://schemas.microsoft.com/office/drawing/2014/main" id="{5FEF1F6A-5001-E794-EDC2-742630515EFB}"/>
              </a:ext>
            </a:extLst>
          </p:cNvPr>
          <p:cNvSpPr/>
          <p:nvPr/>
        </p:nvSpPr>
        <p:spPr>
          <a:xfrm>
            <a:off x="9642680" y="2314863"/>
            <a:ext cx="1218607"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Embeddings</a:t>
            </a:r>
            <a:endParaRPr lang="en-US" sz="800" b="1" noProof="0" dirty="0">
              <a:solidFill>
                <a:srgbClr val="1B2A3B"/>
              </a:solidFill>
            </a:endParaRPr>
          </a:p>
          <a:p>
            <a:pPr marL="0" indent="0" algn="ctr">
              <a:buNone/>
            </a:pPr>
            <a:endParaRPr lang="en-US" sz="1050" b="1" noProof="0" dirty="0">
              <a:solidFill>
                <a:srgbClr val="1B2A3B"/>
              </a:solidFill>
            </a:endParaRPr>
          </a:p>
        </p:txBody>
      </p:sp>
      <p:sp>
        <p:nvSpPr>
          <p:cNvPr id="37" name="Text 39">
            <a:extLst>
              <a:ext uri="{FF2B5EF4-FFF2-40B4-BE49-F238E27FC236}">
                <a16:creationId xmlns:a16="http://schemas.microsoft.com/office/drawing/2014/main" id="{6BC562A3-7331-C2FE-3515-C8D1C119A8BB}"/>
              </a:ext>
            </a:extLst>
          </p:cNvPr>
          <p:cNvSpPr/>
          <p:nvPr/>
        </p:nvSpPr>
        <p:spPr>
          <a:xfrm>
            <a:off x="9704531" y="2677090"/>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Numerical representation of a text.</a:t>
            </a:r>
            <a:endParaRPr lang="en-US" sz="1000" noProof="0" dirty="0"/>
          </a:p>
        </p:txBody>
      </p:sp>
      <p:sp>
        <p:nvSpPr>
          <p:cNvPr id="42" name="Shape 35">
            <a:extLst>
              <a:ext uri="{FF2B5EF4-FFF2-40B4-BE49-F238E27FC236}">
                <a16:creationId xmlns:a16="http://schemas.microsoft.com/office/drawing/2014/main" id="{85658D8D-CA53-A7E8-D7EA-AD775F4B5388}"/>
              </a:ext>
            </a:extLst>
          </p:cNvPr>
          <p:cNvSpPr/>
          <p:nvPr/>
        </p:nvSpPr>
        <p:spPr>
          <a:xfrm>
            <a:off x="10973392" y="1706426"/>
            <a:ext cx="1218608" cy="1990773"/>
          </a:xfrm>
          <a:prstGeom prst="rect">
            <a:avLst/>
          </a:prstGeom>
          <a:solidFill>
            <a:srgbClr val="F4FEF7"/>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43" name="Shape 36">
            <a:extLst>
              <a:ext uri="{FF2B5EF4-FFF2-40B4-BE49-F238E27FC236}">
                <a16:creationId xmlns:a16="http://schemas.microsoft.com/office/drawing/2014/main" id="{93181A50-0CEB-9D07-22E6-A3BCA52032AD}"/>
              </a:ext>
            </a:extLst>
          </p:cNvPr>
          <p:cNvSpPr/>
          <p:nvPr/>
        </p:nvSpPr>
        <p:spPr>
          <a:xfrm>
            <a:off x="10973392" y="1706427"/>
            <a:ext cx="1218607" cy="438912"/>
          </a:xfrm>
          <a:prstGeom prst="rect">
            <a:avLst/>
          </a:prstGeom>
          <a:noFill/>
          <a:ln w="12700">
            <a:solidFill>
              <a:srgbClr val="000000"/>
            </a:solidFill>
            <a:prstDash val="solid"/>
          </a:ln>
        </p:spPr>
        <p:txBody>
          <a:bodyPr/>
          <a:lstStyle/>
          <a:p>
            <a:endParaRPr lang="en-US" noProof="0" dirty="0"/>
          </a:p>
        </p:txBody>
      </p:sp>
      <p:sp>
        <p:nvSpPr>
          <p:cNvPr id="44" name="Text 37">
            <a:extLst>
              <a:ext uri="{FF2B5EF4-FFF2-40B4-BE49-F238E27FC236}">
                <a16:creationId xmlns:a16="http://schemas.microsoft.com/office/drawing/2014/main" id="{36ED8063-BC30-C28B-64EB-2175A1F3DA42}"/>
              </a:ext>
            </a:extLst>
          </p:cNvPr>
          <p:cNvSpPr/>
          <p:nvPr/>
        </p:nvSpPr>
        <p:spPr>
          <a:xfrm>
            <a:off x="10973392" y="1706427"/>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9</a:t>
            </a:r>
            <a:endParaRPr lang="en-US" sz="1400" noProof="0" dirty="0">
              <a:solidFill>
                <a:srgbClr val="0D9488"/>
              </a:solidFill>
            </a:endParaRPr>
          </a:p>
        </p:txBody>
      </p:sp>
      <p:sp>
        <p:nvSpPr>
          <p:cNvPr id="65" name="Text 38">
            <a:extLst>
              <a:ext uri="{FF2B5EF4-FFF2-40B4-BE49-F238E27FC236}">
                <a16:creationId xmlns:a16="http://schemas.microsoft.com/office/drawing/2014/main" id="{D1723D02-D4DD-4812-CF5A-53ECBBFA0DBB}"/>
              </a:ext>
            </a:extLst>
          </p:cNvPr>
          <p:cNvSpPr/>
          <p:nvPr/>
        </p:nvSpPr>
        <p:spPr>
          <a:xfrm>
            <a:off x="10961857" y="2309742"/>
            <a:ext cx="1218607"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Indexing</a:t>
            </a:r>
            <a:endParaRPr lang="en-US" sz="800" b="1" noProof="0" dirty="0">
              <a:solidFill>
                <a:srgbClr val="1B2A3B"/>
              </a:solidFill>
            </a:endParaRPr>
          </a:p>
          <a:p>
            <a:pPr marL="0" indent="0" algn="ctr">
              <a:buNone/>
            </a:pPr>
            <a:endParaRPr lang="en-US" sz="1050" b="1" noProof="0" dirty="0">
              <a:solidFill>
                <a:srgbClr val="1B2A3B"/>
              </a:solidFill>
            </a:endParaRPr>
          </a:p>
        </p:txBody>
      </p:sp>
      <p:sp>
        <p:nvSpPr>
          <p:cNvPr id="66" name="Text 39">
            <a:extLst>
              <a:ext uri="{FF2B5EF4-FFF2-40B4-BE49-F238E27FC236}">
                <a16:creationId xmlns:a16="http://schemas.microsoft.com/office/drawing/2014/main" id="{66606AFD-9A16-55CD-44C2-08B1DDC06AF7}"/>
              </a:ext>
            </a:extLst>
          </p:cNvPr>
          <p:cNvSpPr/>
          <p:nvPr/>
        </p:nvSpPr>
        <p:spPr>
          <a:xfrm>
            <a:off x="11085281" y="2217149"/>
            <a:ext cx="994829" cy="1709047"/>
          </a:xfrm>
          <a:prstGeom prst="rect">
            <a:avLst/>
          </a:prstGeom>
          <a:noFill/>
          <a:ln/>
        </p:spPr>
        <p:txBody>
          <a:bodyPr wrap="square" lIns="0" tIns="0" rIns="0" bIns="0" rtlCol="0" anchor="ctr"/>
          <a:lstStyle/>
          <a:p>
            <a:pPr algn="ctr"/>
            <a:r>
              <a:rPr lang="en-US" sz="1000" noProof="0" dirty="0">
                <a:solidFill>
                  <a:srgbClr val="64748B"/>
                </a:solidFill>
              </a:rPr>
              <a:t>Store and organize the chunks, their embeddings, and their metadata inside the knowledge base.</a:t>
            </a:r>
          </a:p>
        </p:txBody>
      </p:sp>
      <p:pic>
        <p:nvPicPr>
          <p:cNvPr id="67" name="Image 8" descr="preencoded.png">
            <a:extLst>
              <a:ext uri="{FF2B5EF4-FFF2-40B4-BE49-F238E27FC236}">
                <a16:creationId xmlns:a16="http://schemas.microsoft.com/office/drawing/2014/main" id="{1E9BB13F-0395-4ECD-7A9A-8897575CBADC}"/>
              </a:ext>
            </a:extLst>
          </p:cNvPr>
          <p:cNvPicPr>
            <a:picLocks noChangeAspect="1"/>
          </p:cNvPicPr>
          <p:nvPr/>
        </p:nvPicPr>
        <p:blipFill>
          <a:blip r:embed="rId11"/>
          <a:stretch>
            <a:fillRect/>
          </a:stretch>
        </p:blipFill>
        <p:spPr>
          <a:xfrm>
            <a:off x="8723100" y="1833021"/>
            <a:ext cx="256032" cy="256032"/>
          </a:xfrm>
          <a:prstGeom prst="rect">
            <a:avLst/>
          </a:prstGeom>
        </p:spPr>
      </p:pic>
      <p:cxnSp>
        <p:nvCxnSpPr>
          <p:cNvPr id="69" name="Connecteur droit avec flèche 68">
            <a:extLst>
              <a:ext uri="{FF2B5EF4-FFF2-40B4-BE49-F238E27FC236}">
                <a16:creationId xmlns:a16="http://schemas.microsoft.com/office/drawing/2014/main" id="{D95F9E8F-755B-1E04-0273-2A57477304CA}"/>
              </a:ext>
            </a:extLst>
          </p:cNvPr>
          <p:cNvCxnSpPr>
            <a:cxnSpLocks/>
            <a:stCxn id="94" idx="3"/>
            <a:endCxn id="25" idx="1"/>
          </p:cNvCxnSpPr>
          <p:nvPr/>
        </p:nvCxnSpPr>
        <p:spPr>
          <a:xfrm flipV="1">
            <a:off x="8059716" y="2707606"/>
            <a:ext cx="177973" cy="3075"/>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81" name="Connecteur droit avec flèche 80">
            <a:extLst>
              <a:ext uri="{FF2B5EF4-FFF2-40B4-BE49-F238E27FC236}">
                <a16:creationId xmlns:a16="http://schemas.microsoft.com/office/drawing/2014/main" id="{0DF94121-484D-0856-BE0F-BE2B455A4862}"/>
              </a:ext>
            </a:extLst>
          </p:cNvPr>
          <p:cNvCxnSpPr>
            <a:cxnSpLocks/>
            <a:stCxn id="25" idx="3"/>
            <a:endCxn id="32" idx="1"/>
          </p:cNvCxnSpPr>
          <p:nvPr/>
        </p:nvCxnSpPr>
        <p:spPr>
          <a:xfrm>
            <a:off x="9456297" y="2707606"/>
            <a:ext cx="149244" cy="3075"/>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27" name="Connecteur droit avec flèche 126">
            <a:extLst>
              <a:ext uri="{FF2B5EF4-FFF2-40B4-BE49-F238E27FC236}">
                <a16:creationId xmlns:a16="http://schemas.microsoft.com/office/drawing/2014/main" id="{247A898C-92B2-E0E5-2F6B-77A16D5FB46A}"/>
              </a:ext>
            </a:extLst>
          </p:cNvPr>
          <p:cNvCxnSpPr>
            <a:cxnSpLocks/>
            <a:stCxn id="32" idx="3"/>
            <a:endCxn id="42" idx="1"/>
          </p:cNvCxnSpPr>
          <p:nvPr/>
        </p:nvCxnSpPr>
        <p:spPr>
          <a:xfrm flipV="1">
            <a:off x="10824149" y="2701813"/>
            <a:ext cx="149243" cy="8868"/>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pic>
        <p:nvPicPr>
          <p:cNvPr id="135" name="Graphique 134" descr="Binaire avec un remplissage uni">
            <a:extLst>
              <a:ext uri="{FF2B5EF4-FFF2-40B4-BE49-F238E27FC236}">
                <a16:creationId xmlns:a16="http://schemas.microsoft.com/office/drawing/2014/main" id="{D54E21EE-601C-CB10-7626-D2BB4D92E909}"/>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0073101" y="1772809"/>
            <a:ext cx="366709" cy="366709"/>
          </a:xfrm>
          <a:prstGeom prst="rect">
            <a:avLst/>
          </a:prstGeom>
        </p:spPr>
      </p:pic>
      <p:pic>
        <p:nvPicPr>
          <p:cNvPr id="137" name="Graphique 136" descr="Formes simples avec un remplissage uni">
            <a:extLst>
              <a:ext uri="{FF2B5EF4-FFF2-40B4-BE49-F238E27FC236}">
                <a16:creationId xmlns:a16="http://schemas.microsoft.com/office/drawing/2014/main" id="{E2EF378E-076A-6585-F52F-020A9AD462F8}"/>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1336985" y="1719360"/>
            <a:ext cx="457200" cy="457200"/>
          </a:xfrm>
          <a:prstGeom prst="rect">
            <a:avLst/>
          </a:prstGeom>
        </p:spPr>
      </p:pic>
      <p:cxnSp>
        <p:nvCxnSpPr>
          <p:cNvPr id="139" name="Connecteur : en angle 138">
            <a:extLst>
              <a:ext uri="{FF2B5EF4-FFF2-40B4-BE49-F238E27FC236}">
                <a16:creationId xmlns:a16="http://schemas.microsoft.com/office/drawing/2014/main" id="{1BA89D91-9F33-2BFB-0B45-E1A853A92D63}"/>
              </a:ext>
            </a:extLst>
          </p:cNvPr>
          <p:cNvCxnSpPr>
            <a:cxnSpLocks/>
            <a:stCxn id="42" idx="2"/>
            <a:endCxn id="93" idx="3"/>
          </p:cNvCxnSpPr>
          <p:nvPr/>
        </p:nvCxnSpPr>
        <p:spPr>
          <a:xfrm rot="5400000">
            <a:off x="10133690" y="3857829"/>
            <a:ext cx="1609637" cy="1288377"/>
          </a:xfrm>
          <a:prstGeom prst="bentConnector2">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45" name="Connecteur : en angle 144">
            <a:extLst>
              <a:ext uri="{FF2B5EF4-FFF2-40B4-BE49-F238E27FC236}">
                <a16:creationId xmlns:a16="http://schemas.microsoft.com/office/drawing/2014/main" id="{326BE1DA-1A29-31B0-9050-CE4019C7A655}"/>
              </a:ext>
            </a:extLst>
          </p:cNvPr>
          <p:cNvCxnSpPr>
            <a:cxnSpLocks/>
            <a:endCxn id="113" idx="2"/>
          </p:cNvCxnSpPr>
          <p:nvPr/>
        </p:nvCxnSpPr>
        <p:spPr>
          <a:xfrm rot="10800000">
            <a:off x="2008751" y="3674710"/>
            <a:ext cx="6904824" cy="1682990"/>
          </a:xfrm>
          <a:prstGeom prst="bentConnector2">
            <a:avLst/>
          </a:prstGeom>
          <a:ln w="22225">
            <a:prstDash val="sysDot"/>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148" name="Ellipse 147">
            <a:extLst>
              <a:ext uri="{FF2B5EF4-FFF2-40B4-BE49-F238E27FC236}">
                <a16:creationId xmlns:a16="http://schemas.microsoft.com/office/drawing/2014/main" id="{F7C42C9F-6F57-A3F3-F8B2-69EBCE9D2614}"/>
              </a:ext>
            </a:extLst>
          </p:cNvPr>
          <p:cNvSpPr/>
          <p:nvPr/>
        </p:nvSpPr>
        <p:spPr>
          <a:xfrm>
            <a:off x="1637650" y="6215974"/>
            <a:ext cx="289907" cy="292554"/>
          </a:xfrm>
          <a:prstGeom prst="ellipse">
            <a:avLst/>
          </a:prstGeom>
          <a:solidFill>
            <a:srgbClr val="BAE6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sp>
        <p:nvSpPr>
          <p:cNvPr id="152" name="ZoneTexte 151">
            <a:extLst>
              <a:ext uri="{FF2B5EF4-FFF2-40B4-BE49-F238E27FC236}">
                <a16:creationId xmlns:a16="http://schemas.microsoft.com/office/drawing/2014/main" id="{98082039-C75A-A496-3D40-8180C81A2E0D}"/>
              </a:ext>
            </a:extLst>
          </p:cNvPr>
          <p:cNvSpPr txBox="1"/>
          <p:nvPr/>
        </p:nvSpPr>
        <p:spPr>
          <a:xfrm>
            <a:off x="1452373" y="6191853"/>
            <a:ext cx="3778029" cy="307777"/>
          </a:xfrm>
          <a:prstGeom prst="rect">
            <a:avLst/>
          </a:prstGeom>
          <a:noFill/>
        </p:spPr>
        <p:txBody>
          <a:bodyPr wrap="square">
            <a:spAutoFit/>
          </a:bodyPr>
          <a:lstStyle/>
          <a:p>
            <a:pPr algn="ctr"/>
            <a:r>
              <a:rPr lang="en-US" sz="1400" noProof="0" dirty="0">
                <a:solidFill>
                  <a:srgbClr val="1B2A3B"/>
                </a:solidFill>
              </a:rPr>
              <a:t>The Data Preprocessing Pipeline</a:t>
            </a:r>
            <a:endParaRPr lang="en-US" sz="1400" noProof="0" dirty="0"/>
          </a:p>
        </p:txBody>
      </p:sp>
      <p:sp>
        <p:nvSpPr>
          <p:cNvPr id="153" name="Ellipse 152">
            <a:extLst>
              <a:ext uri="{FF2B5EF4-FFF2-40B4-BE49-F238E27FC236}">
                <a16:creationId xmlns:a16="http://schemas.microsoft.com/office/drawing/2014/main" id="{A13E8160-1480-68A4-2048-BA092EDB6D26}"/>
              </a:ext>
            </a:extLst>
          </p:cNvPr>
          <p:cNvSpPr/>
          <p:nvPr/>
        </p:nvSpPr>
        <p:spPr>
          <a:xfrm>
            <a:off x="4830624" y="6201200"/>
            <a:ext cx="289907" cy="292554"/>
          </a:xfrm>
          <a:prstGeom prst="ellipse">
            <a:avLst/>
          </a:prstGeom>
          <a:solidFill>
            <a:srgbClr val="E3FD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sp>
        <p:nvSpPr>
          <p:cNvPr id="6" name="TextBox 5">
            <a:extLst>
              <a:ext uri="{FF2B5EF4-FFF2-40B4-BE49-F238E27FC236}">
                <a16:creationId xmlns:a16="http://schemas.microsoft.com/office/drawing/2014/main" id="{A0253C0C-63A8-6F10-4C1D-99528D7F52F6}"/>
              </a:ext>
            </a:extLst>
          </p:cNvPr>
          <p:cNvSpPr txBox="1"/>
          <p:nvPr/>
        </p:nvSpPr>
        <p:spPr>
          <a:xfrm>
            <a:off x="4645347" y="5075335"/>
            <a:ext cx="6312022" cy="261610"/>
          </a:xfrm>
          <a:prstGeom prst="rect">
            <a:avLst/>
          </a:prstGeom>
          <a:noFill/>
        </p:spPr>
        <p:txBody>
          <a:bodyPr wrap="square">
            <a:spAutoFit/>
          </a:bodyPr>
          <a:lstStyle/>
          <a:p>
            <a:r>
              <a:rPr lang="en-US" sz="1100" b="1" noProof="0" dirty="0">
                <a:solidFill>
                  <a:srgbClr val="0D9488"/>
                </a:solidFill>
              </a:rPr>
              <a:t>Continuous improvement</a:t>
            </a:r>
            <a:endParaRPr lang="en-US" sz="1100" noProof="0" dirty="0">
              <a:solidFill>
                <a:srgbClr val="0D9488"/>
              </a:solidFill>
            </a:endParaRPr>
          </a:p>
        </p:txBody>
      </p:sp>
    </p:spTree>
    <p:extLst>
      <p:ext uri="{BB962C8B-B14F-4D97-AF65-F5344CB8AC3E}">
        <p14:creationId xmlns:p14="http://schemas.microsoft.com/office/powerpoint/2010/main" val="204309823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020CF-C06B-A381-7743-125A8B2E4A25}"/>
            </a:ext>
          </a:extLst>
        </p:cNvPr>
        <p:cNvGrpSpPr/>
        <p:nvPr/>
      </p:nvGrpSpPr>
      <p:grpSpPr>
        <a:xfrm>
          <a:off x="0" y="0"/>
          <a:ext cx="0" cy="0"/>
          <a:chOff x="0" y="0"/>
          <a:chExt cx="0" cy="0"/>
        </a:xfrm>
      </p:grpSpPr>
      <p:sp>
        <p:nvSpPr>
          <p:cNvPr id="96" name="Shape 8">
            <a:extLst>
              <a:ext uri="{FF2B5EF4-FFF2-40B4-BE49-F238E27FC236}">
                <a16:creationId xmlns:a16="http://schemas.microsoft.com/office/drawing/2014/main" id="{91A5A0C0-0820-8DBF-64D7-A20463B1B150}"/>
              </a:ext>
            </a:extLst>
          </p:cNvPr>
          <p:cNvSpPr/>
          <p:nvPr/>
        </p:nvSpPr>
        <p:spPr>
          <a:xfrm>
            <a:off x="1201051" y="2820161"/>
            <a:ext cx="4206240" cy="749808"/>
          </a:xfrm>
          <a:prstGeom prst="rect">
            <a:avLst/>
          </a:prstGeom>
          <a:solidFill>
            <a:srgbClr val="EEEFF1"/>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01" name="Shape 13">
            <a:extLst>
              <a:ext uri="{FF2B5EF4-FFF2-40B4-BE49-F238E27FC236}">
                <a16:creationId xmlns:a16="http://schemas.microsoft.com/office/drawing/2014/main" id="{86FBD98A-4275-0910-F47B-64B1A9F62E9F}"/>
              </a:ext>
            </a:extLst>
          </p:cNvPr>
          <p:cNvSpPr/>
          <p:nvPr/>
        </p:nvSpPr>
        <p:spPr>
          <a:xfrm>
            <a:off x="1201051" y="3716273"/>
            <a:ext cx="4206240" cy="749808"/>
          </a:xfrm>
          <a:prstGeom prst="rect">
            <a:avLst/>
          </a:prstGeom>
          <a:solidFill>
            <a:srgbClr val="EEEFF1"/>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88" name="Text 0">
            <a:extLst>
              <a:ext uri="{FF2B5EF4-FFF2-40B4-BE49-F238E27FC236}">
                <a16:creationId xmlns:a16="http://schemas.microsoft.com/office/drawing/2014/main" id="{619A7F33-7D07-2039-3A5D-9DFD789111E0}"/>
              </a:ext>
            </a:extLst>
          </p:cNvPr>
          <p:cNvSpPr/>
          <p:nvPr/>
        </p:nvSpPr>
        <p:spPr>
          <a:xfrm>
            <a:off x="8651216" y="220342"/>
            <a:ext cx="8229600" cy="502920"/>
          </a:xfrm>
          <a:prstGeom prst="rect">
            <a:avLst/>
          </a:prstGeom>
          <a:noFill/>
          <a:ln/>
        </p:spPr>
        <p:txBody>
          <a:bodyPr wrap="square" lIns="0" tIns="0" rIns="0" bIns="0" rtlCol="0" anchor="ctr"/>
          <a:lstStyle/>
          <a:p>
            <a:pPr marL="0" indent="0" algn="l">
              <a:buNone/>
            </a:pPr>
            <a:r>
              <a:rPr lang="en-US" sz="2600" b="1" noProof="0" dirty="0">
                <a:solidFill>
                  <a:srgbClr val="1B2A3B"/>
                </a:solidFill>
              </a:rPr>
              <a:t>Today’s Program</a:t>
            </a:r>
            <a:endParaRPr lang="en-US" sz="2600" noProof="0" dirty="0"/>
          </a:p>
        </p:txBody>
      </p:sp>
      <p:sp>
        <p:nvSpPr>
          <p:cNvPr id="89" name="Text 1">
            <a:extLst>
              <a:ext uri="{FF2B5EF4-FFF2-40B4-BE49-F238E27FC236}">
                <a16:creationId xmlns:a16="http://schemas.microsoft.com/office/drawing/2014/main" id="{48A8E3F5-F668-4030-FC60-EB7A8DD9D9A3}"/>
              </a:ext>
            </a:extLst>
          </p:cNvPr>
          <p:cNvSpPr/>
          <p:nvPr/>
        </p:nvSpPr>
        <p:spPr>
          <a:xfrm>
            <a:off x="8715011" y="784404"/>
            <a:ext cx="8229600" cy="256032"/>
          </a:xfrm>
          <a:prstGeom prst="rect">
            <a:avLst/>
          </a:prstGeom>
          <a:noFill/>
          <a:ln/>
        </p:spPr>
        <p:txBody>
          <a:bodyPr wrap="square" lIns="0" tIns="0" rIns="0" bIns="0" rtlCol="0" anchor="ctr"/>
          <a:lstStyle/>
          <a:p>
            <a:pPr marL="0" indent="0" algn="l">
              <a:buNone/>
            </a:pPr>
            <a:r>
              <a:rPr lang="en-US" sz="1200" i="1" noProof="0" dirty="0">
                <a:solidFill>
                  <a:srgbClr val="64748B"/>
                </a:solidFill>
              </a:rPr>
              <a:t>8 steps to understand the project</a:t>
            </a:r>
            <a:endParaRPr lang="en-US" sz="1200" noProof="0" dirty="0"/>
          </a:p>
        </p:txBody>
      </p:sp>
      <p:sp>
        <p:nvSpPr>
          <p:cNvPr id="90" name="Shape 2">
            <a:extLst>
              <a:ext uri="{FF2B5EF4-FFF2-40B4-BE49-F238E27FC236}">
                <a16:creationId xmlns:a16="http://schemas.microsoft.com/office/drawing/2014/main" id="{C0CAE3C3-9F99-39A3-E7FB-90B24BEF1847}"/>
              </a:ext>
            </a:extLst>
          </p:cNvPr>
          <p:cNvSpPr/>
          <p:nvPr/>
        </p:nvSpPr>
        <p:spPr>
          <a:xfrm>
            <a:off x="3660007" y="1286892"/>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91" name="Shape 3">
            <a:extLst>
              <a:ext uri="{FF2B5EF4-FFF2-40B4-BE49-F238E27FC236}">
                <a16:creationId xmlns:a16="http://schemas.microsoft.com/office/drawing/2014/main" id="{9E8522FD-AFC2-A9AD-636C-14A790AF1BB8}"/>
              </a:ext>
            </a:extLst>
          </p:cNvPr>
          <p:cNvSpPr/>
          <p:nvPr/>
        </p:nvSpPr>
        <p:spPr>
          <a:xfrm>
            <a:off x="1201051" y="1924049"/>
            <a:ext cx="4206240" cy="749808"/>
          </a:xfrm>
          <a:prstGeom prst="rect">
            <a:avLst/>
          </a:prstGeom>
          <a:solidFill>
            <a:srgbClr val="EEEFF1"/>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93" name="Text 5">
            <a:extLst>
              <a:ext uri="{FF2B5EF4-FFF2-40B4-BE49-F238E27FC236}">
                <a16:creationId xmlns:a16="http://schemas.microsoft.com/office/drawing/2014/main" id="{46C841CF-8DF1-AAFF-C32A-8E75BB30E57E}"/>
              </a:ext>
            </a:extLst>
          </p:cNvPr>
          <p:cNvSpPr/>
          <p:nvPr/>
        </p:nvSpPr>
        <p:spPr>
          <a:xfrm>
            <a:off x="1201051" y="1924049"/>
            <a:ext cx="388440" cy="749808"/>
          </a:xfrm>
          <a:prstGeom prst="rect">
            <a:avLst/>
          </a:prstGeom>
          <a:solidFill>
            <a:srgbClr val="EEEFF1"/>
          </a:solidFill>
          <a:ln>
            <a:solidFill>
              <a:schemeClr val="bg1">
                <a:lumMod val="75000"/>
              </a:schemeClr>
            </a:solidFill>
          </a:ln>
        </p:spPr>
        <p:txBody>
          <a:bodyPr wrap="square" lIns="0" tIns="0" rIns="0" bIns="0" rtlCol="0" anchor="ctr"/>
          <a:lstStyle/>
          <a:p>
            <a:pPr marL="0" indent="0" algn="ctr">
              <a:buNone/>
            </a:pPr>
            <a:r>
              <a:rPr lang="en-US" sz="1300" b="1" noProof="0" dirty="0">
                <a:solidFill>
                  <a:srgbClr val="FFFFFF"/>
                </a:solidFill>
              </a:rPr>
              <a:t>01</a:t>
            </a:r>
            <a:endParaRPr lang="en-US" sz="1300" noProof="0" dirty="0"/>
          </a:p>
        </p:txBody>
      </p:sp>
      <p:sp>
        <p:nvSpPr>
          <p:cNvPr id="97" name="Shape 9">
            <a:extLst>
              <a:ext uri="{FF2B5EF4-FFF2-40B4-BE49-F238E27FC236}">
                <a16:creationId xmlns:a16="http://schemas.microsoft.com/office/drawing/2014/main" id="{8A3E24C1-230D-F2E5-5510-D9BE4AC9F194}"/>
              </a:ext>
            </a:extLst>
          </p:cNvPr>
          <p:cNvSpPr/>
          <p:nvPr/>
        </p:nvSpPr>
        <p:spPr>
          <a:xfrm>
            <a:off x="1201051" y="2820161"/>
            <a:ext cx="384048" cy="749808"/>
          </a:xfrm>
          <a:prstGeom prst="rect">
            <a:avLst/>
          </a:prstGeom>
          <a:solidFill>
            <a:srgbClr val="EEEFF1"/>
          </a:solidFill>
          <a:ln w="12700">
            <a:solidFill>
              <a:schemeClr val="bg1">
                <a:lumMod val="75000"/>
              </a:schemeClr>
            </a:solidFill>
            <a:prstDash val="solid"/>
          </a:ln>
        </p:spPr>
        <p:txBody>
          <a:bodyPr/>
          <a:lstStyle/>
          <a:p>
            <a:endParaRPr lang="en-US" noProof="0" dirty="0"/>
          </a:p>
        </p:txBody>
      </p:sp>
      <p:sp>
        <p:nvSpPr>
          <p:cNvPr id="98" name="Text 10">
            <a:extLst>
              <a:ext uri="{FF2B5EF4-FFF2-40B4-BE49-F238E27FC236}">
                <a16:creationId xmlns:a16="http://schemas.microsoft.com/office/drawing/2014/main" id="{F5B7AE27-B9E7-F7DF-8A76-EE8D3584A787}"/>
              </a:ext>
            </a:extLst>
          </p:cNvPr>
          <p:cNvSpPr/>
          <p:nvPr/>
        </p:nvSpPr>
        <p:spPr>
          <a:xfrm>
            <a:off x="1201051" y="2820161"/>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02</a:t>
            </a:r>
            <a:endParaRPr lang="en-US" sz="1300" noProof="0" dirty="0"/>
          </a:p>
        </p:txBody>
      </p:sp>
      <p:sp>
        <p:nvSpPr>
          <p:cNvPr id="99" name="Text 11">
            <a:extLst>
              <a:ext uri="{FF2B5EF4-FFF2-40B4-BE49-F238E27FC236}">
                <a16:creationId xmlns:a16="http://schemas.microsoft.com/office/drawing/2014/main" id="{0D6AE1B6-9551-45BB-43A1-E207B40EB2FD}"/>
              </a:ext>
            </a:extLst>
          </p:cNvPr>
          <p:cNvSpPr/>
          <p:nvPr/>
        </p:nvSpPr>
        <p:spPr>
          <a:xfrm>
            <a:off x="1676539" y="3813095"/>
            <a:ext cx="361188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How ST ChatGPT answers : RAG workflow, data sources &amp; demo</a:t>
            </a:r>
            <a:endParaRPr lang="en-US" sz="1200" noProof="0" dirty="0">
              <a:solidFill>
                <a:schemeClr val="tx2">
                  <a:lumMod val="40000"/>
                  <a:lumOff val="60000"/>
                </a:schemeClr>
              </a:solidFill>
            </a:endParaRPr>
          </a:p>
        </p:txBody>
      </p:sp>
      <p:sp>
        <p:nvSpPr>
          <p:cNvPr id="100" name="Text 12">
            <a:extLst>
              <a:ext uri="{FF2B5EF4-FFF2-40B4-BE49-F238E27FC236}">
                <a16:creationId xmlns:a16="http://schemas.microsoft.com/office/drawing/2014/main" id="{1B7DF8B0-DC9F-4FF7-DF7C-098665B83458}"/>
              </a:ext>
            </a:extLst>
          </p:cNvPr>
          <p:cNvSpPr/>
          <p:nvPr/>
        </p:nvSpPr>
        <p:spPr>
          <a:xfrm>
            <a:off x="1676539" y="4163855"/>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Persona, Knowledge Base, Data Sources</a:t>
            </a:r>
          </a:p>
        </p:txBody>
      </p:sp>
      <p:sp>
        <p:nvSpPr>
          <p:cNvPr id="102" name="Shape 14">
            <a:extLst>
              <a:ext uri="{FF2B5EF4-FFF2-40B4-BE49-F238E27FC236}">
                <a16:creationId xmlns:a16="http://schemas.microsoft.com/office/drawing/2014/main" id="{474202C8-57D0-F322-8B3C-0405186BDC83}"/>
              </a:ext>
            </a:extLst>
          </p:cNvPr>
          <p:cNvSpPr/>
          <p:nvPr/>
        </p:nvSpPr>
        <p:spPr>
          <a:xfrm>
            <a:off x="1201051" y="3716273"/>
            <a:ext cx="384048" cy="749808"/>
          </a:xfrm>
          <a:prstGeom prst="rect">
            <a:avLst/>
          </a:prstGeom>
          <a:solidFill>
            <a:srgbClr val="EEEFF1"/>
          </a:solidFill>
          <a:ln w="12700">
            <a:solidFill>
              <a:schemeClr val="bg1">
                <a:lumMod val="75000"/>
              </a:schemeClr>
            </a:solidFill>
            <a:prstDash val="solid"/>
          </a:ln>
        </p:spPr>
        <p:txBody>
          <a:bodyPr/>
          <a:lstStyle/>
          <a:p>
            <a:endParaRPr lang="en-US" noProof="0" dirty="0"/>
          </a:p>
        </p:txBody>
      </p:sp>
      <p:sp>
        <p:nvSpPr>
          <p:cNvPr id="103" name="Text 15">
            <a:extLst>
              <a:ext uri="{FF2B5EF4-FFF2-40B4-BE49-F238E27FC236}">
                <a16:creationId xmlns:a16="http://schemas.microsoft.com/office/drawing/2014/main" id="{6AE12F81-62E1-67CE-2C4A-85B5AE975792}"/>
              </a:ext>
            </a:extLst>
          </p:cNvPr>
          <p:cNvSpPr/>
          <p:nvPr/>
        </p:nvSpPr>
        <p:spPr>
          <a:xfrm>
            <a:off x="1201051" y="3716273"/>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03</a:t>
            </a:r>
            <a:endParaRPr lang="en-US" sz="1300" noProof="0" dirty="0"/>
          </a:p>
        </p:txBody>
      </p:sp>
      <p:sp>
        <p:nvSpPr>
          <p:cNvPr id="104" name="Text 16">
            <a:extLst>
              <a:ext uri="{FF2B5EF4-FFF2-40B4-BE49-F238E27FC236}">
                <a16:creationId xmlns:a16="http://schemas.microsoft.com/office/drawing/2014/main" id="{BA4DA058-E0CA-7493-4CF7-B0F035FBF508}"/>
              </a:ext>
            </a:extLst>
          </p:cNvPr>
          <p:cNvSpPr/>
          <p:nvPr/>
        </p:nvSpPr>
        <p:spPr>
          <a:xfrm>
            <a:off x="1692451" y="2950093"/>
            <a:ext cx="370332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ST ChatGPT : platform overview &amp; access request</a:t>
            </a:r>
            <a:endParaRPr lang="en-US" sz="1200" noProof="0" dirty="0">
              <a:solidFill>
                <a:schemeClr val="tx2">
                  <a:lumMod val="40000"/>
                  <a:lumOff val="60000"/>
                </a:schemeClr>
              </a:solidFill>
            </a:endParaRPr>
          </a:p>
        </p:txBody>
      </p:sp>
      <p:sp>
        <p:nvSpPr>
          <p:cNvPr id="105" name="Text 17">
            <a:extLst>
              <a:ext uri="{FF2B5EF4-FFF2-40B4-BE49-F238E27FC236}">
                <a16:creationId xmlns:a16="http://schemas.microsoft.com/office/drawing/2014/main" id="{06FE84C8-4FFE-E267-5E33-26F7F1CABE30}"/>
              </a:ext>
            </a:extLst>
          </p:cNvPr>
          <p:cNvSpPr/>
          <p:nvPr/>
        </p:nvSpPr>
        <p:spPr>
          <a:xfrm>
            <a:off x="1676539" y="3287463"/>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What our project is building</a:t>
            </a:r>
          </a:p>
        </p:txBody>
      </p:sp>
      <p:sp>
        <p:nvSpPr>
          <p:cNvPr id="106" name="Shape 18">
            <a:extLst>
              <a:ext uri="{FF2B5EF4-FFF2-40B4-BE49-F238E27FC236}">
                <a16:creationId xmlns:a16="http://schemas.microsoft.com/office/drawing/2014/main" id="{577B2D76-F363-774C-912D-407712ABE45B}"/>
              </a:ext>
            </a:extLst>
          </p:cNvPr>
          <p:cNvSpPr/>
          <p:nvPr/>
        </p:nvSpPr>
        <p:spPr>
          <a:xfrm>
            <a:off x="1201051" y="4612385"/>
            <a:ext cx="4206240" cy="749808"/>
          </a:xfrm>
          <a:prstGeom prst="rect">
            <a:avLst/>
          </a:prstGeom>
          <a:solidFill>
            <a:srgbClr val="EEEFF1"/>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07" name="Shape 19">
            <a:extLst>
              <a:ext uri="{FF2B5EF4-FFF2-40B4-BE49-F238E27FC236}">
                <a16:creationId xmlns:a16="http://schemas.microsoft.com/office/drawing/2014/main" id="{D89D3FCA-17EA-768B-C3EE-D770039444E7}"/>
              </a:ext>
            </a:extLst>
          </p:cNvPr>
          <p:cNvSpPr/>
          <p:nvPr/>
        </p:nvSpPr>
        <p:spPr>
          <a:xfrm>
            <a:off x="1201051" y="4612385"/>
            <a:ext cx="384048" cy="749808"/>
          </a:xfrm>
          <a:prstGeom prst="rect">
            <a:avLst/>
          </a:prstGeom>
          <a:solidFill>
            <a:srgbClr val="FFD200"/>
          </a:solidFill>
          <a:ln w="12700">
            <a:solidFill>
              <a:srgbClr val="FFDD40"/>
            </a:solidFill>
            <a:prstDash val="solid"/>
          </a:ln>
        </p:spPr>
        <p:txBody>
          <a:bodyPr/>
          <a:lstStyle/>
          <a:p>
            <a:endParaRPr lang="en-US" noProof="0" dirty="0"/>
          </a:p>
        </p:txBody>
      </p:sp>
      <p:sp>
        <p:nvSpPr>
          <p:cNvPr id="108" name="Text 20">
            <a:extLst>
              <a:ext uri="{FF2B5EF4-FFF2-40B4-BE49-F238E27FC236}">
                <a16:creationId xmlns:a16="http://schemas.microsoft.com/office/drawing/2014/main" id="{81550250-6EFA-ECB3-8DD4-40782B5A951F}"/>
              </a:ext>
            </a:extLst>
          </p:cNvPr>
          <p:cNvSpPr/>
          <p:nvPr/>
        </p:nvSpPr>
        <p:spPr>
          <a:xfrm>
            <a:off x="1201051" y="4612385"/>
            <a:ext cx="384048" cy="749808"/>
          </a:xfrm>
          <a:prstGeom prst="rect">
            <a:avLst/>
          </a:prstGeom>
          <a:solidFill>
            <a:srgbClr val="EEEFF1"/>
          </a:solidFill>
          <a:ln>
            <a:solidFill>
              <a:schemeClr val="bg1">
                <a:lumMod val="75000"/>
              </a:schemeClr>
            </a:solidFill>
          </a:ln>
        </p:spPr>
        <p:txBody>
          <a:bodyPr wrap="square" lIns="0" tIns="0" rIns="0" bIns="0" rtlCol="0" anchor="ctr"/>
          <a:lstStyle/>
          <a:p>
            <a:pPr marL="0" indent="0" algn="ctr">
              <a:buNone/>
            </a:pPr>
            <a:r>
              <a:rPr lang="en-US" sz="1300" b="1" noProof="0" dirty="0">
                <a:solidFill>
                  <a:srgbClr val="FFFFFF"/>
                </a:solidFill>
              </a:rPr>
              <a:t>04</a:t>
            </a:r>
            <a:endParaRPr lang="en-US" sz="1300" noProof="0" dirty="0"/>
          </a:p>
        </p:txBody>
      </p:sp>
      <p:sp>
        <p:nvSpPr>
          <p:cNvPr id="109" name="Text 21">
            <a:extLst>
              <a:ext uri="{FF2B5EF4-FFF2-40B4-BE49-F238E27FC236}">
                <a16:creationId xmlns:a16="http://schemas.microsoft.com/office/drawing/2014/main" id="{B61C61A0-A571-3405-2EDC-432565E52AA1}"/>
              </a:ext>
            </a:extLst>
          </p:cNvPr>
          <p:cNvSpPr/>
          <p:nvPr/>
        </p:nvSpPr>
        <p:spPr>
          <a:xfrm>
            <a:off x="1676539" y="4685537"/>
            <a:ext cx="361188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The Data preprocessing pipeline</a:t>
            </a:r>
            <a:endParaRPr lang="en-US" sz="1200" noProof="0" dirty="0">
              <a:solidFill>
                <a:schemeClr val="tx2">
                  <a:lumMod val="40000"/>
                  <a:lumOff val="60000"/>
                </a:schemeClr>
              </a:solidFill>
            </a:endParaRPr>
          </a:p>
        </p:txBody>
      </p:sp>
      <p:sp>
        <p:nvSpPr>
          <p:cNvPr id="110" name="Text 22">
            <a:extLst>
              <a:ext uri="{FF2B5EF4-FFF2-40B4-BE49-F238E27FC236}">
                <a16:creationId xmlns:a16="http://schemas.microsoft.com/office/drawing/2014/main" id="{E7BB7770-EB6F-F72B-4F23-3520BE3E91A0}"/>
              </a:ext>
            </a:extLst>
          </p:cNvPr>
          <p:cNvSpPr/>
          <p:nvPr/>
        </p:nvSpPr>
        <p:spPr>
          <a:xfrm>
            <a:off x="1676539" y="5014721"/>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Ingest → Clean → Enrich → Deliver</a:t>
            </a:r>
          </a:p>
        </p:txBody>
      </p:sp>
      <p:sp>
        <p:nvSpPr>
          <p:cNvPr id="111" name="Shape 23">
            <a:extLst>
              <a:ext uri="{FF2B5EF4-FFF2-40B4-BE49-F238E27FC236}">
                <a16:creationId xmlns:a16="http://schemas.microsoft.com/office/drawing/2014/main" id="{83AB6E92-AF89-023D-EB51-B22E4B93392E}"/>
              </a:ext>
            </a:extLst>
          </p:cNvPr>
          <p:cNvSpPr/>
          <p:nvPr/>
        </p:nvSpPr>
        <p:spPr>
          <a:xfrm>
            <a:off x="6840914" y="1924049"/>
            <a:ext cx="4206240" cy="749808"/>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12" name="Shape 24">
            <a:extLst>
              <a:ext uri="{FF2B5EF4-FFF2-40B4-BE49-F238E27FC236}">
                <a16:creationId xmlns:a16="http://schemas.microsoft.com/office/drawing/2014/main" id="{149E3978-8775-24DA-D92C-D94A5596D310}"/>
              </a:ext>
            </a:extLst>
          </p:cNvPr>
          <p:cNvSpPr/>
          <p:nvPr/>
        </p:nvSpPr>
        <p:spPr>
          <a:xfrm>
            <a:off x="6840914" y="1924049"/>
            <a:ext cx="384048" cy="749808"/>
          </a:xfrm>
          <a:prstGeom prst="rect">
            <a:avLst/>
          </a:prstGeom>
          <a:solidFill>
            <a:srgbClr val="FFD200"/>
          </a:solidFill>
          <a:ln w="12700">
            <a:solidFill>
              <a:srgbClr val="FFDD40"/>
            </a:solidFill>
            <a:prstDash val="solid"/>
          </a:ln>
        </p:spPr>
        <p:txBody>
          <a:bodyPr/>
          <a:lstStyle/>
          <a:p>
            <a:endParaRPr lang="en-US" noProof="0" dirty="0"/>
          </a:p>
        </p:txBody>
      </p:sp>
      <p:sp>
        <p:nvSpPr>
          <p:cNvPr id="113" name="Text 25">
            <a:extLst>
              <a:ext uri="{FF2B5EF4-FFF2-40B4-BE49-F238E27FC236}">
                <a16:creationId xmlns:a16="http://schemas.microsoft.com/office/drawing/2014/main" id="{58BDBEEE-92A3-4203-316F-E908A1A9D711}"/>
              </a:ext>
            </a:extLst>
          </p:cNvPr>
          <p:cNvSpPr/>
          <p:nvPr/>
        </p:nvSpPr>
        <p:spPr>
          <a:xfrm>
            <a:off x="6840914" y="1924049"/>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05</a:t>
            </a:r>
            <a:endParaRPr lang="en-US" sz="1300" noProof="0" dirty="0"/>
          </a:p>
        </p:txBody>
      </p:sp>
      <p:sp>
        <p:nvSpPr>
          <p:cNvPr id="114" name="Text 26">
            <a:extLst>
              <a:ext uri="{FF2B5EF4-FFF2-40B4-BE49-F238E27FC236}">
                <a16:creationId xmlns:a16="http://schemas.microsoft.com/office/drawing/2014/main" id="{72C36C4F-6618-6BB8-1AA1-4DEA10416D80}"/>
              </a:ext>
            </a:extLst>
          </p:cNvPr>
          <p:cNvSpPr/>
          <p:nvPr/>
        </p:nvSpPr>
        <p:spPr>
          <a:xfrm>
            <a:off x="7316402" y="1997201"/>
            <a:ext cx="3611880" cy="310896"/>
          </a:xfrm>
          <a:prstGeom prst="rect">
            <a:avLst/>
          </a:prstGeom>
          <a:noFill/>
          <a:ln/>
        </p:spPr>
        <p:txBody>
          <a:bodyPr wrap="square" lIns="0" tIns="0" rIns="0" bIns="0" rtlCol="0" anchor="ctr"/>
          <a:lstStyle/>
          <a:p>
            <a:pPr marL="0" indent="0" algn="l">
              <a:buNone/>
            </a:pPr>
            <a:r>
              <a:rPr lang="en-US" sz="1200" b="1" noProof="0" dirty="0">
                <a:solidFill>
                  <a:srgbClr val="1B2A3B"/>
                </a:solidFill>
              </a:rPr>
              <a:t>Tests , Results &amp; evaluation</a:t>
            </a:r>
            <a:endParaRPr lang="en-US" sz="1200" noProof="0" dirty="0"/>
          </a:p>
        </p:txBody>
      </p:sp>
      <p:sp>
        <p:nvSpPr>
          <p:cNvPr id="115" name="Text 27">
            <a:extLst>
              <a:ext uri="{FF2B5EF4-FFF2-40B4-BE49-F238E27FC236}">
                <a16:creationId xmlns:a16="http://schemas.microsoft.com/office/drawing/2014/main" id="{1E68A410-B6F7-5740-FED2-EB134462B0E9}"/>
              </a:ext>
            </a:extLst>
          </p:cNvPr>
          <p:cNvSpPr/>
          <p:nvPr/>
        </p:nvSpPr>
        <p:spPr>
          <a:xfrm>
            <a:off x="7316402" y="2326385"/>
            <a:ext cx="3611880" cy="256032"/>
          </a:xfrm>
          <a:prstGeom prst="rect">
            <a:avLst/>
          </a:prstGeom>
          <a:noFill/>
          <a:ln/>
        </p:spPr>
        <p:txBody>
          <a:bodyPr wrap="square" lIns="0" tIns="0" rIns="0" bIns="0" rtlCol="0" anchor="ctr"/>
          <a:lstStyle/>
          <a:p>
            <a:pPr marL="0" indent="0" algn="l">
              <a:buNone/>
            </a:pPr>
            <a:r>
              <a:rPr lang="en-US" sz="900" noProof="0" dirty="0">
                <a:solidFill>
                  <a:srgbClr val="64748B"/>
                </a:solidFill>
              </a:rPr>
              <a:t>benchmark , concrete numbers</a:t>
            </a:r>
            <a:endParaRPr lang="en-US" sz="900" noProof="0" dirty="0"/>
          </a:p>
        </p:txBody>
      </p:sp>
      <p:sp>
        <p:nvSpPr>
          <p:cNvPr id="116" name="Shape 28">
            <a:extLst>
              <a:ext uri="{FF2B5EF4-FFF2-40B4-BE49-F238E27FC236}">
                <a16:creationId xmlns:a16="http://schemas.microsoft.com/office/drawing/2014/main" id="{2989655C-6DDD-D7E2-98FB-1C44B5E92AEA}"/>
              </a:ext>
            </a:extLst>
          </p:cNvPr>
          <p:cNvSpPr/>
          <p:nvPr/>
        </p:nvSpPr>
        <p:spPr>
          <a:xfrm>
            <a:off x="6840914" y="2820161"/>
            <a:ext cx="4206240" cy="749808"/>
          </a:xfrm>
          <a:prstGeom prst="rect">
            <a:avLst/>
          </a:prstGeom>
          <a:solidFill>
            <a:schemeClr val="bg2"/>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17" name="Shape 29">
            <a:extLst>
              <a:ext uri="{FF2B5EF4-FFF2-40B4-BE49-F238E27FC236}">
                <a16:creationId xmlns:a16="http://schemas.microsoft.com/office/drawing/2014/main" id="{C29C299B-5CB6-7365-7C65-404F82587BA6}"/>
              </a:ext>
            </a:extLst>
          </p:cNvPr>
          <p:cNvSpPr/>
          <p:nvPr/>
        </p:nvSpPr>
        <p:spPr>
          <a:xfrm>
            <a:off x="6840914" y="2820161"/>
            <a:ext cx="384048" cy="749808"/>
          </a:xfrm>
          <a:prstGeom prst="rect">
            <a:avLst/>
          </a:prstGeom>
          <a:solidFill>
            <a:schemeClr val="bg2"/>
          </a:solidFill>
          <a:ln w="12700">
            <a:solidFill>
              <a:schemeClr val="bg1">
                <a:lumMod val="75000"/>
              </a:schemeClr>
            </a:solidFill>
            <a:prstDash val="solid"/>
          </a:ln>
        </p:spPr>
        <p:txBody>
          <a:bodyPr/>
          <a:lstStyle/>
          <a:p>
            <a:endParaRPr lang="en-US" noProof="0" dirty="0"/>
          </a:p>
        </p:txBody>
      </p:sp>
      <p:sp>
        <p:nvSpPr>
          <p:cNvPr id="118" name="Text 30">
            <a:extLst>
              <a:ext uri="{FF2B5EF4-FFF2-40B4-BE49-F238E27FC236}">
                <a16:creationId xmlns:a16="http://schemas.microsoft.com/office/drawing/2014/main" id="{051757F8-690F-F9C1-6EF0-5E58B0D2DEFC}"/>
              </a:ext>
            </a:extLst>
          </p:cNvPr>
          <p:cNvSpPr/>
          <p:nvPr/>
        </p:nvSpPr>
        <p:spPr>
          <a:xfrm>
            <a:off x="6840914" y="2820161"/>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06</a:t>
            </a:r>
            <a:endParaRPr lang="en-US" sz="1300" noProof="0" dirty="0"/>
          </a:p>
        </p:txBody>
      </p:sp>
      <p:sp>
        <p:nvSpPr>
          <p:cNvPr id="119" name="Text 31">
            <a:extLst>
              <a:ext uri="{FF2B5EF4-FFF2-40B4-BE49-F238E27FC236}">
                <a16:creationId xmlns:a16="http://schemas.microsoft.com/office/drawing/2014/main" id="{BEB8C92C-6A41-1A2A-23E5-BE92DB0E48B7}"/>
              </a:ext>
            </a:extLst>
          </p:cNvPr>
          <p:cNvSpPr/>
          <p:nvPr/>
        </p:nvSpPr>
        <p:spPr>
          <a:xfrm>
            <a:off x="7316402" y="2893313"/>
            <a:ext cx="361188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Challenges encountered</a:t>
            </a:r>
            <a:endParaRPr lang="en-US" sz="1200" noProof="0" dirty="0">
              <a:solidFill>
                <a:schemeClr val="tx2">
                  <a:lumMod val="40000"/>
                  <a:lumOff val="60000"/>
                </a:schemeClr>
              </a:solidFill>
            </a:endParaRPr>
          </a:p>
        </p:txBody>
      </p:sp>
      <p:sp>
        <p:nvSpPr>
          <p:cNvPr id="120" name="Text 32">
            <a:extLst>
              <a:ext uri="{FF2B5EF4-FFF2-40B4-BE49-F238E27FC236}">
                <a16:creationId xmlns:a16="http://schemas.microsoft.com/office/drawing/2014/main" id="{52FE48AA-BE12-6733-3C13-3E6A76227972}"/>
              </a:ext>
            </a:extLst>
          </p:cNvPr>
          <p:cNvSpPr/>
          <p:nvPr/>
        </p:nvSpPr>
        <p:spPr>
          <a:xfrm>
            <a:off x="7316402" y="3222497"/>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Concrete technical challenges</a:t>
            </a:r>
          </a:p>
        </p:txBody>
      </p:sp>
      <p:sp>
        <p:nvSpPr>
          <p:cNvPr id="121" name="Shape 33">
            <a:extLst>
              <a:ext uri="{FF2B5EF4-FFF2-40B4-BE49-F238E27FC236}">
                <a16:creationId xmlns:a16="http://schemas.microsoft.com/office/drawing/2014/main" id="{1079F2B4-91FB-9913-0512-CC36AE4C18C4}"/>
              </a:ext>
            </a:extLst>
          </p:cNvPr>
          <p:cNvSpPr/>
          <p:nvPr/>
        </p:nvSpPr>
        <p:spPr>
          <a:xfrm>
            <a:off x="6840914" y="3716273"/>
            <a:ext cx="4206240" cy="749808"/>
          </a:xfrm>
          <a:prstGeom prst="rect">
            <a:avLst/>
          </a:prstGeom>
          <a:solidFill>
            <a:schemeClr val="bg2"/>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22" name="Shape 34">
            <a:extLst>
              <a:ext uri="{FF2B5EF4-FFF2-40B4-BE49-F238E27FC236}">
                <a16:creationId xmlns:a16="http://schemas.microsoft.com/office/drawing/2014/main" id="{08AA9CC4-40EC-8200-2517-68F5903342E4}"/>
              </a:ext>
            </a:extLst>
          </p:cNvPr>
          <p:cNvSpPr/>
          <p:nvPr/>
        </p:nvSpPr>
        <p:spPr>
          <a:xfrm>
            <a:off x="6840914" y="3716273"/>
            <a:ext cx="384048" cy="749808"/>
          </a:xfrm>
          <a:prstGeom prst="rect">
            <a:avLst/>
          </a:prstGeom>
          <a:solidFill>
            <a:schemeClr val="bg2"/>
          </a:solidFill>
          <a:ln w="12700">
            <a:solidFill>
              <a:schemeClr val="bg1">
                <a:lumMod val="75000"/>
              </a:schemeClr>
            </a:solidFill>
            <a:prstDash val="solid"/>
          </a:ln>
        </p:spPr>
        <p:txBody>
          <a:bodyPr/>
          <a:lstStyle/>
          <a:p>
            <a:endParaRPr lang="en-US" noProof="0" dirty="0"/>
          </a:p>
        </p:txBody>
      </p:sp>
      <p:sp>
        <p:nvSpPr>
          <p:cNvPr id="123" name="Text 35">
            <a:extLst>
              <a:ext uri="{FF2B5EF4-FFF2-40B4-BE49-F238E27FC236}">
                <a16:creationId xmlns:a16="http://schemas.microsoft.com/office/drawing/2014/main" id="{24498405-084E-E0BA-7298-FF0D82E3781B}"/>
              </a:ext>
            </a:extLst>
          </p:cNvPr>
          <p:cNvSpPr/>
          <p:nvPr/>
        </p:nvSpPr>
        <p:spPr>
          <a:xfrm>
            <a:off x="6840914" y="3716273"/>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07</a:t>
            </a:r>
            <a:endParaRPr lang="en-US" sz="1300" noProof="0" dirty="0"/>
          </a:p>
        </p:txBody>
      </p:sp>
      <p:sp>
        <p:nvSpPr>
          <p:cNvPr id="124" name="Text 36">
            <a:extLst>
              <a:ext uri="{FF2B5EF4-FFF2-40B4-BE49-F238E27FC236}">
                <a16:creationId xmlns:a16="http://schemas.microsoft.com/office/drawing/2014/main" id="{B30A5F04-BF11-B195-A379-0EEA3C574D04}"/>
              </a:ext>
            </a:extLst>
          </p:cNvPr>
          <p:cNvSpPr/>
          <p:nvPr/>
        </p:nvSpPr>
        <p:spPr>
          <a:xfrm>
            <a:off x="7316402" y="3789425"/>
            <a:ext cx="361188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Next Steps &amp; Perspectives</a:t>
            </a:r>
            <a:endParaRPr lang="en-US" sz="1200" noProof="0" dirty="0">
              <a:solidFill>
                <a:schemeClr val="tx2">
                  <a:lumMod val="40000"/>
                  <a:lumOff val="60000"/>
                </a:schemeClr>
              </a:solidFill>
            </a:endParaRPr>
          </a:p>
        </p:txBody>
      </p:sp>
      <p:sp>
        <p:nvSpPr>
          <p:cNvPr id="125" name="Text 37">
            <a:extLst>
              <a:ext uri="{FF2B5EF4-FFF2-40B4-BE49-F238E27FC236}">
                <a16:creationId xmlns:a16="http://schemas.microsoft.com/office/drawing/2014/main" id="{B5A241DF-B7AA-2DEF-6F02-DE7676FE0722}"/>
              </a:ext>
            </a:extLst>
          </p:cNvPr>
          <p:cNvSpPr/>
          <p:nvPr/>
        </p:nvSpPr>
        <p:spPr>
          <a:xfrm>
            <a:off x="7316402" y="4118609"/>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What remains and how to get there</a:t>
            </a:r>
          </a:p>
        </p:txBody>
      </p:sp>
      <p:sp>
        <p:nvSpPr>
          <p:cNvPr id="126" name="Shape 38">
            <a:extLst>
              <a:ext uri="{FF2B5EF4-FFF2-40B4-BE49-F238E27FC236}">
                <a16:creationId xmlns:a16="http://schemas.microsoft.com/office/drawing/2014/main" id="{0F42848B-48DF-A7BD-CDC2-4585A0F2E794}"/>
              </a:ext>
            </a:extLst>
          </p:cNvPr>
          <p:cNvSpPr/>
          <p:nvPr/>
        </p:nvSpPr>
        <p:spPr>
          <a:xfrm>
            <a:off x="6840914" y="4612385"/>
            <a:ext cx="4206240" cy="749808"/>
          </a:xfrm>
          <a:prstGeom prst="rect">
            <a:avLst/>
          </a:prstGeom>
          <a:solidFill>
            <a:schemeClr val="bg2"/>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27" name="Shape 39">
            <a:extLst>
              <a:ext uri="{FF2B5EF4-FFF2-40B4-BE49-F238E27FC236}">
                <a16:creationId xmlns:a16="http://schemas.microsoft.com/office/drawing/2014/main" id="{2411EE27-5B04-AF26-7A5F-89B6B2C6CDD7}"/>
              </a:ext>
            </a:extLst>
          </p:cNvPr>
          <p:cNvSpPr/>
          <p:nvPr/>
        </p:nvSpPr>
        <p:spPr>
          <a:xfrm>
            <a:off x="6840914" y="4612385"/>
            <a:ext cx="384048" cy="749808"/>
          </a:xfrm>
          <a:prstGeom prst="rect">
            <a:avLst/>
          </a:prstGeom>
          <a:solidFill>
            <a:schemeClr val="bg2"/>
          </a:solidFill>
          <a:ln w="12700">
            <a:solidFill>
              <a:schemeClr val="bg1">
                <a:lumMod val="75000"/>
              </a:schemeClr>
            </a:solidFill>
            <a:prstDash val="solid"/>
          </a:ln>
        </p:spPr>
        <p:txBody>
          <a:bodyPr/>
          <a:lstStyle/>
          <a:p>
            <a:endParaRPr lang="en-US" noProof="0" dirty="0"/>
          </a:p>
        </p:txBody>
      </p:sp>
      <p:sp>
        <p:nvSpPr>
          <p:cNvPr id="128" name="Text 40">
            <a:extLst>
              <a:ext uri="{FF2B5EF4-FFF2-40B4-BE49-F238E27FC236}">
                <a16:creationId xmlns:a16="http://schemas.microsoft.com/office/drawing/2014/main" id="{E4EDBCE9-33E9-8F89-1BD0-10F7F796E2D4}"/>
              </a:ext>
            </a:extLst>
          </p:cNvPr>
          <p:cNvSpPr/>
          <p:nvPr/>
        </p:nvSpPr>
        <p:spPr>
          <a:xfrm>
            <a:off x="6840914" y="4612385"/>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08</a:t>
            </a:r>
            <a:endParaRPr lang="en-US" sz="1300" noProof="0" dirty="0"/>
          </a:p>
        </p:txBody>
      </p:sp>
      <p:sp>
        <p:nvSpPr>
          <p:cNvPr id="129" name="Text 41">
            <a:extLst>
              <a:ext uri="{FF2B5EF4-FFF2-40B4-BE49-F238E27FC236}">
                <a16:creationId xmlns:a16="http://schemas.microsoft.com/office/drawing/2014/main" id="{72EBA6A3-5FD8-58D9-4621-0B4A97BDCCDA}"/>
              </a:ext>
            </a:extLst>
          </p:cNvPr>
          <p:cNvSpPr/>
          <p:nvPr/>
        </p:nvSpPr>
        <p:spPr>
          <a:xfrm>
            <a:off x="7316402" y="4685537"/>
            <a:ext cx="361188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Q&amp;A</a:t>
            </a:r>
            <a:endParaRPr lang="en-US" sz="1200" noProof="0" dirty="0">
              <a:solidFill>
                <a:schemeClr val="tx2">
                  <a:lumMod val="40000"/>
                  <a:lumOff val="60000"/>
                </a:schemeClr>
              </a:solidFill>
            </a:endParaRPr>
          </a:p>
        </p:txBody>
      </p:sp>
      <p:sp>
        <p:nvSpPr>
          <p:cNvPr id="130" name="Text 42">
            <a:extLst>
              <a:ext uri="{FF2B5EF4-FFF2-40B4-BE49-F238E27FC236}">
                <a16:creationId xmlns:a16="http://schemas.microsoft.com/office/drawing/2014/main" id="{7553246B-6C17-3F6C-8E2D-4F306DEAFEEC}"/>
              </a:ext>
            </a:extLst>
          </p:cNvPr>
          <p:cNvSpPr/>
          <p:nvPr/>
        </p:nvSpPr>
        <p:spPr>
          <a:xfrm>
            <a:off x="7316402" y="5014721"/>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Open discussion</a:t>
            </a:r>
          </a:p>
        </p:txBody>
      </p:sp>
      <p:sp>
        <p:nvSpPr>
          <p:cNvPr id="2" name="Slide Number Placeholder 1">
            <a:extLst>
              <a:ext uri="{FF2B5EF4-FFF2-40B4-BE49-F238E27FC236}">
                <a16:creationId xmlns:a16="http://schemas.microsoft.com/office/drawing/2014/main" id="{0408319A-1265-2153-CCFB-4CDF5FF24E46}"/>
              </a:ext>
            </a:extLst>
          </p:cNvPr>
          <p:cNvSpPr>
            <a:spLocks noGrp="1"/>
          </p:cNvSpPr>
          <p:nvPr>
            <p:ph type="sldNum" sz="quarter" idx="11"/>
          </p:nvPr>
        </p:nvSpPr>
        <p:spPr/>
        <p:txBody>
          <a:bodyPr/>
          <a:lstStyle/>
          <a:p>
            <a:fld id="{40A7B169-58CE-4E65-B1F9-ACF9E46440C2}" type="slidenum">
              <a:rPr lang="en-US" noProof="0" smtClean="0"/>
              <a:t>60</a:t>
            </a:fld>
            <a:endParaRPr lang="en-US" noProof="0" dirty="0"/>
          </a:p>
        </p:txBody>
      </p:sp>
      <p:sp>
        <p:nvSpPr>
          <p:cNvPr id="5" name="Text 6">
            <a:extLst>
              <a:ext uri="{FF2B5EF4-FFF2-40B4-BE49-F238E27FC236}">
                <a16:creationId xmlns:a16="http://schemas.microsoft.com/office/drawing/2014/main" id="{78716B29-B9D3-F291-45F8-9AD1EFA11371}"/>
              </a:ext>
            </a:extLst>
          </p:cNvPr>
          <p:cNvSpPr/>
          <p:nvPr/>
        </p:nvSpPr>
        <p:spPr>
          <a:xfrm>
            <a:off x="1692451" y="1997265"/>
            <a:ext cx="361188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Project context </a:t>
            </a:r>
            <a:endParaRPr lang="en-US" sz="1200" noProof="0" dirty="0">
              <a:solidFill>
                <a:schemeClr val="tx2">
                  <a:lumMod val="40000"/>
                  <a:lumOff val="60000"/>
                </a:schemeClr>
              </a:solidFill>
            </a:endParaRPr>
          </a:p>
        </p:txBody>
      </p:sp>
      <p:sp>
        <p:nvSpPr>
          <p:cNvPr id="6" name="Text 7">
            <a:extLst>
              <a:ext uri="{FF2B5EF4-FFF2-40B4-BE49-F238E27FC236}">
                <a16:creationId xmlns:a16="http://schemas.microsoft.com/office/drawing/2014/main" id="{1999AC22-82F0-EA49-5791-1A22F2833DD1}"/>
              </a:ext>
            </a:extLst>
          </p:cNvPr>
          <p:cNvSpPr/>
          <p:nvPr/>
        </p:nvSpPr>
        <p:spPr>
          <a:xfrm>
            <a:off x="1692451" y="2308161"/>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The daily problem it solves</a:t>
            </a:r>
          </a:p>
        </p:txBody>
      </p:sp>
    </p:spTree>
    <p:extLst>
      <p:ext uri="{BB962C8B-B14F-4D97-AF65-F5344CB8AC3E}">
        <p14:creationId xmlns:p14="http://schemas.microsoft.com/office/powerpoint/2010/main" val="382718827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477" y="-53443"/>
            <a:ext cx="11609159" cy="1247050"/>
          </a:xfrm>
        </p:spPr>
        <p:txBody>
          <a:bodyPr/>
          <a:lstStyle/>
          <a:p>
            <a:r>
              <a:rPr lang="en-US" sz="1800" b="1" noProof="0" dirty="0"/>
              <a:t>Evaluation Protocol &amp; Benchmark Results</a:t>
            </a:r>
            <a:endParaRPr lang="en-US" sz="1800" noProof="0" dirty="0"/>
          </a:p>
        </p:txBody>
      </p:sp>
      <p:sp>
        <p:nvSpPr>
          <p:cNvPr id="20" name="Sub"/>
          <p:cNvSpPr>
            <a:spLocks noGrp="1"/>
          </p:cNvSpPr>
          <p:nvPr/>
        </p:nvSpPr>
        <p:spPr>
          <a:xfrm>
            <a:off x="439525" y="743607"/>
            <a:ext cx="11609159" cy="450000"/>
          </a:xfrm>
          <a:prstGeom prst="rect">
            <a:avLst/>
          </a:prstGeom>
          <a:noFill/>
        </p:spPr>
        <p:txBody>
          <a:bodyPr wrap="square" lIns="91440" tIns="45720" rIns="91440" bIns="45720"/>
          <a:lstStyle/>
          <a:p>
            <a:r>
              <a:rPr lang="en-US" sz="1200" b="0" noProof="0" dirty="0">
                <a:solidFill>
                  <a:srgbClr val="475569"/>
                </a:solidFill>
              </a:rPr>
              <a:t>Concrete numbers</a:t>
            </a:r>
          </a:p>
        </p:txBody>
      </p:sp>
      <p:sp>
        <p:nvSpPr>
          <p:cNvPr id="5" name="Shape 4">
            <a:extLst>
              <a:ext uri="{FF2B5EF4-FFF2-40B4-BE49-F238E27FC236}">
                <a16:creationId xmlns:a16="http://schemas.microsoft.com/office/drawing/2014/main" id="{5D7000F6-3657-B851-DA40-61B5DB848475}"/>
              </a:ext>
            </a:extLst>
          </p:cNvPr>
          <p:cNvSpPr/>
          <p:nvPr/>
        </p:nvSpPr>
        <p:spPr>
          <a:xfrm>
            <a:off x="586202" y="1054803"/>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7" name="G1">
            <a:extLst>
              <a:ext uri="{FF2B5EF4-FFF2-40B4-BE49-F238E27FC236}">
                <a16:creationId xmlns:a16="http://schemas.microsoft.com/office/drawing/2014/main" id="{F78B0074-D184-9D4A-2FD1-8010161CBD1A}"/>
              </a:ext>
            </a:extLst>
          </p:cNvPr>
          <p:cNvSpPr/>
          <p:nvPr/>
        </p:nvSpPr>
        <p:spPr>
          <a:xfrm>
            <a:off x="358822" y="2241181"/>
            <a:ext cx="2650000" cy="1400000"/>
          </a:xfrm>
          <a:prstGeom prst="roundRect">
            <a:avLst>
              <a:gd name="adj" fmla="val 10000"/>
            </a:avLst>
          </a:prstGeom>
          <a:solidFill>
            <a:srgbClr val="F8FAFC"/>
          </a:solidFill>
          <a:ln w="12700">
            <a:solidFill>
              <a:srgbClr val="0D9589"/>
            </a:solidFill>
          </a:ln>
        </p:spPr>
        <p:txBody>
          <a:bodyPr wrap="square" lIns="152400" tIns="91440" rIns="152400" bIns="91440" anchor="t"/>
          <a:lstStyle/>
          <a:p>
            <a:pPr algn="l">
              <a:buNone/>
            </a:pPr>
            <a:r>
              <a:rPr lang="en-US" sz="2200" b="1" noProof="0" dirty="0">
                <a:solidFill>
                  <a:srgbClr val="0D9488"/>
                </a:solidFill>
              </a:rPr>
              <a:t>Step 1</a:t>
            </a:r>
          </a:p>
          <a:p>
            <a:pPr algn="l">
              <a:buNone/>
            </a:pPr>
            <a:r>
              <a:rPr lang="en-US" sz="1100" b="1" noProof="0" dirty="0">
                <a:solidFill>
                  <a:srgbClr val="0D9589"/>
                </a:solidFill>
              </a:rPr>
              <a:t>Stats Quality</a:t>
            </a:r>
          </a:p>
          <a:p>
            <a:pPr algn="l">
              <a:buNone/>
            </a:pPr>
            <a:r>
              <a:rPr lang="en-US" sz="850" b="0" noProof="0" dirty="0"/>
              <a:t>test_stats_issues_v2</a:t>
            </a:r>
          </a:p>
          <a:p>
            <a:pPr algn="l">
              <a:buNone/>
            </a:pPr>
            <a:r>
              <a:rPr lang="en-US" sz="850" b="0" noProof="0" dirty="0"/>
              <a:t>test_stats_files_v2</a:t>
            </a:r>
          </a:p>
          <a:p>
            <a:pPr algn="l">
              <a:buNone/>
            </a:pPr>
            <a:endParaRPr lang="en-US" sz="850" b="0" noProof="0" dirty="0"/>
          </a:p>
          <a:p>
            <a:r>
              <a:rPr lang="en-US" sz="800" b="0" i="1" noProof="0" dirty="0"/>
              <a:t>Distribution + metadata</a:t>
            </a:r>
            <a:r>
              <a:rPr lang="en-US" sz="800" i="1" noProof="0" dirty="0"/>
              <a:t> cover</a:t>
            </a:r>
            <a:endParaRPr lang="en-US" sz="800" b="0" i="1" noProof="0" dirty="0"/>
          </a:p>
        </p:txBody>
      </p:sp>
      <p:sp>
        <p:nvSpPr>
          <p:cNvPr id="8" name="G2">
            <a:extLst>
              <a:ext uri="{FF2B5EF4-FFF2-40B4-BE49-F238E27FC236}">
                <a16:creationId xmlns:a16="http://schemas.microsoft.com/office/drawing/2014/main" id="{7E4FA9F5-F59D-5926-7159-891DC62E1FDA}"/>
              </a:ext>
            </a:extLst>
          </p:cNvPr>
          <p:cNvSpPr/>
          <p:nvPr/>
        </p:nvSpPr>
        <p:spPr>
          <a:xfrm>
            <a:off x="3258822" y="2241181"/>
            <a:ext cx="2650000" cy="1400000"/>
          </a:xfrm>
          <a:prstGeom prst="roundRect">
            <a:avLst>
              <a:gd name="adj" fmla="val 10000"/>
            </a:avLst>
          </a:prstGeom>
          <a:solidFill>
            <a:srgbClr val="F8FAFC"/>
          </a:solidFill>
          <a:ln>
            <a:solidFill>
              <a:srgbClr val="0D9589"/>
            </a:solidFill>
          </a:ln>
        </p:spPr>
        <p:style>
          <a:lnRef idx="2">
            <a:schemeClr val="accent4"/>
          </a:lnRef>
          <a:fillRef idx="1">
            <a:schemeClr val="lt1"/>
          </a:fillRef>
          <a:effectRef idx="0">
            <a:schemeClr val="accent4"/>
          </a:effectRef>
          <a:fontRef idx="minor">
            <a:schemeClr val="dk1"/>
          </a:fontRef>
        </p:style>
        <p:txBody>
          <a:bodyPr wrap="square" lIns="152400" tIns="91440" rIns="152400" bIns="91440" anchor="t"/>
          <a:lstStyle/>
          <a:p>
            <a:pPr algn="l">
              <a:buNone/>
            </a:pPr>
            <a:r>
              <a:rPr lang="en-US" sz="2200" b="1" noProof="0" dirty="0">
                <a:solidFill>
                  <a:srgbClr val="0D9589"/>
                </a:solidFill>
              </a:rPr>
              <a:t>Step 2</a:t>
            </a:r>
          </a:p>
          <a:p>
            <a:pPr algn="l">
              <a:buNone/>
            </a:pPr>
            <a:r>
              <a:rPr lang="en-US" sz="1100" b="1" noProof="0" dirty="0">
                <a:solidFill>
                  <a:srgbClr val="0D9589"/>
                </a:solidFill>
              </a:rPr>
              <a:t>TF-IDF Retrieval</a:t>
            </a:r>
          </a:p>
          <a:p>
            <a:pPr algn="l">
              <a:buNone/>
            </a:pPr>
            <a:r>
              <a:rPr lang="en-US" sz="850" b="0" noProof="0" dirty="0"/>
              <a:t>test_tfidf_search_issues_v2</a:t>
            </a:r>
          </a:p>
          <a:p>
            <a:pPr algn="l">
              <a:buNone/>
            </a:pPr>
            <a:r>
              <a:rPr lang="en-US" sz="850" b="0" noProof="0" dirty="0"/>
              <a:t>test_tfidf_search_files_v2</a:t>
            </a:r>
          </a:p>
          <a:p>
            <a:pPr algn="l">
              <a:buNone/>
            </a:pPr>
            <a:endParaRPr lang="en-US" sz="850" b="0" noProof="0" dirty="0"/>
          </a:p>
          <a:p>
            <a:pPr algn="l">
              <a:buNone/>
            </a:pPr>
            <a:r>
              <a:rPr lang="en-US" sz="800" b="0" i="1" noProof="0" dirty="0"/>
              <a:t>Top-3 pertinence verified offline</a:t>
            </a:r>
          </a:p>
        </p:txBody>
      </p:sp>
      <p:sp>
        <p:nvSpPr>
          <p:cNvPr id="9" name="G3">
            <a:extLst>
              <a:ext uri="{FF2B5EF4-FFF2-40B4-BE49-F238E27FC236}">
                <a16:creationId xmlns:a16="http://schemas.microsoft.com/office/drawing/2014/main" id="{3DC8C0D3-4F14-6C4C-9A81-CEA22E5F489A}"/>
              </a:ext>
            </a:extLst>
          </p:cNvPr>
          <p:cNvSpPr/>
          <p:nvPr/>
        </p:nvSpPr>
        <p:spPr>
          <a:xfrm>
            <a:off x="6158822" y="2241181"/>
            <a:ext cx="2650000" cy="1400000"/>
          </a:xfrm>
          <a:prstGeom prst="roundRect">
            <a:avLst>
              <a:gd name="adj" fmla="val 10000"/>
            </a:avLst>
          </a:prstGeom>
          <a:solidFill>
            <a:srgbClr val="F8FAFC"/>
          </a:solidFill>
          <a:ln>
            <a:solidFill>
              <a:srgbClr val="0D9589"/>
            </a:solidFill>
          </a:ln>
        </p:spPr>
        <p:style>
          <a:lnRef idx="2">
            <a:schemeClr val="accent3"/>
          </a:lnRef>
          <a:fillRef idx="1">
            <a:schemeClr val="lt1"/>
          </a:fillRef>
          <a:effectRef idx="0">
            <a:schemeClr val="accent3"/>
          </a:effectRef>
          <a:fontRef idx="minor">
            <a:schemeClr val="dk1"/>
          </a:fontRef>
        </p:style>
        <p:txBody>
          <a:bodyPr wrap="square" lIns="152400" tIns="91440" rIns="152400" bIns="91440" anchor="t"/>
          <a:lstStyle/>
          <a:p>
            <a:pPr algn="l">
              <a:buNone/>
            </a:pPr>
            <a:r>
              <a:rPr lang="en-US" sz="2200" b="1" noProof="0" dirty="0">
                <a:solidFill>
                  <a:srgbClr val="0D9589"/>
                </a:solidFill>
              </a:rPr>
              <a:t>Step 3</a:t>
            </a:r>
          </a:p>
          <a:p>
            <a:pPr algn="l">
              <a:buNone/>
            </a:pPr>
            <a:r>
              <a:rPr lang="en-US" sz="1100" b="1" noProof="0" dirty="0">
                <a:solidFill>
                  <a:srgbClr val="0D9589"/>
                </a:solidFill>
              </a:rPr>
              <a:t>Schema Validation</a:t>
            </a:r>
          </a:p>
          <a:p>
            <a:pPr algn="l">
              <a:buNone/>
            </a:pPr>
            <a:r>
              <a:rPr lang="en-US" sz="850" b="0" noProof="0" dirty="0"/>
              <a:t>validate_schemas.py</a:t>
            </a:r>
          </a:p>
          <a:p>
            <a:pPr algn="l">
              <a:buNone/>
            </a:pPr>
            <a:endParaRPr lang="en-US" sz="850" b="0" noProof="0" dirty="0"/>
          </a:p>
          <a:p>
            <a:pPr algn="l">
              <a:buNone/>
            </a:pPr>
            <a:endParaRPr lang="en-US" sz="850" b="0" noProof="0" dirty="0"/>
          </a:p>
          <a:p>
            <a:pPr algn="l">
              <a:buNone/>
            </a:pPr>
            <a:r>
              <a:rPr lang="en-US" sz="800" b="0" i="1" noProof="0" dirty="0"/>
              <a:t>Contract doc verified</a:t>
            </a:r>
          </a:p>
        </p:txBody>
      </p:sp>
      <p:sp>
        <p:nvSpPr>
          <p:cNvPr id="10" name="G4">
            <a:extLst>
              <a:ext uri="{FF2B5EF4-FFF2-40B4-BE49-F238E27FC236}">
                <a16:creationId xmlns:a16="http://schemas.microsoft.com/office/drawing/2014/main" id="{28D57247-864C-41F3-9258-2EAA765E19FE}"/>
              </a:ext>
            </a:extLst>
          </p:cNvPr>
          <p:cNvSpPr/>
          <p:nvPr/>
        </p:nvSpPr>
        <p:spPr>
          <a:xfrm>
            <a:off x="9058822" y="2241181"/>
            <a:ext cx="2850000" cy="1400000"/>
          </a:xfrm>
          <a:prstGeom prst="roundRect">
            <a:avLst>
              <a:gd name="adj" fmla="val 10000"/>
            </a:avLst>
          </a:prstGeom>
          <a:solidFill>
            <a:srgbClr val="F8FAFC"/>
          </a:solidFill>
          <a:ln w="12700">
            <a:solidFill>
              <a:srgbClr val="0D9589"/>
            </a:solidFill>
          </a:ln>
        </p:spPr>
        <p:txBody>
          <a:bodyPr wrap="square" lIns="152400" tIns="91440" rIns="152400" bIns="91440" anchor="t"/>
          <a:lstStyle/>
          <a:p>
            <a:pPr algn="l">
              <a:buNone/>
            </a:pPr>
            <a:r>
              <a:rPr lang="en-US" sz="2200" b="1" noProof="0" dirty="0">
                <a:solidFill>
                  <a:srgbClr val="0D9589"/>
                </a:solidFill>
              </a:rPr>
              <a:t>Step 4</a:t>
            </a:r>
          </a:p>
          <a:p>
            <a:pPr algn="l">
              <a:buNone/>
            </a:pPr>
            <a:r>
              <a:rPr lang="en-US" sz="1100" b="1" noProof="0" dirty="0">
                <a:solidFill>
                  <a:srgbClr val="0D9589"/>
                </a:solidFill>
              </a:rPr>
              <a:t>30Q + 50Q Live</a:t>
            </a:r>
          </a:p>
          <a:p>
            <a:pPr algn="l">
              <a:buNone/>
            </a:pPr>
            <a:r>
              <a:rPr lang="en-US" sz="850" b="0" noProof="0" dirty="0"/>
              <a:t>run_h7_50q_ab_test.ps1</a:t>
            </a:r>
          </a:p>
          <a:p>
            <a:pPr algn="l">
              <a:buNone/>
            </a:pPr>
            <a:r>
              <a:rPr lang="en-US" sz="850" b="0" noProof="0" dirty="0"/>
              <a:t>DMA,UART,I2C,USB,ADC,FDCAN</a:t>
            </a:r>
          </a:p>
          <a:p>
            <a:pPr algn="l">
              <a:buNone/>
            </a:pPr>
            <a:endParaRPr lang="en-US" sz="850" b="0" noProof="0" dirty="0"/>
          </a:p>
          <a:p>
            <a:r>
              <a:rPr lang="en-US" sz="800" b="0" i="1" noProof="0" dirty="0"/>
              <a:t>Manuel</a:t>
            </a:r>
            <a:r>
              <a:rPr lang="en-US" sz="800" i="1" noProof="0" dirty="0"/>
              <a:t> Benchmark</a:t>
            </a:r>
            <a:endParaRPr lang="en-US" sz="800" b="0" i="1" noProof="0" dirty="0"/>
          </a:p>
        </p:txBody>
      </p:sp>
      <p:sp>
        <p:nvSpPr>
          <p:cNvPr id="11" name="flow">
            <a:extLst>
              <a:ext uri="{FF2B5EF4-FFF2-40B4-BE49-F238E27FC236}">
                <a16:creationId xmlns:a16="http://schemas.microsoft.com/office/drawing/2014/main" id="{E34A8314-6798-BA98-4CC9-BEF0D1B0DC2F}"/>
              </a:ext>
            </a:extLst>
          </p:cNvPr>
          <p:cNvSpPr/>
          <p:nvPr/>
        </p:nvSpPr>
        <p:spPr>
          <a:xfrm>
            <a:off x="-1743032" y="1678650"/>
            <a:ext cx="5876506" cy="280000"/>
          </a:xfrm>
          <a:prstGeom prst="rect">
            <a:avLst/>
          </a:prstGeom>
          <a:noFill/>
        </p:spPr>
        <p:txBody>
          <a:bodyPr wrap="square" lIns="0" tIns="0" rIns="0" bIns="0" anchor="ctr"/>
          <a:lstStyle/>
          <a:p>
            <a:pPr algn="ctr">
              <a:buNone/>
            </a:pPr>
            <a:r>
              <a:rPr lang="en-US" sz="1400" b="1" i="1" noProof="0" dirty="0">
                <a:solidFill>
                  <a:srgbClr val="0D9589"/>
                </a:solidFill>
              </a:rPr>
              <a:t>Offline Evaluation : </a:t>
            </a:r>
          </a:p>
        </p:txBody>
      </p:sp>
      <p:cxnSp>
        <p:nvCxnSpPr>
          <p:cNvPr id="12" name="Straight Arrow Connector 11">
            <a:extLst>
              <a:ext uri="{FF2B5EF4-FFF2-40B4-BE49-F238E27FC236}">
                <a16:creationId xmlns:a16="http://schemas.microsoft.com/office/drawing/2014/main" id="{C94C0AC5-B8D9-9EBE-1ACA-5FA993358044}"/>
              </a:ext>
            </a:extLst>
          </p:cNvPr>
          <p:cNvCxnSpPr>
            <a:stCxn id="7" idx="3"/>
            <a:endCxn id="8" idx="1"/>
          </p:cNvCxnSpPr>
          <p:nvPr/>
        </p:nvCxnSpPr>
        <p:spPr>
          <a:xfrm>
            <a:off x="3008822" y="2941181"/>
            <a:ext cx="250000" cy="0"/>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71603734-C4D1-6734-4809-CC36290520A1}"/>
              </a:ext>
            </a:extLst>
          </p:cNvPr>
          <p:cNvCxnSpPr>
            <a:stCxn id="8" idx="3"/>
            <a:endCxn id="9" idx="1"/>
          </p:cNvCxnSpPr>
          <p:nvPr/>
        </p:nvCxnSpPr>
        <p:spPr>
          <a:xfrm>
            <a:off x="5908822" y="2941181"/>
            <a:ext cx="250000" cy="0"/>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3718FACC-E98A-D385-CA26-4205BC76EADE}"/>
              </a:ext>
            </a:extLst>
          </p:cNvPr>
          <p:cNvCxnSpPr>
            <a:stCxn id="9" idx="3"/>
            <a:endCxn id="10" idx="1"/>
          </p:cNvCxnSpPr>
          <p:nvPr/>
        </p:nvCxnSpPr>
        <p:spPr>
          <a:xfrm>
            <a:off x="8808822" y="2941181"/>
            <a:ext cx="250000" cy="0"/>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2563EFEB-728E-C266-B004-74E9E2FA6EDA}"/>
              </a:ext>
            </a:extLst>
          </p:cNvPr>
          <p:cNvSpPr txBox="1"/>
          <p:nvPr/>
        </p:nvSpPr>
        <p:spPr>
          <a:xfrm>
            <a:off x="-1102740" y="3817961"/>
            <a:ext cx="7011562" cy="523220"/>
          </a:xfrm>
          <a:prstGeom prst="rect">
            <a:avLst/>
          </a:prstGeom>
          <a:noFill/>
        </p:spPr>
        <p:txBody>
          <a:bodyPr wrap="square">
            <a:spAutoFit/>
          </a:bodyPr>
          <a:lstStyle/>
          <a:p>
            <a:pPr algn="ctr">
              <a:buNone/>
            </a:pPr>
            <a:r>
              <a:rPr lang="en-US" sz="1400" b="1" i="1" noProof="0" dirty="0">
                <a:solidFill>
                  <a:srgbClr val="0D9589"/>
                </a:solidFill>
              </a:rPr>
              <a:t>Online Evaluation </a:t>
            </a:r>
            <a:r>
              <a:rPr lang="en-US" sz="1200" b="1" i="1" noProof="0" dirty="0">
                <a:solidFill>
                  <a:srgbClr val="0D9589"/>
                </a:solidFill>
              </a:rPr>
              <a:t>( </a:t>
            </a:r>
            <a:r>
              <a:rPr lang="en-US" sz="1200" noProof="0" dirty="0"/>
              <a:t>50Q Live Run , ST Platform results </a:t>
            </a:r>
            <a:r>
              <a:rPr lang="en-US" sz="1200" noProof="0" dirty="0">
                <a:solidFill>
                  <a:srgbClr val="0D9589"/>
                </a:solidFill>
              </a:rPr>
              <a:t>)</a:t>
            </a:r>
            <a:r>
              <a:rPr lang="en-US" sz="1400" b="1" i="1" noProof="0" dirty="0">
                <a:solidFill>
                  <a:srgbClr val="0D9589"/>
                </a:solidFill>
              </a:rPr>
              <a:t> :</a:t>
            </a:r>
            <a:endParaRPr lang="en-US" sz="1400" noProof="0" dirty="0"/>
          </a:p>
          <a:p>
            <a:pPr algn="ctr">
              <a:buNone/>
            </a:pPr>
            <a:r>
              <a:rPr lang="en-US" sz="1400" b="1" i="1" noProof="0" dirty="0">
                <a:solidFill>
                  <a:srgbClr val="0D9589"/>
                </a:solidFill>
              </a:rPr>
              <a:t>  </a:t>
            </a:r>
          </a:p>
        </p:txBody>
      </p:sp>
      <p:sp>
        <p:nvSpPr>
          <p:cNvPr id="19" name="IncNote">
            <a:extLst>
              <a:ext uri="{FF2B5EF4-FFF2-40B4-BE49-F238E27FC236}">
                <a16:creationId xmlns:a16="http://schemas.microsoft.com/office/drawing/2014/main" id="{46AB72AE-E4C8-6B09-EF09-16CD08C7AD4A}"/>
              </a:ext>
            </a:extLst>
          </p:cNvPr>
          <p:cNvSpPr/>
          <p:nvPr/>
        </p:nvSpPr>
        <p:spPr>
          <a:xfrm>
            <a:off x="2937735" y="1293750"/>
            <a:ext cx="7090898" cy="401570"/>
          </a:xfrm>
          <a:prstGeom prst="roundRect">
            <a:avLst>
              <a:gd name="adj" fmla="val 15000"/>
            </a:avLst>
          </a:prstGeom>
          <a:solidFill>
            <a:srgbClr val="F8FAFC"/>
          </a:solidFill>
          <a:ln w="19050">
            <a:solidFill>
              <a:srgbClr val="0369A1"/>
            </a:solidFill>
          </a:ln>
        </p:spPr>
        <p:txBody>
          <a:bodyPr wrap="square" lIns="152400" tIns="45720" rIns="152400" bIns="45720" anchor="ctr"/>
          <a:lstStyle/>
          <a:p>
            <a:pPr algn="l">
              <a:buNone/>
            </a:pPr>
            <a:r>
              <a:rPr lang="en-US" sz="900" b="1" noProof="0" dirty="0">
                <a:solidFill>
                  <a:srgbClr val="0369A1"/>
                </a:solidFill>
              </a:rPr>
              <a:t>Incremental evaluation: </a:t>
            </a:r>
            <a:r>
              <a:rPr lang="en-US" sz="900" b="0" noProof="0" dirty="0">
                <a:solidFill>
                  <a:srgbClr val="475569"/>
                </a:solidFill>
              </a:rPr>
              <a:t>each added source is evaluated separately to avoid introducing hallucinations or out-of-context responses. </a:t>
            </a:r>
          </a:p>
        </p:txBody>
      </p:sp>
      <p:pic>
        <p:nvPicPr>
          <p:cNvPr id="21" name="Picture 20">
            <a:extLst>
              <a:ext uri="{FF2B5EF4-FFF2-40B4-BE49-F238E27FC236}">
                <a16:creationId xmlns:a16="http://schemas.microsoft.com/office/drawing/2014/main" id="{A0992801-CC3D-0552-3411-DF656980A4F6}"/>
              </a:ext>
            </a:extLst>
          </p:cNvPr>
          <p:cNvPicPr>
            <a:picLocks noChangeAspect="1"/>
          </p:cNvPicPr>
          <p:nvPr/>
        </p:nvPicPr>
        <p:blipFill>
          <a:blip r:embed="rId3"/>
          <a:stretch>
            <a:fillRect/>
          </a:stretch>
        </p:blipFill>
        <p:spPr>
          <a:xfrm>
            <a:off x="4048031" y="4271386"/>
            <a:ext cx="5157623" cy="2458211"/>
          </a:xfrm>
          <a:prstGeom prst="rect">
            <a:avLst/>
          </a:prstGeom>
        </p:spPr>
      </p:pic>
      <p:sp>
        <p:nvSpPr>
          <p:cNvPr id="22" name="Gain">
            <a:extLst>
              <a:ext uri="{FF2B5EF4-FFF2-40B4-BE49-F238E27FC236}">
                <a16:creationId xmlns:a16="http://schemas.microsoft.com/office/drawing/2014/main" id="{BAA4EEB4-BB7D-E65F-E3FE-0700FED15C8C}"/>
              </a:ext>
            </a:extLst>
          </p:cNvPr>
          <p:cNvSpPr/>
          <p:nvPr/>
        </p:nvSpPr>
        <p:spPr>
          <a:xfrm>
            <a:off x="9485899" y="5278406"/>
            <a:ext cx="265376" cy="571688"/>
          </a:xfrm>
          <a:prstGeom prst="roundRect">
            <a:avLst>
              <a:gd name="adj" fmla="val 25000"/>
            </a:avLst>
          </a:prstGeom>
          <a:solidFill>
            <a:srgbClr val="059669"/>
          </a:solidFill>
          <a:ln>
            <a:noFill/>
          </a:ln>
        </p:spPr>
        <p:txBody>
          <a:bodyPr wrap="square" lIns="91440" tIns="45720" rIns="91440" bIns="45720" anchor="ctr"/>
          <a:lstStyle/>
          <a:p>
            <a:pPr algn="ctr">
              <a:buNone/>
            </a:pPr>
            <a:r>
              <a:rPr lang="en-US" sz="1400" b="1" noProof="0" dirty="0">
                <a:solidFill>
                  <a:srgbClr val="FFFFFF"/>
                </a:solidFill>
              </a:rPr>
              <a:t>↑</a:t>
            </a:r>
          </a:p>
        </p:txBody>
      </p:sp>
      <p:sp>
        <p:nvSpPr>
          <p:cNvPr id="3" name="Slide Number Placeholder 2">
            <a:extLst>
              <a:ext uri="{FF2B5EF4-FFF2-40B4-BE49-F238E27FC236}">
                <a16:creationId xmlns:a16="http://schemas.microsoft.com/office/drawing/2014/main" id="{6848823B-A7D3-C79C-3B7B-D92F9CB0FC96}"/>
              </a:ext>
            </a:extLst>
          </p:cNvPr>
          <p:cNvSpPr>
            <a:spLocks noGrp="1"/>
          </p:cNvSpPr>
          <p:nvPr>
            <p:ph type="sldNum" sz="quarter" idx="12"/>
          </p:nvPr>
        </p:nvSpPr>
        <p:spPr/>
        <p:txBody>
          <a:bodyPr/>
          <a:lstStyle/>
          <a:p>
            <a:fld id="{40A7B169-58CE-4E65-B1F9-ACF9E46440C2}" type="slidenum">
              <a:rPr lang="en-US" noProof="0" smtClean="0"/>
              <a:t>61</a:t>
            </a:fld>
            <a:endParaRPr lang="en-US" noProof="0" dirty="0"/>
          </a:p>
        </p:txBody>
      </p:sp>
      <p:sp>
        <p:nvSpPr>
          <p:cNvPr id="6" name="ZoneTexte 5">
            <a:extLst>
              <a:ext uri="{FF2B5EF4-FFF2-40B4-BE49-F238E27FC236}">
                <a16:creationId xmlns:a16="http://schemas.microsoft.com/office/drawing/2014/main" id="{D0B9AED0-0CD6-220D-E2A6-98D92BFB82ED}"/>
              </a:ext>
            </a:extLst>
          </p:cNvPr>
          <p:cNvSpPr txBox="1"/>
          <p:nvPr/>
        </p:nvSpPr>
        <p:spPr>
          <a:xfrm>
            <a:off x="1683822" y="5217960"/>
            <a:ext cx="6969966" cy="369332"/>
          </a:xfrm>
          <a:prstGeom prst="rect">
            <a:avLst/>
          </a:prstGeom>
          <a:noFill/>
        </p:spPr>
        <p:txBody>
          <a:bodyPr wrap="square">
            <a:spAutoFit/>
          </a:bodyPr>
          <a:lstStyle/>
          <a:p>
            <a:r>
              <a:rPr lang="en-US" sz="1800" b="1" i="1" noProof="0" dirty="0"/>
              <a:t>Quality Index </a:t>
            </a:r>
            <a:endParaRPr lang="en-US" noProof="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D0FCA-B020-A8AE-6162-5A31EE9DCC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29689D-76BB-A217-5E65-F07E7B87C12B}"/>
              </a:ext>
            </a:extLst>
          </p:cNvPr>
          <p:cNvSpPr>
            <a:spLocks noGrp="1"/>
          </p:cNvSpPr>
          <p:nvPr>
            <p:ph type="title"/>
          </p:nvPr>
        </p:nvSpPr>
        <p:spPr>
          <a:xfrm>
            <a:off x="242477" y="-53443"/>
            <a:ext cx="11609159" cy="1247050"/>
          </a:xfrm>
        </p:spPr>
        <p:txBody>
          <a:bodyPr/>
          <a:lstStyle/>
          <a:p>
            <a:r>
              <a:rPr lang="en-US" sz="1800" b="1" noProof="0" dirty="0"/>
              <a:t>Offline evaluation </a:t>
            </a:r>
            <a:endParaRPr lang="en-US" sz="1800" noProof="0" dirty="0"/>
          </a:p>
        </p:txBody>
      </p:sp>
      <p:sp>
        <p:nvSpPr>
          <p:cNvPr id="56" name="TextBox 55">
            <a:extLst>
              <a:ext uri="{FF2B5EF4-FFF2-40B4-BE49-F238E27FC236}">
                <a16:creationId xmlns:a16="http://schemas.microsoft.com/office/drawing/2014/main" id="{7AAB94FE-6E63-6062-0660-D7E1F13C59F7}"/>
              </a:ext>
            </a:extLst>
          </p:cNvPr>
          <p:cNvSpPr txBox="1"/>
          <p:nvPr/>
        </p:nvSpPr>
        <p:spPr>
          <a:xfrm>
            <a:off x="322441" y="665813"/>
            <a:ext cx="9893022" cy="276999"/>
          </a:xfrm>
          <a:prstGeom prst="rect">
            <a:avLst/>
          </a:prstGeom>
          <a:noFill/>
        </p:spPr>
        <p:txBody>
          <a:bodyPr wrap="square">
            <a:spAutoFit/>
          </a:bodyPr>
          <a:lstStyle/>
          <a:p>
            <a:pPr marL="0" indent="0" algn="l">
              <a:buNone/>
            </a:pPr>
            <a:r>
              <a:rPr lang="en-US" sz="1200" b="1" noProof="0" dirty="0">
                <a:solidFill>
                  <a:srgbClr val="425A78"/>
                </a:solidFill>
              </a:rPr>
              <a:t>Can our preprocessed chunks retrieve the right answer with a simple search — before uploading to ST ChatGPT?</a:t>
            </a:r>
          </a:p>
        </p:txBody>
      </p:sp>
      <p:sp>
        <p:nvSpPr>
          <p:cNvPr id="57" name="Text 3">
            <a:extLst>
              <a:ext uri="{FF2B5EF4-FFF2-40B4-BE49-F238E27FC236}">
                <a16:creationId xmlns:a16="http://schemas.microsoft.com/office/drawing/2014/main" id="{384CB979-B888-1C47-B794-9D08B2CDD306}"/>
              </a:ext>
            </a:extLst>
          </p:cNvPr>
          <p:cNvSpPr/>
          <p:nvPr/>
        </p:nvSpPr>
        <p:spPr>
          <a:xfrm>
            <a:off x="390663" y="921845"/>
            <a:ext cx="8229600" cy="256032"/>
          </a:xfrm>
          <a:prstGeom prst="rect">
            <a:avLst/>
          </a:prstGeom>
          <a:noFill/>
          <a:ln/>
        </p:spPr>
        <p:txBody>
          <a:bodyPr wrap="square" lIns="0" tIns="0" rIns="0" bIns="0" rtlCol="0" anchor="ctr"/>
          <a:lstStyle/>
          <a:p>
            <a:pPr marL="0" indent="0" algn="l">
              <a:buNone/>
            </a:pPr>
            <a:endParaRPr lang="en-US" sz="1200" i="1" noProof="0" dirty="0">
              <a:solidFill>
                <a:srgbClr val="64748B"/>
              </a:solidFill>
            </a:endParaRPr>
          </a:p>
        </p:txBody>
      </p:sp>
      <p:sp>
        <p:nvSpPr>
          <p:cNvPr id="58" name="Shape 4">
            <a:extLst>
              <a:ext uri="{FF2B5EF4-FFF2-40B4-BE49-F238E27FC236}">
                <a16:creationId xmlns:a16="http://schemas.microsoft.com/office/drawing/2014/main" id="{981AFD3F-9C9C-11C2-FD53-8C7FD487D39C}"/>
              </a:ext>
            </a:extLst>
          </p:cNvPr>
          <p:cNvSpPr/>
          <p:nvPr/>
        </p:nvSpPr>
        <p:spPr>
          <a:xfrm>
            <a:off x="390663" y="1069741"/>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60" name="Slide Number Placeholder 59">
            <a:extLst>
              <a:ext uri="{FF2B5EF4-FFF2-40B4-BE49-F238E27FC236}">
                <a16:creationId xmlns:a16="http://schemas.microsoft.com/office/drawing/2014/main" id="{7A20FF5D-260E-5161-CED9-C423B414E29A}"/>
              </a:ext>
            </a:extLst>
          </p:cNvPr>
          <p:cNvSpPr>
            <a:spLocks noGrp="1"/>
          </p:cNvSpPr>
          <p:nvPr>
            <p:ph type="sldNum" sz="quarter" idx="12"/>
          </p:nvPr>
        </p:nvSpPr>
        <p:spPr/>
        <p:txBody>
          <a:bodyPr/>
          <a:lstStyle/>
          <a:p>
            <a:fld id="{40A7B169-58CE-4E65-B1F9-ACF9E46440C2}" type="slidenum">
              <a:rPr lang="en-US" noProof="0" smtClean="0"/>
              <a:t>62</a:t>
            </a:fld>
            <a:endParaRPr lang="en-US" noProof="0" dirty="0"/>
          </a:p>
        </p:txBody>
      </p:sp>
      <p:sp>
        <p:nvSpPr>
          <p:cNvPr id="63" name="V1"/>
          <p:cNvSpPr/>
          <p:nvPr/>
        </p:nvSpPr>
        <p:spPr>
          <a:xfrm>
            <a:off x="3199759" y="1304806"/>
            <a:ext cx="5400000" cy="1279230"/>
          </a:xfrm>
          <a:prstGeom prst="roundRect">
            <a:avLst>
              <a:gd name="adj" fmla="val 8000"/>
            </a:avLst>
          </a:prstGeom>
          <a:solidFill>
            <a:srgbClr val="E8EDF2"/>
          </a:solidFill>
          <a:ln w="12700">
            <a:solidFill>
              <a:srgbClr val="AABBCC"/>
            </a:solidFill>
          </a:ln>
        </p:spPr>
        <p:txBody>
          <a:bodyPr wrap="square" lIns="182880" tIns="91440" rIns="182880" bIns="91440" anchor="t"/>
          <a:lstStyle/>
          <a:p>
            <a:pPr algn="l">
              <a:buNone/>
            </a:pPr>
            <a:r>
              <a:rPr lang="en-US" sz="1050" b="1" noProof="0" dirty="0">
                <a:solidFill>
                  <a:srgbClr val="0D9488"/>
                </a:solidFill>
              </a:rPr>
              <a:t>One chunk per issue</a:t>
            </a:r>
          </a:p>
          <a:p>
            <a:pPr algn="l">
              <a:buNone/>
            </a:pPr>
            <a:endParaRPr lang="en-US" sz="1050" b="1" noProof="0" dirty="0">
              <a:solidFill>
                <a:srgbClr val="0D9488"/>
              </a:solidFill>
            </a:endParaRPr>
          </a:p>
          <a:p>
            <a:pPr marL="171450" indent="-171450" algn="l">
              <a:buFont typeface="Arial" panose="020B0604020202020204" pitchFamily="34" charset="0"/>
              <a:buChar char="•"/>
            </a:pPr>
            <a:r>
              <a:rPr lang="en-US" sz="1000" b="0" noProof="0" dirty="0">
                <a:solidFill>
                  <a:srgbClr val="475569"/>
                </a:solidFill>
              </a:rPr>
              <a:t>Each cleaned issue becomes a single chunk with all its metadata.</a:t>
            </a:r>
          </a:p>
          <a:p>
            <a:pPr marL="171450" indent="-171450" algn="l">
              <a:buFont typeface="Arial" panose="020B0604020202020204" pitchFamily="34" charset="0"/>
              <a:buChar char="•"/>
            </a:pPr>
            <a:r>
              <a:rPr lang="en-US" sz="1000" b="0" noProof="0" dirty="0">
                <a:solidFill>
                  <a:srgbClr val="475569"/>
                </a:solidFill>
              </a:rPr>
              <a:t>Fast and simple : good for short, focused issues.</a:t>
            </a:r>
          </a:p>
          <a:p>
            <a:pPr marL="171450" indent="-171450" algn="l">
              <a:buFont typeface="Arial" panose="020B0604020202020204" pitchFamily="34" charset="0"/>
              <a:buChar char="•"/>
            </a:pPr>
            <a:endParaRPr lang="en-US" sz="1000" b="0" noProof="0" dirty="0">
              <a:solidFill>
                <a:srgbClr val="475569"/>
              </a:solidFill>
            </a:endParaRPr>
          </a:p>
          <a:p>
            <a:pPr algn="l">
              <a:buNone/>
            </a:pPr>
            <a:endParaRPr lang="en-US" sz="900" b="0" noProof="0" dirty="0">
              <a:solidFill>
                <a:srgbClr val="475569"/>
              </a:solidFill>
            </a:endParaRPr>
          </a:p>
          <a:p>
            <a:pPr algn="l">
              <a:buNone/>
            </a:pPr>
            <a:r>
              <a:rPr lang="en-US" sz="850" b="0" i="1" noProof="0" dirty="0" err="1">
                <a:solidFill>
                  <a:srgbClr val="64748B"/>
                </a:solidFill>
              </a:rPr>
              <a:t>clean_issue_to_chunk</a:t>
            </a:r>
            <a:r>
              <a:rPr lang="en-US" sz="850" b="0" i="1" noProof="0" dirty="0">
                <a:solidFill>
                  <a:srgbClr val="64748B"/>
                </a:solidFill>
              </a:rPr>
              <a:t>() → </a:t>
            </a:r>
            <a:r>
              <a:rPr lang="en-US" sz="850" b="0" i="1" noProof="0" dirty="0" err="1">
                <a:solidFill>
                  <a:srgbClr val="64748B"/>
                </a:solidFill>
              </a:rPr>
              <a:t>chunks_issues</a:t>
            </a:r>
            <a:r>
              <a:rPr lang="en-US" sz="850" b="0" i="1" noProof="0" dirty="0">
                <a:solidFill>
                  <a:srgbClr val="64748B"/>
                </a:solidFill>
              </a:rPr>
              <a:t>_&lt;repo&gt;.</a:t>
            </a:r>
            <a:r>
              <a:rPr lang="en-US" sz="850" b="0" i="1" noProof="0" dirty="0" err="1">
                <a:solidFill>
                  <a:srgbClr val="64748B"/>
                </a:solidFill>
              </a:rPr>
              <a:t>json</a:t>
            </a:r>
            <a:endParaRPr lang="en-US" sz="850" b="0" i="1" noProof="0" dirty="0">
              <a:solidFill>
                <a:srgbClr val="64748B"/>
              </a:solidFill>
            </a:endParaRPr>
          </a:p>
        </p:txBody>
      </p:sp>
      <p:sp>
        <p:nvSpPr>
          <p:cNvPr id="257" name="SA"/>
          <p:cNvSpPr/>
          <p:nvPr/>
        </p:nvSpPr>
        <p:spPr>
          <a:xfrm>
            <a:off x="3099759" y="2882026"/>
            <a:ext cx="5700000" cy="360000"/>
          </a:xfrm>
          <a:prstGeom prst="roundRect">
            <a:avLst>
              <a:gd name="adj" fmla="val 10000"/>
            </a:avLst>
          </a:prstGeom>
          <a:solidFill>
            <a:srgbClr val="1B2A3B"/>
          </a:solidFill>
          <a:ln>
            <a:noFill/>
          </a:ln>
        </p:spPr>
        <p:txBody>
          <a:bodyPr wrap="square" lIns="182880" tIns="45720" rIns="182880" bIns="45720" anchor="ctr"/>
          <a:lstStyle/>
          <a:p>
            <a:pPr algn="l">
              <a:buNone/>
            </a:pPr>
            <a:r>
              <a:rPr lang="en-US" sz="1050" b="1" noProof="0" dirty="0">
                <a:solidFill>
                  <a:srgbClr val="0D9488"/>
                </a:solidFill>
              </a:rPr>
              <a:t>Preprocessed issues  </a:t>
            </a:r>
            <a:r>
              <a:rPr lang="en-US" sz="1000" b="1" noProof="0" dirty="0">
                <a:solidFill>
                  <a:srgbClr val="CBD5E1"/>
                </a:solidFill>
              </a:rPr>
              <a:t>cleaned, enriched, similarity-linked</a:t>
            </a:r>
          </a:p>
        </p:txBody>
      </p:sp>
      <p:sp>
        <p:nvSpPr>
          <p:cNvPr id="258" name="A1"/>
          <p:cNvSpPr/>
          <p:nvPr/>
        </p:nvSpPr>
        <p:spPr>
          <a:xfrm>
            <a:off x="5699759" y="3262026"/>
            <a:ext cx="400000" cy="240000"/>
          </a:xfrm>
          <a:prstGeom prst="rect">
            <a:avLst/>
          </a:prstGeom>
          <a:noFill/>
        </p:spPr>
        <p:txBody>
          <a:bodyPr wrap="square" lIns="0" tIns="0" rIns="0" bIns="0" anchor="ctr"/>
          <a:lstStyle/>
          <a:p>
            <a:pPr algn="ctr">
              <a:buNone/>
            </a:pPr>
            <a:r>
              <a:rPr lang="en-US" sz="1200" b="1" noProof="0" dirty="0">
                <a:solidFill>
                  <a:srgbClr val="94A3B8"/>
                </a:solidFill>
              </a:rPr>
              <a:t>↓</a:t>
            </a:r>
          </a:p>
        </p:txBody>
      </p:sp>
      <p:sp>
        <p:nvSpPr>
          <p:cNvPr id="259" name="SB"/>
          <p:cNvSpPr/>
          <p:nvPr/>
        </p:nvSpPr>
        <p:spPr>
          <a:xfrm>
            <a:off x="3099759" y="3512026"/>
            <a:ext cx="5700000" cy="360000"/>
          </a:xfrm>
          <a:prstGeom prst="roundRect">
            <a:avLst>
              <a:gd name="adj" fmla="val 10000"/>
            </a:avLst>
          </a:prstGeom>
          <a:solidFill>
            <a:srgbClr val="0D9488"/>
          </a:solidFill>
          <a:ln>
            <a:noFill/>
          </a:ln>
        </p:spPr>
        <p:txBody>
          <a:bodyPr wrap="square" lIns="182880" tIns="45720" rIns="182880" bIns="45720" anchor="ctr"/>
          <a:lstStyle/>
          <a:p>
            <a:pPr algn="l">
              <a:buNone/>
            </a:pPr>
            <a:r>
              <a:rPr lang="en-US" sz="1050" b="1" noProof="0" dirty="0">
                <a:solidFill>
                  <a:srgbClr val="FFFFFF"/>
                </a:solidFill>
              </a:rPr>
              <a:t>Chunking                             </a:t>
            </a:r>
            <a:r>
              <a:rPr lang="en-US" sz="1000" b="1" noProof="0" dirty="0">
                <a:solidFill>
                  <a:srgbClr val="E0F2F1"/>
                </a:solidFill>
              </a:rPr>
              <a:t>split into JSON chunks</a:t>
            </a:r>
          </a:p>
        </p:txBody>
      </p:sp>
      <p:sp>
        <p:nvSpPr>
          <p:cNvPr id="260" name="A2"/>
          <p:cNvSpPr/>
          <p:nvPr/>
        </p:nvSpPr>
        <p:spPr>
          <a:xfrm>
            <a:off x="5699759" y="3892026"/>
            <a:ext cx="400000" cy="240000"/>
          </a:xfrm>
          <a:prstGeom prst="rect">
            <a:avLst/>
          </a:prstGeom>
          <a:noFill/>
        </p:spPr>
        <p:txBody>
          <a:bodyPr wrap="square" lIns="0" tIns="0" rIns="0" bIns="0" anchor="ctr"/>
          <a:lstStyle/>
          <a:p>
            <a:pPr algn="ctr">
              <a:buNone/>
            </a:pPr>
            <a:r>
              <a:rPr lang="en-US" sz="1200" b="1" noProof="0" dirty="0">
                <a:solidFill>
                  <a:srgbClr val="94A3B8"/>
                </a:solidFill>
              </a:rPr>
              <a:t>↓</a:t>
            </a:r>
          </a:p>
        </p:txBody>
      </p:sp>
      <p:sp>
        <p:nvSpPr>
          <p:cNvPr id="261" name="SC"/>
          <p:cNvSpPr/>
          <p:nvPr/>
        </p:nvSpPr>
        <p:spPr>
          <a:xfrm>
            <a:off x="3099759" y="4142026"/>
            <a:ext cx="5700000" cy="360000"/>
          </a:xfrm>
          <a:prstGeom prst="roundRect">
            <a:avLst>
              <a:gd name="adj" fmla="val 10000"/>
            </a:avLst>
          </a:prstGeom>
          <a:solidFill>
            <a:srgbClr val="425A78"/>
          </a:solidFill>
          <a:ln>
            <a:noFill/>
          </a:ln>
        </p:spPr>
        <p:txBody>
          <a:bodyPr wrap="square" lIns="182880" tIns="45720" rIns="182880" bIns="45720" anchor="ctr"/>
          <a:lstStyle/>
          <a:p>
            <a:pPr algn="l">
              <a:buNone/>
            </a:pPr>
            <a:r>
              <a:rPr lang="en-US" sz="1050" b="1" noProof="0" dirty="0">
                <a:solidFill>
                  <a:srgbClr val="FFFFFF"/>
                </a:solidFill>
              </a:rPr>
              <a:t>TF-IDF search on JSON  </a:t>
            </a:r>
            <a:r>
              <a:rPr lang="en-US" sz="1000" b="1" noProof="0" dirty="0">
                <a:solidFill>
                  <a:srgbClr val="E2E8F0"/>
                </a:solidFill>
              </a:rPr>
              <a:t>simple search, no RAG, no ST ChatGPT</a:t>
            </a:r>
          </a:p>
        </p:txBody>
      </p:sp>
      <p:sp>
        <p:nvSpPr>
          <p:cNvPr id="262" name="Why"/>
          <p:cNvSpPr/>
          <p:nvPr/>
        </p:nvSpPr>
        <p:spPr>
          <a:xfrm>
            <a:off x="451636" y="4676665"/>
            <a:ext cx="11400000" cy="1553297"/>
          </a:xfrm>
          <a:prstGeom prst="roundRect">
            <a:avLst>
              <a:gd name="adj" fmla="val 6000"/>
            </a:avLst>
          </a:prstGeom>
          <a:solidFill>
            <a:srgbClr val="F1F5F9"/>
          </a:solidFill>
          <a:ln w="19050">
            <a:solidFill>
              <a:srgbClr val="CBD5E1"/>
            </a:solidFill>
          </a:ln>
        </p:spPr>
        <p:txBody>
          <a:bodyPr wrap="square" lIns="182880" tIns="91440" rIns="182880" bIns="91440" anchor="t"/>
          <a:lstStyle/>
          <a:p>
            <a:pPr algn="l">
              <a:buNone/>
            </a:pPr>
            <a:r>
              <a:rPr lang="en-US" sz="1100" b="1" noProof="0" dirty="0">
                <a:solidFill>
                  <a:srgbClr val="1B2A3B"/>
                </a:solidFill>
              </a:rPr>
              <a:t>Why this matters</a:t>
            </a:r>
          </a:p>
          <a:p>
            <a:pPr algn="l">
              <a:lnSpc>
                <a:spcPct val="150000"/>
              </a:lnSpc>
              <a:buNone/>
            </a:pPr>
            <a:endParaRPr lang="en-US" sz="1100" b="1" noProof="0" dirty="0">
              <a:solidFill>
                <a:srgbClr val="1B2A3B"/>
              </a:solidFill>
            </a:endParaRPr>
          </a:p>
          <a:p>
            <a:pPr marL="171450" indent="-171450" algn="l">
              <a:lnSpc>
                <a:spcPct val="150000"/>
              </a:lnSpc>
              <a:buFont typeface="Arial" panose="020B0604020202020204" pitchFamily="34" charset="0"/>
              <a:buChar char="•"/>
            </a:pPr>
            <a:r>
              <a:rPr lang="en-US" sz="1000" b="1" noProof="0" dirty="0">
                <a:solidFill>
                  <a:srgbClr val="475569"/>
                </a:solidFill>
              </a:rPr>
              <a:t>If a basic TF-IDF search on our chunks already retrieves the right answer, it proves our preprocessing is solid.</a:t>
            </a:r>
          </a:p>
          <a:p>
            <a:pPr marL="171450" indent="-171450" algn="l">
              <a:lnSpc>
                <a:spcPct val="150000"/>
              </a:lnSpc>
              <a:buFont typeface="Arial" panose="020B0604020202020204" pitchFamily="34" charset="0"/>
              <a:buChar char="•"/>
            </a:pPr>
            <a:r>
              <a:rPr lang="en-US" sz="1000" b="1" noProof="0" dirty="0">
                <a:solidFill>
                  <a:srgbClr val="475569"/>
                </a:solidFill>
              </a:rPr>
              <a:t>If it fails, the problem is in our data , not in the ST platform. </a:t>
            </a:r>
          </a:p>
          <a:p>
            <a:pPr marL="171450" indent="-171450" algn="l">
              <a:lnSpc>
                <a:spcPct val="150000"/>
              </a:lnSpc>
              <a:buFont typeface="Arial" panose="020B0604020202020204" pitchFamily="34" charset="0"/>
              <a:buChar char="•"/>
            </a:pPr>
            <a:endParaRPr lang="en-US" sz="1000" b="1" noProof="0" dirty="0">
              <a:solidFill>
                <a:srgbClr val="475569"/>
              </a:solidFill>
            </a:endParaRPr>
          </a:p>
          <a:p>
            <a:pPr algn="ctr">
              <a:lnSpc>
                <a:spcPct val="150000"/>
              </a:lnSpc>
            </a:pPr>
            <a:r>
              <a:rPr lang="en-US" sz="1050" b="1" i="1" noProof="0" dirty="0">
                <a:solidFill>
                  <a:srgbClr val="0D9589"/>
                </a:solidFill>
              </a:rPr>
              <a:t>This is our quality step before uploading anything</a:t>
            </a:r>
            <a:r>
              <a:rPr lang="en-US" sz="1000" b="1" i="1" noProof="0" dirty="0">
                <a:solidFill>
                  <a:srgbClr val="0D9589"/>
                </a:solidFill>
              </a:rPr>
              <a:t>.</a:t>
            </a:r>
          </a:p>
        </p:txBody>
      </p:sp>
    </p:spTree>
    <p:extLst>
      <p:ext uri="{BB962C8B-B14F-4D97-AF65-F5344CB8AC3E}">
        <p14:creationId xmlns:p14="http://schemas.microsoft.com/office/powerpoint/2010/main" val="230734996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D4431-15DA-724A-0889-CCA7FC2436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3B509B-0CB0-285B-EEE4-1534E460FE85}"/>
              </a:ext>
            </a:extLst>
          </p:cNvPr>
          <p:cNvSpPr>
            <a:spLocks noGrp="1"/>
          </p:cNvSpPr>
          <p:nvPr>
            <p:ph type="title"/>
          </p:nvPr>
        </p:nvSpPr>
        <p:spPr>
          <a:xfrm>
            <a:off x="242477" y="-53443"/>
            <a:ext cx="11609159" cy="1247050"/>
          </a:xfrm>
        </p:spPr>
        <p:txBody>
          <a:bodyPr/>
          <a:lstStyle/>
          <a:p>
            <a:r>
              <a:rPr lang="en-US" sz="1800" b="1" noProof="0" dirty="0"/>
              <a:t>Offline Evaluation</a:t>
            </a:r>
            <a:endParaRPr lang="en-US" sz="1800" b="1" noProof="0" dirty="0">
              <a:latin typeface="+mn-lt"/>
            </a:endParaRPr>
          </a:p>
        </p:txBody>
      </p:sp>
      <p:sp>
        <p:nvSpPr>
          <p:cNvPr id="56" name="TextBox 55">
            <a:extLst>
              <a:ext uri="{FF2B5EF4-FFF2-40B4-BE49-F238E27FC236}">
                <a16:creationId xmlns:a16="http://schemas.microsoft.com/office/drawing/2014/main" id="{CCC14F81-6B78-B90F-AD40-12C17DA93D33}"/>
              </a:ext>
            </a:extLst>
          </p:cNvPr>
          <p:cNvSpPr txBox="1"/>
          <p:nvPr/>
        </p:nvSpPr>
        <p:spPr>
          <a:xfrm>
            <a:off x="393456" y="428383"/>
            <a:ext cx="6173779" cy="276999"/>
          </a:xfrm>
          <a:prstGeom prst="rect">
            <a:avLst/>
          </a:prstGeom>
          <a:noFill/>
        </p:spPr>
        <p:txBody>
          <a:bodyPr wrap="square">
            <a:spAutoFit/>
          </a:bodyPr>
          <a:lstStyle/>
          <a:p>
            <a:pPr marL="0" indent="0" algn="l">
              <a:buNone/>
            </a:pPr>
            <a:r>
              <a:rPr lang="en-US" sz="1200" b="1" noProof="0" dirty="0">
                <a:solidFill>
                  <a:srgbClr val="425A78"/>
                </a:solidFill>
              </a:rPr>
              <a:t>Interactive TF-IDF Search</a:t>
            </a:r>
          </a:p>
        </p:txBody>
      </p:sp>
      <p:sp>
        <p:nvSpPr>
          <p:cNvPr id="57" name="Text 3">
            <a:extLst>
              <a:ext uri="{FF2B5EF4-FFF2-40B4-BE49-F238E27FC236}">
                <a16:creationId xmlns:a16="http://schemas.microsoft.com/office/drawing/2014/main" id="{050586D5-38DE-9065-4CCF-0C1BAF40F155}"/>
              </a:ext>
            </a:extLst>
          </p:cNvPr>
          <p:cNvSpPr/>
          <p:nvPr/>
        </p:nvSpPr>
        <p:spPr>
          <a:xfrm>
            <a:off x="488386" y="677043"/>
            <a:ext cx="8229600" cy="256032"/>
          </a:xfrm>
          <a:prstGeom prst="rect">
            <a:avLst/>
          </a:prstGeom>
          <a:noFill/>
          <a:ln/>
        </p:spPr>
        <p:txBody>
          <a:bodyPr wrap="square" lIns="0" tIns="0" rIns="0" bIns="0" rtlCol="0" anchor="ctr"/>
          <a:lstStyle/>
          <a:p>
            <a:pPr marL="0" indent="0" algn="l">
              <a:buNone/>
            </a:pPr>
            <a:r>
              <a:rPr lang="en-US" sz="1200" i="1" noProof="0" dirty="0">
                <a:solidFill>
                  <a:srgbClr val="64748B"/>
                </a:solidFill>
              </a:rPr>
              <a:t>Why? How does it work?  </a:t>
            </a:r>
          </a:p>
        </p:txBody>
      </p:sp>
      <p:sp>
        <p:nvSpPr>
          <p:cNvPr id="58" name="Shape 4">
            <a:extLst>
              <a:ext uri="{FF2B5EF4-FFF2-40B4-BE49-F238E27FC236}">
                <a16:creationId xmlns:a16="http://schemas.microsoft.com/office/drawing/2014/main" id="{C5E7EF17-CE98-6308-C3C7-1A5F47CA8201}"/>
              </a:ext>
            </a:extLst>
          </p:cNvPr>
          <p:cNvSpPr/>
          <p:nvPr/>
        </p:nvSpPr>
        <p:spPr>
          <a:xfrm>
            <a:off x="439525" y="1054803"/>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4" name="Shape 4">
            <a:extLst>
              <a:ext uri="{FF2B5EF4-FFF2-40B4-BE49-F238E27FC236}">
                <a16:creationId xmlns:a16="http://schemas.microsoft.com/office/drawing/2014/main" id="{02F8EE3C-9A8E-70F6-2565-99DF0691B8FC}"/>
              </a:ext>
            </a:extLst>
          </p:cNvPr>
          <p:cNvSpPr/>
          <p:nvPr/>
        </p:nvSpPr>
        <p:spPr>
          <a:xfrm>
            <a:off x="1752600" y="1543028"/>
            <a:ext cx="8686800" cy="1007789"/>
          </a:xfrm>
          <a:prstGeom prst="rect">
            <a:avLst/>
          </a:prstGeom>
          <a:solidFill>
            <a:srgbClr val="F8FAFC"/>
          </a:solidFill>
          <a:ln/>
          <a:effectLst>
            <a:outerShdw blurRad="63500" dist="25400" dir="8100000" algn="bl" rotWithShape="0">
              <a:srgbClr val="000000">
                <a:alpha val="12000"/>
              </a:srgbClr>
            </a:outerShdw>
          </a:effectLst>
        </p:spPr>
        <p:txBody>
          <a:bodyPr/>
          <a:lstStyle/>
          <a:p>
            <a:endParaRPr lang="en-US" noProof="0" dirty="0"/>
          </a:p>
        </p:txBody>
      </p:sp>
      <p:sp>
        <p:nvSpPr>
          <p:cNvPr id="5" name="Text 5">
            <a:extLst>
              <a:ext uri="{FF2B5EF4-FFF2-40B4-BE49-F238E27FC236}">
                <a16:creationId xmlns:a16="http://schemas.microsoft.com/office/drawing/2014/main" id="{11726A3D-270B-06CB-7AA6-A30F58650EF7}"/>
              </a:ext>
            </a:extLst>
          </p:cNvPr>
          <p:cNvSpPr/>
          <p:nvPr/>
        </p:nvSpPr>
        <p:spPr>
          <a:xfrm>
            <a:off x="1898904" y="1689399"/>
            <a:ext cx="8321040" cy="640080"/>
          </a:xfrm>
          <a:prstGeom prst="rect">
            <a:avLst/>
          </a:prstGeom>
          <a:noFill/>
          <a:ln/>
        </p:spPr>
        <p:txBody>
          <a:bodyPr wrap="square" rtlCol="0" anchor="ctr"/>
          <a:lstStyle/>
          <a:p>
            <a:pPr marL="0" indent="0">
              <a:lnSpc>
                <a:spcPct val="150000"/>
              </a:lnSpc>
              <a:buNone/>
            </a:pPr>
            <a:r>
              <a:rPr lang="en-US" sz="1050" b="1" noProof="0" dirty="0">
                <a:solidFill>
                  <a:srgbClr val="1E5FA8"/>
                </a:solidFill>
                <a:ea typeface="Calibri" pitchFamily="34" charset="-122"/>
                <a:cs typeface="Calibri" pitchFamily="34" charset="-120"/>
              </a:rPr>
              <a:t>Objective: </a:t>
            </a:r>
            <a:r>
              <a:rPr lang="en-US" sz="1050" noProof="0" dirty="0">
                <a:ea typeface="Calibri" pitchFamily="34" charset="-122"/>
                <a:cs typeface="Calibri" pitchFamily="34" charset="-120"/>
              </a:rPr>
              <a:t>Before uploading the data to the ST platform, we want to validate offline that the retrieval system returns relevant documents for real queries. Enter a natural-language question, and the system returns the 5 closest issues or files with a cosine similarity score. </a:t>
            </a:r>
            <a:endParaRPr lang="en-US" sz="1050" noProof="0" dirty="0"/>
          </a:p>
        </p:txBody>
      </p:sp>
      <p:sp>
        <p:nvSpPr>
          <p:cNvPr id="6" name="Shape 6">
            <a:extLst>
              <a:ext uri="{FF2B5EF4-FFF2-40B4-BE49-F238E27FC236}">
                <a16:creationId xmlns:a16="http://schemas.microsoft.com/office/drawing/2014/main" id="{A7975988-151E-8E6B-3132-D17D061C0E80}"/>
              </a:ext>
            </a:extLst>
          </p:cNvPr>
          <p:cNvSpPr/>
          <p:nvPr/>
        </p:nvSpPr>
        <p:spPr>
          <a:xfrm>
            <a:off x="1752600" y="2842518"/>
            <a:ext cx="8686800" cy="347472"/>
          </a:xfrm>
          <a:prstGeom prst="rect">
            <a:avLst/>
          </a:prstGeom>
          <a:solidFill>
            <a:srgbClr val="1A2B4A"/>
          </a:solidFill>
          <a:ln/>
        </p:spPr>
        <p:txBody>
          <a:bodyPr/>
          <a:lstStyle/>
          <a:p>
            <a:endParaRPr lang="en-US" noProof="0" dirty="0"/>
          </a:p>
        </p:txBody>
      </p:sp>
      <p:sp>
        <p:nvSpPr>
          <p:cNvPr id="7" name="Text 7">
            <a:extLst>
              <a:ext uri="{FF2B5EF4-FFF2-40B4-BE49-F238E27FC236}">
                <a16:creationId xmlns:a16="http://schemas.microsoft.com/office/drawing/2014/main" id="{CC2DE493-974A-DE93-EF00-4C170E02C433}"/>
              </a:ext>
            </a:extLst>
          </p:cNvPr>
          <p:cNvSpPr/>
          <p:nvPr/>
        </p:nvSpPr>
        <p:spPr>
          <a:xfrm>
            <a:off x="1844040" y="2879094"/>
            <a:ext cx="8321040" cy="256032"/>
          </a:xfrm>
          <a:prstGeom prst="rect">
            <a:avLst/>
          </a:prstGeom>
          <a:noFill/>
          <a:ln/>
        </p:spPr>
        <p:txBody>
          <a:bodyPr wrap="square" lIns="0" tIns="0" rIns="0" bIns="0" rtlCol="0" anchor="ctr"/>
          <a:lstStyle/>
          <a:p>
            <a:pPr marL="0" indent="0">
              <a:buNone/>
            </a:pPr>
            <a:r>
              <a:rPr lang="en-US" sz="1100" b="1" noProof="0" dirty="0">
                <a:solidFill>
                  <a:srgbClr val="FFFFFF"/>
                </a:solidFill>
                <a:ea typeface="Calibri" pitchFamily="34" charset="-122"/>
                <a:cs typeface="Calibri" pitchFamily="34" charset="-120"/>
              </a:rPr>
              <a:t>Same TF-IDF pipeline, but in interactive query mode  </a:t>
            </a:r>
            <a:endParaRPr lang="en-US" sz="1100" noProof="0" dirty="0"/>
          </a:p>
        </p:txBody>
      </p:sp>
      <p:sp>
        <p:nvSpPr>
          <p:cNvPr id="8" name="Shape 8">
            <a:extLst>
              <a:ext uri="{FF2B5EF4-FFF2-40B4-BE49-F238E27FC236}">
                <a16:creationId xmlns:a16="http://schemas.microsoft.com/office/drawing/2014/main" id="{7BA327BE-AEA5-3478-9E49-9AC4EC6B2671}"/>
              </a:ext>
            </a:extLst>
          </p:cNvPr>
          <p:cNvSpPr/>
          <p:nvPr/>
        </p:nvSpPr>
        <p:spPr>
          <a:xfrm>
            <a:off x="1370076" y="3489960"/>
            <a:ext cx="4809744" cy="292608"/>
          </a:xfrm>
          <a:prstGeom prst="rect">
            <a:avLst/>
          </a:prstGeom>
          <a:solidFill>
            <a:srgbClr val="F8FAFC"/>
          </a:solidFill>
          <a:ln>
            <a:solidFill>
              <a:srgbClr val="0D9589"/>
            </a:solidFill>
          </a:ln>
        </p:spPr>
        <p:txBody>
          <a:bodyPr/>
          <a:lstStyle/>
          <a:p>
            <a:endParaRPr lang="en-US" noProof="0" dirty="0"/>
          </a:p>
        </p:txBody>
      </p:sp>
      <p:sp>
        <p:nvSpPr>
          <p:cNvPr id="9" name="Text 9">
            <a:extLst>
              <a:ext uri="{FF2B5EF4-FFF2-40B4-BE49-F238E27FC236}">
                <a16:creationId xmlns:a16="http://schemas.microsoft.com/office/drawing/2014/main" id="{D95BEFA5-F426-DD9A-52EC-26533465E2A9}"/>
              </a:ext>
            </a:extLst>
          </p:cNvPr>
          <p:cNvSpPr/>
          <p:nvPr/>
        </p:nvSpPr>
        <p:spPr>
          <a:xfrm>
            <a:off x="1419083" y="3481691"/>
            <a:ext cx="4251960" cy="292608"/>
          </a:xfrm>
          <a:prstGeom prst="rect">
            <a:avLst/>
          </a:prstGeom>
          <a:noFill/>
          <a:ln/>
        </p:spPr>
        <p:txBody>
          <a:bodyPr wrap="square" rtlCol="0" anchor="ctr"/>
          <a:lstStyle/>
          <a:p>
            <a:pPr marL="0" indent="0" algn="ctr">
              <a:buNone/>
            </a:pPr>
            <a:r>
              <a:rPr lang="en-US" sz="1050" b="1" noProof="0" dirty="0">
                <a:ea typeface="Calibri" pitchFamily="34" charset="-122"/>
                <a:cs typeface="Calibri" pitchFamily="34" charset="-120"/>
              </a:rPr>
              <a:t>Issue search</a:t>
            </a:r>
            <a:endParaRPr lang="en-US" sz="1050" noProof="0" dirty="0"/>
          </a:p>
        </p:txBody>
      </p:sp>
      <p:sp>
        <p:nvSpPr>
          <p:cNvPr id="10" name="Shape 10">
            <a:extLst>
              <a:ext uri="{FF2B5EF4-FFF2-40B4-BE49-F238E27FC236}">
                <a16:creationId xmlns:a16="http://schemas.microsoft.com/office/drawing/2014/main" id="{D34AA749-641C-2C2A-EBDC-E1C94E231B9C}"/>
              </a:ext>
            </a:extLst>
          </p:cNvPr>
          <p:cNvSpPr/>
          <p:nvPr/>
        </p:nvSpPr>
        <p:spPr>
          <a:xfrm>
            <a:off x="1370076" y="3782568"/>
            <a:ext cx="4809744" cy="54864"/>
          </a:xfrm>
          <a:prstGeom prst="rect">
            <a:avLst/>
          </a:prstGeom>
          <a:solidFill>
            <a:srgbClr val="0F172A"/>
          </a:solidFill>
          <a:ln/>
          <a:effectLst>
            <a:outerShdw blurRad="63500" dist="25400" dir="8100000" algn="bl" rotWithShape="0">
              <a:srgbClr val="000000">
                <a:alpha val="12000"/>
              </a:srgbClr>
            </a:outerShdw>
          </a:effectLst>
        </p:spPr>
        <p:txBody>
          <a:bodyPr/>
          <a:lstStyle/>
          <a:p>
            <a:endParaRPr lang="en-US" noProof="0" dirty="0"/>
          </a:p>
        </p:txBody>
      </p:sp>
      <p:sp>
        <p:nvSpPr>
          <p:cNvPr id="11" name="Text 11">
            <a:extLst>
              <a:ext uri="{FF2B5EF4-FFF2-40B4-BE49-F238E27FC236}">
                <a16:creationId xmlns:a16="http://schemas.microsoft.com/office/drawing/2014/main" id="{C66E73C9-A4E4-030B-1072-EE93959CCF81}"/>
              </a:ext>
            </a:extLst>
          </p:cNvPr>
          <p:cNvSpPr/>
          <p:nvPr/>
        </p:nvSpPr>
        <p:spPr>
          <a:xfrm>
            <a:off x="2193036" y="3425952"/>
            <a:ext cx="4032504" cy="1188720"/>
          </a:xfrm>
          <a:prstGeom prst="rect">
            <a:avLst/>
          </a:prstGeom>
          <a:noFill/>
          <a:ln/>
        </p:spPr>
        <p:txBody>
          <a:bodyPr wrap="square" rtlCol="0" anchor="t"/>
          <a:lstStyle/>
          <a:p>
            <a:pPr marL="0" indent="0">
              <a:buNone/>
            </a:pPr>
            <a:endParaRPr lang="en-US" sz="900" noProof="0" dirty="0"/>
          </a:p>
        </p:txBody>
      </p:sp>
      <p:sp>
        <p:nvSpPr>
          <p:cNvPr id="12" name="Shape 12">
            <a:extLst>
              <a:ext uri="{FF2B5EF4-FFF2-40B4-BE49-F238E27FC236}">
                <a16:creationId xmlns:a16="http://schemas.microsoft.com/office/drawing/2014/main" id="{AF3C4543-7B26-9B4B-361D-22810322B080}"/>
              </a:ext>
            </a:extLst>
          </p:cNvPr>
          <p:cNvSpPr/>
          <p:nvPr/>
        </p:nvSpPr>
        <p:spPr>
          <a:xfrm>
            <a:off x="1370076" y="3837432"/>
            <a:ext cx="4809744" cy="2351794"/>
          </a:xfrm>
          <a:prstGeom prst="rect">
            <a:avLst/>
          </a:prstGeom>
          <a:solidFill>
            <a:srgbClr val="FFFFFF"/>
          </a:solidFill>
          <a:ln/>
          <a:effectLst>
            <a:outerShdw blurRad="63500" dist="25400" dir="8100000" algn="bl" rotWithShape="0">
              <a:srgbClr val="000000">
                <a:alpha val="12000"/>
              </a:srgbClr>
            </a:outerShdw>
          </a:effectLst>
        </p:spPr>
        <p:txBody>
          <a:bodyPr/>
          <a:lstStyle/>
          <a:p>
            <a:endParaRPr lang="en-US" noProof="0" dirty="0"/>
          </a:p>
        </p:txBody>
      </p:sp>
      <p:sp>
        <p:nvSpPr>
          <p:cNvPr id="13" name="Text 13">
            <a:extLst>
              <a:ext uri="{FF2B5EF4-FFF2-40B4-BE49-F238E27FC236}">
                <a16:creationId xmlns:a16="http://schemas.microsoft.com/office/drawing/2014/main" id="{A5079B87-5A74-C140-742A-1061610B93C1}"/>
              </a:ext>
            </a:extLst>
          </p:cNvPr>
          <p:cNvSpPr/>
          <p:nvPr/>
        </p:nvSpPr>
        <p:spPr>
          <a:xfrm>
            <a:off x="1510523" y="3903433"/>
            <a:ext cx="4069080" cy="256032"/>
          </a:xfrm>
          <a:prstGeom prst="rect">
            <a:avLst/>
          </a:prstGeom>
          <a:noFill/>
          <a:ln/>
        </p:spPr>
        <p:txBody>
          <a:bodyPr wrap="square" lIns="0" tIns="0" rIns="0" bIns="0" rtlCol="0" anchor="ctr"/>
          <a:lstStyle/>
          <a:p>
            <a:pPr marL="0" indent="0">
              <a:buNone/>
            </a:pPr>
            <a:r>
              <a:rPr lang="en-US" sz="1000" b="1" noProof="0" dirty="0">
                <a:solidFill>
                  <a:srgbClr val="0D9488"/>
                </a:solidFill>
              </a:rPr>
              <a:t>Output Example : </a:t>
            </a:r>
            <a:endParaRPr lang="en-US" sz="1000" noProof="0" dirty="0"/>
          </a:p>
        </p:txBody>
      </p:sp>
      <p:sp>
        <p:nvSpPr>
          <p:cNvPr id="16" name="Shape 15">
            <a:extLst>
              <a:ext uri="{FF2B5EF4-FFF2-40B4-BE49-F238E27FC236}">
                <a16:creationId xmlns:a16="http://schemas.microsoft.com/office/drawing/2014/main" id="{DB25CB58-2291-A416-49FD-8BBA2C9FC66A}"/>
              </a:ext>
            </a:extLst>
          </p:cNvPr>
          <p:cNvSpPr/>
          <p:nvPr/>
        </p:nvSpPr>
        <p:spPr>
          <a:xfrm>
            <a:off x="6644520" y="3489960"/>
            <a:ext cx="4663559" cy="292608"/>
          </a:xfrm>
          <a:prstGeom prst="rect">
            <a:avLst/>
          </a:prstGeom>
          <a:solidFill>
            <a:srgbClr val="F8FAFC"/>
          </a:solidFill>
          <a:ln>
            <a:solidFill>
              <a:srgbClr val="0D9589"/>
            </a:solidFill>
          </a:ln>
        </p:spPr>
        <p:txBody>
          <a:bodyPr/>
          <a:lstStyle/>
          <a:p>
            <a:endParaRPr lang="en-US" noProof="0" dirty="0"/>
          </a:p>
        </p:txBody>
      </p:sp>
      <p:sp>
        <p:nvSpPr>
          <p:cNvPr id="17" name="Text 16">
            <a:extLst>
              <a:ext uri="{FF2B5EF4-FFF2-40B4-BE49-F238E27FC236}">
                <a16:creationId xmlns:a16="http://schemas.microsoft.com/office/drawing/2014/main" id="{D9B9D7AD-0883-D521-5D72-F6BAF75B1844}"/>
              </a:ext>
            </a:extLst>
          </p:cNvPr>
          <p:cNvSpPr/>
          <p:nvPr/>
        </p:nvSpPr>
        <p:spPr>
          <a:xfrm>
            <a:off x="6644521" y="3489960"/>
            <a:ext cx="4206240" cy="292608"/>
          </a:xfrm>
          <a:prstGeom prst="rect">
            <a:avLst/>
          </a:prstGeom>
          <a:noFill/>
          <a:ln/>
        </p:spPr>
        <p:txBody>
          <a:bodyPr wrap="square" rtlCol="0" anchor="ctr"/>
          <a:lstStyle/>
          <a:p>
            <a:pPr marL="0" indent="0" algn="ctr">
              <a:buNone/>
            </a:pPr>
            <a:r>
              <a:rPr lang="en-US" sz="1050" b="1" noProof="0" dirty="0">
                <a:ea typeface="Calibri" pitchFamily="34" charset="-122"/>
                <a:cs typeface="Calibri" pitchFamily="34" charset="-120"/>
              </a:rPr>
              <a:t>               Files search</a:t>
            </a:r>
            <a:endParaRPr lang="en-US" sz="1050" noProof="0" dirty="0"/>
          </a:p>
        </p:txBody>
      </p:sp>
      <p:sp>
        <p:nvSpPr>
          <p:cNvPr id="18" name="Shape 17">
            <a:extLst>
              <a:ext uri="{FF2B5EF4-FFF2-40B4-BE49-F238E27FC236}">
                <a16:creationId xmlns:a16="http://schemas.microsoft.com/office/drawing/2014/main" id="{12E6D101-8B4B-57EF-9E71-EF8429E30E8D}"/>
              </a:ext>
            </a:extLst>
          </p:cNvPr>
          <p:cNvSpPr/>
          <p:nvPr/>
        </p:nvSpPr>
        <p:spPr>
          <a:xfrm>
            <a:off x="6644521" y="3782568"/>
            <a:ext cx="4663558" cy="45719"/>
          </a:xfrm>
          <a:prstGeom prst="rect">
            <a:avLst/>
          </a:prstGeom>
          <a:solidFill>
            <a:srgbClr val="0F172A"/>
          </a:solidFill>
          <a:ln/>
          <a:effectLst>
            <a:outerShdw blurRad="63500" dist="25400" dir="8100000" algn="bl" rotWithShape="0">
              <a:srgbClr val="000000">
                <a:alpha val="12000"/>
              </a:srgbClr>
            </a:outerShdw>
          </a:effectLst>
        </p:spPr>
        <p:txBody>
          <a:bodyPr/>
          <a:lstStyle/>
          <a:p>
            <a:endParaRPr lang="en-US" noProof="0" dirty="0"/>
          </a:p>
        </p:txBody>
      </p:sp>
      <p:sp>
        <p:nvSpPr>
          <p:cNvPr id="19" name="Text 18">
            <a:extLst>
              <a:ext uri="{FF2B5EF4-FFF2-40B4-BE49-F238E27FC236}">
                <a16:creationId xmlns:a16="http://schemas.microsoft.com/office/drawing/2014/main" id="{058E2BC1-B334-D814-DDA5-00997D40A210}"/>
              </a:ext>
            </a:extLst>
          </p:cNvPr>
          <p:cNvSpPr/>
          <p:nvPr/>
        </p:nvSpPr>
        <p:spPr>
          <a:xfrm>
            <a:off x="6644521" y="3812418"/>
            <a:ext cx="3986784" cy="1188720"/>
          </a:xfrm>
          <a:prstGeom prst="rect">
            <a:avLst/>
          </a:prstGeom>
          <a:noFill/>
          <a:ln/>
        </p:spPr>
        <p:txBody>
          <a:bodyPr wrap="square" rtlCol="0" anchor="t"/>
          <a:lstStyle/>
          <a:p>
            <a:pPr marL="0" indent="0">
              <a:buNone/>
            </a:pPr>
            <a:endParaRPr lang="en-US" sz="900" noProof="0" dirty="0"/>
          </a:p>
        </p:txBody>
      </p:sp>
      <p:sp>
        <p:nvSpPr>
          <p:cNvPr id="20" name="Shape 19">
            <a:extLst>
              <a:ext uri="{FF2B5EF4-FFF2-40B4-BE49-F238E27FC236}">
                <a16:creationId xmlns:a16="http://schemas.microsoft.com/office/drawing/2014/main" id="{C8D4A18E-AF2C-D9A4-E380-33B8CD9979D7}"/>
              </a:ext>
            </a:extLst>
          </p:cNvPr>
          <p:cNvSpPr/>
          <p:nvPr/>
        </p:nvSpPr>
        <p:spPr>
          <a:xfrm>
            <a:off x="6644521" y="3837431"/>
            <a:ext cx="4663560" cy="2351794"/>
          </a:xfrm>
          <a:prstGeom prst="rect">
            <a:avLst/>
          </a:prstGeom>
          <a:solidFill>
            <a:srgbClr val="FFFFFF"/>
          </a:solidFill>
          <a:ln/>
          <a:effectLst>
            <a:outerShdw blurRad="63500" dist="25400" dir="8100000" algn="bl" rotWithShape="0">
              <a:srgbClr val="000000">
                <a:alpha val="12000"/>
              </a:srgbClr>
            </a:outerShdw>
          </a:effectLst>
        </p:spPr>
        <p:txBody>
          <a:bodyPr/>
          <a:lstStyle/>
          <a:p>
            <a:endParaRPr lang="en-US" noProof="0" dirty="0"/>
          </a:p>
        </p:txBody>
      </p:sp>
      <p:sp>
        <p:nvSpPr>
          <p:cNvPr id="21" name="Text 20">
            <a:extLst>
              <a:ext uri="{FF2B5EF4-FFF2-40B4-BE49-F238E27FC236}">
                <a16:creationId xmlns:a16="http://schemas.microsoft.com/office/drawing/2014/main" id="{F73DB0B0-6D50-445D-F2DA-5597340D1D19}"/>
              </a:ext>
            </a:extLst>
          </p:cNvPr>
          <p:cNvSpPr/>
          <p:nvPr/>
        </p:nvSpPr>
        <p:spPr>
          <a:xfrm>
            <a:off x="6819900" y="3903433"/>
            <a:ext cx="4023360" cy="256032"/>
          </a:xfrm>
          <a:prstGeom prst="rect">
            <a:avLst/>
          </a:prstGeom>
          <a:noFill/>
          <a:ln/>
        </p:spPr>
        <p:txBody>
          <a:bodyPr wrap="square" lIns="0" tIns="0" rIns="0" bIns="0" rtlCol="0" anchor="ctr"/>
          <a:lstStyle/>
          <a:p>
            <a:r>
              <a:rPr lang="en-US" sz="1000" b="1" noProof="0" dirty="0">
                <a:solidFill>
                  <a:srgbClr val="0D9488"/>
                </a:solidFill>
              </a:rPr>
              <a:t>Output Example : </a:t>
            </a:r>
            <a:endParaRPr lang="en-US" sz="1000" noProof="0" dirty="0"/>
          </a:p>
        </p:txBody>
      </p:sp>
      <p:sp>
        <p:nvSpPr>
          <p:cNvPr id="3" name="Slide Number Placeholder 2">
            <a:extLst>
              <a:ext uri="{FF2B5EF4-FFF2-40B4-BE49-F238E27FC236}">
                <a16:creationId xmlns:a16="http://schemas.microsoft.com/office/drawing/2014/main" id="{AA2E1C7F-39A7-932C-DF8A-BEC7DFE85820}"/>
              </a:ext>
            </a:extLst>
          </p:cNvPr>
          <p:cNvSpPr>
            <a:spLocks noGrp="1"/>
          </p:cNvSpPr>
          <p:nvPr>
            <p:ph type="sldNum" sz="quarter" idx="12"/>
          </p:nvPr>
        </p:nvSpPr>
        <p:spPr/>
        <p:txBody>
          <a:bodyPr/>
          <a:lstStyle/>
          <a:p>
            <a:fld id="{40A7B169-58CE-4E65-B1F9-ACF9E46440C2}" type="slidenum">
              <a:rPr lang="en-US" noProof="0" smtClean="0"/>
              <a:t>63</a:t>
            </a:fld>
            <a:endParaRPr lang="en-US" noProof="0" dirty="0"/>
          </a:p>
        </p:txBody>
      </p:sp>
      <p:pic>
        <p:nvPicPr>
          <p:cNvPr id="23" name="Picture 22">
            <a:extLst>
              <a:ext uri="{FF2B5EF4-FFF2-40B4-BE49-F238E27FC236}">
                <a16:creationId xmlns:a16="http://schemas.microsoft.com/office/drawing/2014/main" id="{D102192E-124E-EED3-FE70-762B9A0945BA}"/>
              </a:ext>
            </a:extLst>
          </p:cNvPr>
          <p:cNvPicPr>
            <a:picLocks noChangeAspect="1"/>
          </p:cNvPicPr>
          <p:nvPr/>
        </p:nvPicPr>
        <p:blipFill>
          <a:blip r:embed="rId3"/>
          <a:srcRect t="2760"/>
          <a:stretch>
            <a:fillRect/>
          </a:stretch>
        </p:blipFill>
        <p:spPr>
          <a:xfrm>
            <a:off x="1463159" y="4209003"/>
            <a:ext cx="4623578" cy="1838259"/>
          </a:xfrm>
          <a:prstGeom prst="rect">
            <a:avLst/>
          </a:prstGeom>
        </p:spPr>
      </p:pic>
      <p:pic>
        <p:nvPicPr>
          <p:cNvPr id="25" name="Picture 24">
            <a:extLst>
              <a:ext uri="{FF2B5EF4-FFF2-40B4-BE49-F238E27FC236}">
                <a16:creationId xmlns:a16="http://schemas.microsoft.com/office/drawing/2014/main" id="{D90794DC-A6C1-CEB5-DB08-65EB8B4B05DD}"/>
              </a:ext>
            </a:extLst>
          </p:cNvPr>
          <p:cNvPicPr>
            <a:picLocks noChangeAspect="1"/>
          </p:cNvPicPr>
          <p:nvPr/>
        </p:nvPicPr>
        <p:blipFill>
          <a:blip r:embed="rId4"/>
          <a:stretch>
            <a:fillRect/>
          </a:stretch>
        </p:blipFill>
        <p:spPr>
          <a:xfrm>
            <a:off x="6955417" y="4191276"/>
            <a:ext cx="4130796" cy="1873714"/>
          </a:xfrm>
          <a:prstGeom prst="rect">
            <a:avLst/>
          </a:prstGeom>
        </p:spPr>
      </p:pic>
      <p:sp>
        <p:nvSpPr>
          <p:cNvPr id="26" name="Rectangle 25">
            <a:extLst>
              <a:ext uri="{FF2B5EF4-FFF2-40B4-BE49-F238E27FC236}">
                <a16:creationId xmlns:a16="http://schemas.microsoft.com/office/drawing/2014/main" id="{D467206C-8827-D0FA-E714-753C1A341E9D}"/>
              </a:ext>
            </a:extLst>
          </p:cNvPr>
          <p:cNvSpPr/>
          <p:nvPr/>
        </p:nvSpPr>
        <p:spPr>
          <a:xfrm>
            <a:off x="1510523" y="4709809"/>
            <a:ext cx="479184" cy="20574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sp>
        <p:nvSpPr>
          <p:cNvPr id="27" name="Rectangle 26">
            <a:extLst>
              <a:ext uri="{FF2B5EF4-FFF2-40B4-BE49-F238E27FC236}">
                <a16:creationId xmlns:a16="http://schemas.microsoft.com/office/drawing/2014/main" id="{71655D31-7332-9231-C143-269CA5BE45D0}"/>
              </a:ext>
            </a:extLst>
          </p:cNvPr>
          <p:cNvSpPr/>
          <p:nvPr/>
        </p:nvSpPr>
        <p:spPr>
          <a:xfrm>
            <a:off x="1528247" y="5081380"/>
            <a:ext cx="479184" cy="20574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sp>
        <p:nvSpPr>
          <p:cNvPr id="28" name="Rectangle 27">
            <a:extLst>
              <a:ext uri="{FF2B5EF4-FFF2-40B4-BE49-F238E27FC236}">
                <a16:creationId xmlns:a16="http://schemas.microsoft.com/office/drawing/2014/main" id="{22396049-9E8A-B865-3FDF-72A65148A6D4}"/>
              </a:ext>
            </a:extLst>
          </p:cNvPr>
          <p:cNvSpPr/>
          <p:nvPr/>
        </p:nvSpPr>
        <p:spPr>
          <a:xfrm>
            <a:off x="1528247" y="5452951"/>
            <a:ext cx="479184" cy="20574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sp>
        <p:nvSpPr>
          <p:cNvPr id="29" name="Rectangle 28">
            <a:extLst>
              <a:ext uri="{FF2B5EF4-FFF2-40B4-BE49-F238E27FC236}">
                <a16:creationId xmlns:a16="http://schemas.microsoft.com/office/drawing/2014/main" id="{05504BAE-AA73-9E2E-BF75-6BAAE494E329}"/>
              </a:ext>
            </a:extLst>
          </p:cNvPr>
          <p:cNvSpPr/>
          <p:nvPr/>
        </p:nvSpPr>
        <p:spPr>
          <a:xfrm>
            <a:off x="6882623" y="4625832"/>
            <a:ext cx="479184" cy="20574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sp>
        <p:nvSpPr>
          <p:cNvPr id="30" name="Rectangle 29">
            <a:extLst>
              <a:ext uri="{FF2B5EF4-FFF2-40B4-BE49-F238E27FC236}">
                <a16:creationId xmlns:a16="http://schemas.microsoft.com/office/drawing/2014/main" id="{4151BB1B-D32F-8243-BE92-10E0DAB2278F}"/>
              </a:ext>
            </a:extLst>
          </p:cNvPr>
          <p:cNvSpPr/>
          <p:nvPr/>
        </p:nvSpPr>
        <p:spPr>
          <a:xfrm>
            <a:off x="6882623" y="5266128"/>
            <a:ext cx="479184" cy="20574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sp>
        <p:nvSpPr>
          <p:cNvPr id="31" name="Rectangle 30">
            <a:extLst>
              <a:ext uri="{FF2B5EF4-FFF2-40B4-BE49-F238E27FC236}">
                <a16:creationId xmlns:a16="http://schemas.microsoft.com/office/drawing/2014/main" id="{EDFFFA2F-6FAD-908D-3C63-067226F523DC}"/>
              </a:ext>
            </a:extLst>
          </p:cNvPr>
          <p:cNvSpPr/>
          <p:nvPr/>
        </p:nvSpPr>
        <p:spPr>
          <a:xfrm>
            <a:off x="6905448" y="5921368"/>
            <a:ext cx="479184" cy="20574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spTree>
    <p:extLst>
      <p:ext uri="{BB962C8B-B14F-4D97-AF65-F5344CB8AC3E}">
        <p14:creationId xmlns:p14="http://schemas.microsoft.com/office/powerpoint/2010/main" val="214588406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986A8-8E52-3167-7B3A-4ABF68EFD29A}"/>
            </a:ext>
          </a:extLst>
        </p:cNvPr>
        <p:cNvGrpSpPr/>
        <p:nvPr/>
      </p:nvGrpSpPr>
      <p:grpSpPr>
        <a:xfrm>
          <a:off x="0" y="0"/>
          <a:ext cx="0" cy="0"/>
          <a:chOff x="0" y="0"/>
          <a:chExt cx="0" cy="0"/>
        </a:xfrm>
      </p:grpSpPr>
      <p:sp>
        <p:nvSpPr>
          <p:cNvPr id="96" name="Shape 8">
            <a:extLst>
              <a:ext uri="{FF2B5EF4-FFF2-40B4-BE49-F238E27FC236}">
                <a16:creationId xmlns:a16="http://schemas.microsoft.com/office/drawing/2014/main" id="{3B151353-C904-FE46-AECE-7484731E3B13}"/>
              </a:ext>
            </a:extLst>
          </p:cNvPr>
          <p:cNvSpPr/>
          <p:nvPr/>
        </p:nvSpPr>
        <p:spPr>
          <a:xfrm>
            <a:off x="1201051" y="2820161"/>
            <a:ext cx="4206240" cy="749808"/>
          </a:xfrm>
          <a:prstGeom prst="rect">
            <a:avLst/>
          </a:prstGeom>
          <a:solidFill>
            <a:srgbClr val="EEEFF1"/>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01" name="Shape 13">
            <a:extLst>
              <a:ext uri="{FF2B5EF4-FFF2-40B4-BE49-F238E27FC236}">
                <a16:creationId xmlns:a16="http://schemas.microsoft.com/office/drawing/2014/main" id="{C765867B-BA83-E680-4493-4418FB70D7F0}"/>
              </a:ext>
            </a:extLst>
          </p:cNvPr>
          <p:cNvSpPr/>
          <p:nvPr/>
        </p:nvSpPr>
        <p:spPr>
          <a:xfrm>
            <a:off x="1201051" y="3716273"/>
            <a:ext cx="4206240" cy="749808"/>
          </a:xfrm>
          <a:prstGeom prst="rect">
            <a:avLst/>
          </a:prstGeom>
          <a:solidFill>
            <a:srgbClr val="EEEFF1"/>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88" name="Text 0">
            <a:extLst>
              <a:ext uri="{FF2B5EF4-FFF2-40B4-BE49-F238E27FC236}">
                <a16:creationId xmlns:a16="http://schemas.microsoft.com/office/drawing/2014/main" id="{6FBD1FC6-6B4D-C9E8-AA35-DDF23FF453EE}"/>
              </a:ext>
            </a:extLst>
          </p:cNvPr>
          <p:cNvSpPr/>
          <p:nvPr/>
        </p:nvSpPr>
        <p:spPr>
          <a:xfrm>
            <a:off x="8651216" y="220342"/>
            <a:ext cx="8229600" cy="502920"/>
          </a:xfrm>
          <a:prstGeom prst="rect">
            <a:avLst/>
          </a:prstGeom>
          <a:noFill/>
          <a:ln/>
        </p:spPr>
        <p:txBody>
          <a:bodyPr wrap="square" lIns="0" tIns="0" rIns="0" bIns="0" rtlCol="0" anchor="ctr"/>
          <a:lstStyle/>
          <a:p>
            <a:pPr marL="0" indent="0" algn="l">
              <a:buNone/>
            </a:pPr>
            <a:r>
              <a:rPr lang="en-US" sz="2600" b="1" noProof="0" dirty="0">
                <a:solidFill>
                  <a:srgbClr val="1B2A3B"/>
                </a:solidFill>
              </a:rPr>
              <a:t>Today’s Program</a:t>
            </a:r>
            <a:endParaRPr lang="en-US" sz="2600" noProof="0" dirty="0"/>
          </a:p>
        </p:txBody>
      </p:sp>
      <p:sp>
        <p:nvSpPr>
          <p:cNvPr id="89" name="Text 1">
            <a:extLst>
              <a:ext uri="{FF2B5EF4-FFF2-40B4-BE49-F238E27FC236}">
                <a16:creationId xmlns:a16="http://schemas.microsoft.com/office/drawing/2014/main" id="{D77AD979-0EB9-DBB6-892E-AB8DF49EAE0A}"/>
              </a:ext>
            </a:extLst>
          </p:cNvPr>
          <p:cNvSpPr/>
          <p:nvPr/>
        </p:nvSpPr>
        <p:spPr>
          <a:xfrm>
            <a:off x="8715011" y="784404"/>
            <a:ext cx="8229600" cy="256032"/>
          </a:xfrm>
          <a:prstGeom prst="rect">
            <a:avLst/>
          </a:prstGeom>
          <a:noFill/>
          <a:ln/>
        </p:spPr>
        <p:txBody>
          <a:bodyPr wrap="square" lIns="0" tIns="0" rIns="0" bIns="0" rtlCol="0" anchor="ctr"/>
          <a:lstStyle/>
          <a:p>
            <a:pPr marL="0" indent="0" algn="l">
              <a:buNone/>
            </a:pPr>
            <a:r>
              <a:rPr lang="en-US" sz="1200" i="1" noProof="0" dirty="0">
                <a:solidFill>
                  <a:srgbClr val="64748B"/>
                </a:solidFill>
              </a:rPr>
              <a:t>8 steps to understand the project</a:t>
            </a:r>
            <a:endParaRPr lang="en-US" sz="1200" noProof="0" dirty="0"/>
          </a:p>
        </p:txBody>
      </p:sp>
      <p:sp>
        <p:nvSpPr>
          <p:cNvPr id="90" name="Shape 2">
            <a:extLst>
              <a:ext uri="{FF2B5EF4-FFF2-40B4-BE49-F238E27FC236}">
                <a16:creationId xmlns:a16="http://schemas.microsoft.com/office/drawing/2014/main" id="{5BE8DF78-1D2F-789F-6BAF-6DEEE9B8334F}"/>
              </a:ext>
            </a:extLst>
          </p:cNvPr>
          <p:cNvSpPr/>
          <p:nvPr/>
        </p:nvSpPr>
        <p:spPr>
          <a:xfrm>
            <a:off x="3660007" y="1286892"/>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91" name="Shape 3">
            <a:extLst>
              <a:ext uri="{FF2B5EF4-FFF2-40B4-BE49-F238E27FC236}">
                <a16:creationId xmlns:a16="http://schemas.microsoft.com/office/drawing/2014/main" id="{B586B0CD-3D5A-BE23-3077-A5DF3D3CF9E7}"/>
              </a:ext>
            </a:extLst>
          </p:cNvPr>
          <p:cNvSpPr/>
          <p:nvPr/>
        </p:nvSpPr>
        <p:spPr>
          <a:xfrm>
            <a:off x="1201051" y="1924049"/>
            <a:ext cx="4206240" cy="749808"/>
          </a:xfrm>
          <a:prstGeom prst="rect">
            <a:avLst/>
          </a:prstGeom>
          <a:solidFill>
            <a:srgbClr val="EEEFF1"/>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93" name="Text 5">
            <a:extLst>
              <a:ext uri="{FF2B5EF4-FFF2-40B4-BE49-F238E27FC236}">
                <a16:creationId xmlns:a16="http://schemas.microsoft.com/office/drawing/2014/main" id="{3AAB4F86-4BB8-408F-6132-95E037383CCD}"/>
              </a:ext>
            </a:extLst>
          </p:cNvPr>
          <p:cNvSpPr/>
          <p:nvPr/>
        </p:nvSpPr>
        <p:spPr>
          <a:xfrm>
            <a:off x="1201051" y="1924049"/>
            <a:ext cx="388440" cy="749808"/>
          </a:xfrm>
          <a:prstGeom prst="rect">
            <a:avLst/>
          </a:prstGeom>
          <a:solidFill>
            <a:srgbClr val="EEEFF1"/>
          </a:solidFill>
          <a:ln>
            <a:solidFill>
              <a:schemeClr val="bg1">
                <a:lumMod val="75000"/>
              </a:schemeClr>
            </a:solidFill>
          </a:ln>
        </p:spPr>
        <p:txBody>
          <a:bodyPr wrap="square" lIns="0" tIns="0" rIns="0" bIns="0" rtlCol="0" anchor="ctr"/>
          <a:lstStyle/>
          <a:p>
            <a:pPr marL="0" indent="0" algn="ctr">
              <a:buNone/>
            </a:pPr>
            <a:r>
              <a:rPr lang="en-US" sz="1300" b="1" noProof="0" dirty="0">
                <a:solidFill>
                  <a:srgbClr val="FFFFFF"/>
                </a:solidFill>
              </a:rPr>
              <a:t>01</a:t>
            </a:r>
            <a:endParaRPr lang="en-US" sz="1300" noProof="0" dirty="0"/>
          </a:p>
        </p:txBody>
      </p:sp>
      <p:sp>
        <p:nvSpPr>
          <p:cNvPr id="97" name="Shape 9">
            <a:extLst>
              <a:ext uri="{FF2B5EF4-FFF2-40B4-BE49-F238E27FC236}">
                <a16:creationId xmlns:a16="http://schemas.microsoft.com/office/drawing/2014/main" id="{0D921051-FDDA-2394-1C70-1D579926C1CF}"/>
              </a:ext>
            </a:extLst>
          </p:cNvPr>
          <p:cNvSpPr/>
          <p:nvPr/>
        </p:nvSpPr>
        <p:spPr>
          <a:xfrm>
            <a:off x="1201051" y="2820161"/>
            <a:ext cx="384048" cy="749808"/>
          </a:xfrm>
          <a:prstGeom prst="rect">
            <a:avLst/>
          </a:prstGeom>
          <a:solidFill>
            <a:srgbClr val="EEEFF1"/>
          </a:solidFill>
          <a:ln w="12700">
            <a:solidFill>
              <a:schemeClr val="bg1">
                <a:lumMod val="75000"/>
              </a:schemeClr>
            </a:solidFill>
            <a:prstDash val="solid"/>
          </a:ln>
        </p:spPr>
        <p:txBody>
          <a:bodyPr/>
          <a:lstStyle/>
          <a:p>
            <a:endParaRPr lang="en-US" noProof="0" dirty="0"/>
          </a:p>
        </p:txBody>
      </p:sp>
      <p:sp>
        <p:nvSpPr>
          <p:cNvPr id="98" name="Text 10">
            <a:extLst>
              <a:ext uri="{FF2B5EF4-FFF2-40B4-BE49-F238E27FC236}">
                <a16:creationId xmlns:a16="http://schemas.microsoft.com/office/drawing/2014/main" id="{B22ADDB2-91A5-853D-9092-627828D46906}"/>
              </a:ext>
            </a:extLst>
          </p:cNvPr>
          <p:cNvSpPr/>
          <p:nvPr/>
        </p:nvSpPr>
        <p:spPr>
          <a:xfrm>
            <a:off x="1201051" y="2820161"/>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02</a:t>
            </a:r>
            <a:endParaRPr lang="en-US" sz="1300" noProof="0" dirty="0"/>
          </a:p>
        </p:txBody>
      </p:sp>
      <p:sp>
        <p:nvSpPr>
          <p:cNvPr id="99" name="Text 11">
            <a:extLst>
              <a:ext uri="{FF2B5EF4-FFF2-40B4-BE49-F238E27FC236}">
                <a16:creationId xmlns:a16="http://schemas.microsoft.com/office/drawing/2014/main" id="{0E25008F-ACB1-1582-07D6-F20A4FAFA16C}"/>
              </a:ext>
            </a:extLst>
          </p:cNvPr>
          <p:cNvSpPr/>
          <p:nvPr/>
        </p:nvSpPr>
        <p:spPr>
          <a:xfrm>
            <a:off x="1676539" y="3813095"/>
            <a:ext cx="3611880" cy="310896"/>
          </a:xfrm>
          <a:prstGeom prst="rect">
            <a:avLst/>
          </a:prstGeom>
          <a:solidFill>
            <a:srgbClr val="EEEFF1"/>
          </a:solidFill>
          <a:ln/>
        </p:spPr>
        <p:txBody>
          <a:bodyPr wrap="square" lIns="0" tIns="0" rIns="0" bIns="0" rtlCol="0" anchor="ctr"/>
          <a:lstStyle/>
          <a:p>
            <a:pPr marL="0" indent="0" algn="l">
              <a:buNone/>
            </a:pPr>
            <a:r>
              <a:rPr lang="en-US" sz="1200" b="1" noProof="0" dirty="0">
                <a:solidFill>
                  <a:schemeClr val="tx2">
                    <a:lumMod val="40000"/>
                    <a:lumOff val="60000"/>
                  </a:schemeClr>
                </a:solidFill>
              </a:rPr>
              <a:t>How ST ChatGPT answers : RAG workflow, data sources &amp; demo</a:t>
            </a:r>
            <a:endParaRPr lang="en-US" sz="1200" noProof="0" dirty="0">
              <a:solidFill>
                <a:schemeClr val="tx2">
                  <a:lumMod val="40000"/>
                  <a:lumOff val="60000"/>
                </a:schemeClr>
              </a:solidFill>
            </a:endParaRPr>
          </a:p>
        </p:txBody>
      </p:sp>
      <p:sp>
        <p:nvSpPr>
          <p:cNvPr id="100" name="Text 12">
            <a:extLst>
              <a:ext uri="{FF2B5EF4-FFF2-40B4-BE49-F238E27FC236}">
                <a16:creationId xmlns:a16="http://schemas.microsoft.com/office/drawing/2014/main" id="{0A9EE517-43B0-8971-718C-36391F0F27C1}"/>
              </a:ext>
            </a:extLst>
          </p:cNvPr>
          <p:cNvSpPr/>
          <p:nvPr/>
        </p:nvSpPr>
        <p:spPr>
          <a:xfrm>
            <a:off x="1676539" y="4163855"/>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Persona, Knowledge Base, Data Sources</a:t>
            </a:r>
          </a:p>
        </p:txBody>
      </p:sp>
      <p:sp>
        <p:nvSpPr>
          <p:cNvPr id="102" name="Shape 14">
            <a:extLst>
              <a:ext uri="{FF2B5EF4-FFF2-40B4-BE49-F238E27FC236}">
                <a16:creationId xmlns:a16="http://schemas.microsoft.com/office/drawing/2014/main" id="{6D91A71D-67BF-23C3-A9AF-84181C3B5A22}"/>
              </a:ext>
            </a:extLst>
          </p:cNvPr>
          <p:cNvSpPr/>
          <p:nvPr/>
        </p:nvSpPr>
        <p:spPr>
          <a:xfrm>
            <a:off x="1201051" y="3716273"/>
            <a:ext cx="384048" cy="749808"/>
          </a:xfrm>
          <a:prstGeom prst="rect">
            <a:avLst/>
          </a:prstGeom>
          <a:solidFill>
            <a:srgbClr val="EEEFF1"/>
          </a:solidFill>
          <a:ln w="12700">
            <a:solidFill>
              <a:schemeClr val="bg1">
                <a:lumMod val="75000"/>
              </a:schemeClr>
            </a:solidFill>
            <a:prstDash val="solid"/>
          </a:ln>
        </p:spPr>
        <p:txBody>
          <a:bodyPr/>
          <a:lstStyle/>
          <a:p>
            <a:endParaRPr lang="en-US" noProof="0" dirty="0"/>
          </a:p>
        </p:txBody>
      </p:sp>
      <p:sp>
        <p:nvSpPr>
          <p:cNvPr id="103" name="Text 15">
            <a:extLst>
              <a:ext uri="{FF2B5EF4-FFF2-40B4-BE49-F238E27FC236}">
                <a16:creationId xmlns:a16="http://schemas.microsoft.com/office/drawing/2014/main" id="{D04D1320-3B60-93FE-8806-C816DA80DB02}"/>
              </a:ext>
            </a:extLst>
          </p:cNvPr>
          <p:cNvSpPr/>
          <p:nvPr/>
        </p:nvSpPr>
        <p:spPr>
          <a:xfrm>
            <a:off x="1201051" y="3716273"/>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03</a:t>
            </a:r>
            <a:endParaRPr lang="en-US" sz="1300" noProof="0" dirty="0"/>
          </a:p>
        </p:txBody>
      </p:sp>
      <p:sp>
        <p:nvSpPr>
          <p:cNvPr id="104" name="Text 16">
            <a:extLst>
              <a:ext uri="{FF2B5EF4-FFF2-40B4-BE49-F238E27FC236}">
                <a16:creationId xmlns:a16="http://schemas.microsoft.com/office/drawing/2014/main" id="{D254742D-A372-6BE9-4943-BE1F497F529F}"/>
              </a:ext>
            </a:extLst>
          </p:cNvPr>
          <p:cNvSpPr/>
          <p:nvPr/>
        </p:nvSpPr>
        <p:spPr>
          <a:xfrm>
            <a:off x="1692451" y="2950093"/>
            <a:ext cx="370332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ST ChatGPT : platform overview &amp; access request</a:t>
            </a:r>
            <a:endParaRPr lang="en-US" sz="1200" noProof="0" dirty="0">
              <a:solidFill>
                <a:schemeClr val="tx2">
                  <a:lumMod val="40000"/>
                  <a:lumOff val="60000"/>
                </a:schemeClr>
              </a:solidFill>
            </a:endParaRPr>
          </a:p>
        </p:txBody>
      </p:sp>
      <p:sp>
        <p:nvSpPr>
          <p:cNvPr id="105" name="Text 17">
            <a:extLst>
              <a:ext uri="{FF2B5EF4-FFF2-40B4-BE49-F238E27FC236}">
                <a16:creationId xmlns:a16="http://schemas.microsoft.com/office/drawing/2014/main" id="{A9E1BED4-927D-5F3D-904D-5A05A5A487F7}"/>
              </a:ext>
            </a:extLst>
          </p:cNvPr>
          <p:cNvSpPr/>
          <p:nvPr/>
        </p:nvSpPr>
        <p:spPr>
          <a:xfrm>
            <a:off x="1676539" y="3287463"/>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What our project is building</a:t>
            </a:r>
          </a:p>
        </p:txBody>
      </p:sp>
      <p:sp>
        <p:nvSpPr>
          <p:cNvPr id="106" name="Shape 18">
            <a:extLst>
              <a:ext uri="{FF2B5EF4-FFF2-40B4-BE49-F238E27FC236}">
                <a16:creationId xmlns:a16="http://schemas.microsoft.com/office/drawing/2014/main" id="{6494EF4D-5175-367B-BEC8-7C17DC20469A}"/>
              </a:ext>
            </a:extLst>
          </p:cNvPr>
          <p:cNvSpPr/>
          <p:nvPr/>
        </p:nvSpPr>
        <p:spPr>
          <a:xfrm>
            <a:off x="1201051" y="4612385"/>
            <a:ext cx="4206240" cy="749808"/>
          </a:xfrm>
          <a:prstGeom prst="rect">
            <a:avLst/>
          </a:prstGeom>
          <a:solidFill>
            <a:srgbClr val="EEEFF1"/>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solidFill>
                <a:schemeClr val="tx2">
                  <a:lumMod val="40000"/>
                  <a:lumOff val="60000"/>
                </a:schemeClr>
              </a:solidFill>
            </a:endParaRPr>
          </a:p>
        </p:txBody>
      </p:sp>
      <p:sp>
        <p:nvSpPr>
          <p:cNvPr id="107" name="Shape 19">
            <a:extLst>
              <a:ext uri="{FF2B5EF4-FFF2-40B4-BE49-F238E27FC236}">
                <a16:creationId xmlns:a16="http://schemas.microsoft.com/office/drawing/2014/main" id="{65C3E0EF-FDCA-EB1A-2386-2196BAF22F36}"/>
              </a:ext>
            </a:extLst>
          </p:cNvPr>
          <p:cNvSpPr/>
          <p:nvPr/>
        </p:nvSpPr>
        <p:spPr>
          <a:xfrm>
            <a:off x="1201051" y="4612385"/>
            <a:ext cx="384048" cy="749808"/>
          </a:xfrm>
          <a:prstGeom prst="rect">
            <a:avLst/>
          </a:prstGeom>
          <a:solidFill>
            <a:srgbClr val="EEEFF1"/>
          </a:solidFill>
          <a:ln w="12700">
            <a:solidFill>
              <a:schemeClr val="bg1">
                <a:lumMod val="75000"/>
              </a:schemeClr>
            </a:solidFill>
            <a:prstDash val="solid"/>
          </a:ln>
        </p:spPr>
        <p:txBody>
          <a:bodyPr/>
          <a:lstStyle/>
          <a:p>
            <a:endParaRPr lang="en-US" noProof="0" dirty="0"/>
          </a:p>
        </p:txBody>
      </p:sp>
      <p:sp>
        <p:nvSpPr>
          <p:cNvPr id="108" name="Text 20">
            <a:extLst>
              <a:ext uri="{FF2B5EF4-FFF2-40B4-BE49-F238E27FC236}">
                <a16:creationId xmlns:a16="http://schemas.microsoft.com/office/drawing/2014/main" id="{93168E2B-C78A-D0F6-3E9E-020854774331}"/>
              </a:ext>
            </a:extLst>
          </p:cNvPr>
          <p:cNvSpPr/>
          <p:nvPr/>
        </p:nvSpPr>
        <p:spPr>
          <a:xfrm>
            <a:off x="1201051" y="4612385"/>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04</a:t>
            </a:r>
            <a:endParaRPr lang="en-US" sz="1300" noProof="0" dirty="0"/>
          </a:p>
        </p:txBody>
      </p:sp>
      <p:sp>
        <p:nvSpPr>
          <p:cNvPr id="109" name="Text 21">
            <a:extLst>
              <a:ext uri="{FF2B5EF4-FFF2-40B4-BE49-F238E27FC236}">
                <a16:creationId xmlns:a16="http://schemas.microsoft.com/office/drawing/2014/main" id="{BC0A2A80-8376-87C1-4975-ACDF4DB08A8D}"/>
              </a:ext>
            </a:extLst>
          </p:cNvPr>
          <p:cNvSpPr/>
          <p:nvPr/>
        </p:nvSpPr>
        <p:spPr>
          <a:xfrm>
            <a:off x="1676539" y="4685537"/>
            <a:ext cx="361188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The Data preprocessing pipeline</a:t>
            </a:r>
            <a:endParaRPr lang="en-US" sz="1200" noProof="0" dirty="0">
              <a:solidFill>
                <a:schemeClr val="tx2">
                  <a:lumMod val="40000"/>
                  <a:lumOff val="60000"/>
                </a:schemeClr>
              </a:solidFill>
            </a:endParaRPr>
          </a:p>
        </p:txBody>
      </p:sp>
      <p:sp>
        <p:nvSpPr>
          <p:cNvPr id="110" name="Text 22">
            <a:extLst>
              <a:ext uri="{FF2B5EF4-FFF2-40B4-BE49-F238E27FC236}">
                <a16:creationId xmlns:a16="http://schemas.microsoft.com/office/drawing/2014/main" id="{F2F494FE-8B11-6DDA-B219-53EA9A36B383}"/>
              </a:ext>
            </a:extLst>
          </p:cNvPr>
          <p:cNvSpPr/>
          <p:nvPr/>
        </p:nvSpPr>
        <p:spPr>
          <a:xfrm>
            <a:off x="1676539" y="5014721"/>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Ingest → Clean → Enrich → Deliver</a:t>
            </a:r>
          </a:p>
        </p:txBody>
      </p:sp>
      <p:sp>
        <p:nvSpPr>
          <p:cNvPr id="111" name="Shape 23">
            <a:extLst>
              <a:ext uri="{FF2B5EF4-FFF2-40B4-BE49-F238E27FC236}">
                <a16:creationId xmlns:a16="http://schemas.microsoft.com/office/drawing/2014/main" id="{7D1BACBA-46EB-0B3A-B133-94875EB714FC}"/>
              </a:ext>
            </a:extLst>
          </p:cNvPr>
          <p:cNvSpPr/>
          <p:nvPr/>
        </p:nvSpPr>
        <p:spPr>
          <a:xfrm>
            <a:off x="6840914" y="1924049"/>
            <a:ext cx="4206240" cy="749808"/>
          </a:xfrm>
          <a:prstGeom prst="rect">
            <a:avLst/>
          </a:prstGeom>
          <a:solidFill>
            <a:srgbClr val="EEEFF1"/>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12" name="Shape 24">
            <a:extLst>
              <a:ext uri="{FF2B5EF4-FFF2-40B4-BE49-F238E27FC236}">
                <a16:creationId xmlns:a16="http://schemas.microsoft.com/office/drawing/2014/main" id="{07DA91F7-5AAB-2168-3163-151365278036}"/>
              </a:ext>
            </a:extLst>
          </p:cNvPr>
          <p:cNvSpPr/>
          <p:nvPr/>
        </p:nvSpPr>
        <p:spPr>
          <a:xfrm>
            <a:off x="6840914" y="1924049"/>
            <a:ext cx="384048" cy="749808"/>
          </a:xfrm>
          <a:prstGeom prst="rect">
            <a:avLst/>
          </a:prstGeom>
          <a:solidFill>
            <a:srgbClr val="EEEFF1"/>
          </a:solidFill>
          <a:ln w="12700">
            <a:solidFill>
              <a:schemeClr val="bg1">
                <a:lumMod val="75000"/>
              </a:schemeClr>
            </a:solidFill>
            <a:prstDash val="solid"/>
          </a:ln>
        </p:spPr>
        <p:txBody>
          <a:bodyPr/>
          <a:lstStyle/>
          <a:p>
            <a:endParaRPr lang="en-US" noProof="0" dirty="0"/>
          </a:p>
        </p:txBody>
      </p:sp>
      <p:sp>
        <p:nvSpPr>
          <p:cNvPr id="113" name="Text 25">
            <a:extLst>
              <a:ext uri="{FF2B5EF4-FFF2-40B4-BE49-F238E27FC236}">
                <a16:creationId xmlns:a16="http://schemas.microsoft.com/office/drawing/2014/main" id="{CAB6D795-7FC4-FCBA-0BF1-7FDDE5BEEBB8}"/>
              </a:ext>
            </a:extLst>
          </p:cNvPr>
          <p:cNvSpPr/>
          <p:nvPr/>
        </p:nvSpPr>
        <p:spPr>
          <a:xfrm>
            <a:off x="6840914" y="1924049"/>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05</a:t>
            </a:r>
            <a:endParaRPr lang="en-US" sz="1300" noProof="0" dirty="0"/>
          </a:p>
        </p:txBody>
      </p:sp>
      <p:sp>
        <p:nvSpPr>
          <p:cNvPr id="114" name="Text 26">
            <a:extLst>
              <a:ext uri="{FF2B5EF4-FFF2-40B4-BE49-F238E27FC236}">
                <a16:creationId xmlns:a16="http://schemas.microsoft.com/office/drawing/2014/main" id="{F6D0D875-63F6-7732-C94A-12B3B4377F0A}"/>
              </a:ext>
            </a:extLst>
          </p:cNvPr>
          <p:cNvSpPr/>
          <p:nvPr/>
        </p:nvSpPr>
        <p:spPr>
          <a:xfrm>
            <a:off x="7316402" y="1997201"/>
            <a:ext cx="361188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Tests , Results &amp; evaluation</a:t>
            </a:r>
            <a:endParaRPr lang="en-US" sz="1200" noProof="0" dirty="0">
              <a:solidFill>
                <a:schemeClr val="tx2">
                  <a:lumMod val="40000"/>
                  <a:lumOff val="60000"/>
                </a:schemeClr>
              </a:solidFill>
            </a:endParaRPr>
          </a:p>
        </p:txBody>
      </p:sp>
      <p:sp>
        <p:nvSpPr>
          <p:cNvPr id="115" name="Text 27">
            <a:extLst>
              <a:ext uri="{FF2B5EF4-FFF2-40B4-BE49-F238E27FC236}">
                <a16:creationId xmlns:a16="http://schemas.microsoft.com/office/drawing/2014/main" id="{178E1CF4-4802-77BE-BC5E-43B6B7556593}"/>
              </a:ext>
            </a:extLst>
          </p:cNvPr>
          <p:cNvSpPr/>
          <p:nvPr/>
        </p:nvSpPr>
        <p:spPr>
          <a:xfrm>
            <a:off x="7316402" y="2326385"/>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benchmark , concrete numbers</a:t>
            </a:r>
          </a:p>
        </p:txBody>
      </p:sp>
      <p:sp>
        <p:nvSpPr>
          <p:cNvPr id="116" name="Shape 28">
            <a:extLst>
              <a:ext uri="{FF2B5EF4-FFF2-40B4-BE49-F238E27FC236}">
                <a16:creationId xmlns:a16="http://schemas.microsoft.com/office/drawing/2014/main" id="{28886DFE-F2CC-E2B0-F1E6-7B8D821F8FB2}"/>
              </a:ext>
            </a:extLst>
          </p:cNvPr>
          <p:cNvSpPr/>
          <p:nvPr/>
        </p:nvSpPr>
        <p:spPr>
          <a:xfrm>
            <a:off x="6840914" y="2820161"/>
            <a:ext cx="4206240" cy="749808"/>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17" name="Shape 29">
            <a:extLst>
              <a:ext uri="{FF2B5EF4-FFF2-40B4-BE49-F238E27FC236}">
                <a16:creationId xmlns:a16="http://schemas.microsoft.com/office/drawing/2014/main" id="{D030BC4C-4498-63CA-4A1C-52A4F2F47C1C}"/>
              </a:ext>
            </a:extLst>
          </p:cNvPr>
          <p:cNvSpPr/>
          <p:nvPr/>
        </p:nvSpPr>
        <p:spPr>
          <a:xfrm>
            <a:off x="6840914" y="2820161"/>
            <a:ext cx="384048" cy="749808"/>
          </a:xfrm>
          <a:prstGeom prst="rect">
            <a:avLst/>
          </a:prstGeom>
          <a:solidFill>
            <a:srgbClr val="FFD200"/>
          </a:solidFill>
          <a:ln w="12700">
            <a:solidFill>
              <a:srgbClr val="FFDD40"/>
            </a:solidFill>
            <a:prstDash val="solid"/>
          </a:ln>
        </p:spPr>
        <p:txBody>
          <a:bodyPr/>
          <a:lstStyle/>
          <a:p>
            <a:endParaRPr lang="en-US" noProof="0" dirty="0"/>
          </a:p>
        </p:txBody>
      </p:sp>
      <p:sp>
        <p:nvSpPr>
          <p:cNvPr id="118" name="Text 30">
            <a:extLst>
              <a:ext uri="{FF2B5EF4-FFF2-40B4-BE49-F238E27FC236}">
                <a16:creationId xmlns:a16="http://schemas.microsoft.com/office/drawing/2014/main" id="{C399E572-4758-8FBD-9BD4-7340F464B68D}"/>
              </a:ext>
            </a:extLst>
          </p:cNvPr>
          <p:cNvSpPr/>
          <p:nvPr/>
        </p:nvSpPr>
        <p:spPr>
          <a:xfrm>
            <a:off x="6840914" y="2820161"/>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06</a:t>
            </a:r>
            <a:endParaRPr lang="en-US" sz="1300" noProof="0" dirty="0"/>
          </a:p>
        </p:txBody>
      </p:sp>
      <p:sp>
        <p:nvSpPr>
          <p:cNvPr id="119" name="Text 31">
            <a:extLst>
              <a:ext uri="{FF2B5EF4-FFF2-40B4-BE49-F238E27FC236}">
                <a16:creationId xmlns:a16="http://schemas.microsoft.com/office/drawing/2014/main" id="{4ACF378F-4CF8-40FA-7202-30790E11883B}"/>
              </a:ext>
            </a:extLst>
          </p:cNvPr>
          <p:cNvSpPr/>
          <p:nvPr/>
        </p:nvSpPr>
        <p:spPr>
          <a:xfrm>
            <a:off x="7316402" y="2893313"/>
            <a:ext cx="3611880" cy="310896"/>
          </a:xfrm>
          <a:prstGeom prst="rect">
            <a:avLst/>
          </a:prstGeom>
          <a:noFill/>
          <a:ln/>
        </p:spPr>
        <p:txBody>
          <a:bodyPr wrap="square" lIns="0" tIns="0" rIns="0" bIns="0" rtlCol="0" anchor="ctr"/>
          <a:lstStyle/>
          <a:p>
            <a:pPr marL="0" indent="0" algn="l">
              <a:buNone/>
            </a:pPr>
            <a:r>
              <a:rPr lang="en-US" sz="1200" b="1" noProof="0" dirty="0">
                <a:solidFill>
                  <a:srgbClr val="1B2A3B"/>
                </a:solidFill>
              </a:rPr>
              <a:t>Challenges encountered</a:t>
            </a:r>
            <a:endParaRPr lang="en-US" sz="1200" noProof="0" dirty="0"/>
          </a:p>
        </p:txBody>
      </p:sp>
      <p:sp>
        <p:nvSpPr>
          <p:cNvPr id="120" name="Text 32">
            <a:extLst>
              <a:ext uri="{FF2B5EF4-FFF2-40B4-BE49-F238E27FC236}">
                <a16:creationId xmlns:a16="http://schemas.microsoft.com/office/drawing/2014/main" id="{15A4799B-97FF-E127-3F96-01F5C4732498}"/>
              </a:ext>
            </a:extLst>
          </p:cNvPr>
          <p:cNvSpPr/>
          <p:nvPr/>
        </p:nvSpPr>
        <p:spPr>
          <a:xfrm>
            <a:off x="7316402" y="3222497"/>
            <a:ext cx="3611880" cy="256032"/>
          </a:xfrm>
          <a:prstGeom prst="rect">
            <a:avLst/>
          </a:prstGeom>
          <a:noFill/>
          <a:ln/>
        </p:spPr>
        <p:txBody>
          <a:bodyPr wrap="square" lIns="0" tIns="0" rIns="0" bIns="0" rtlCol="0" anchor="ctr"/>
          <a:lstStyle/>
          <a:p>
            <a:pPr marL="0" indent="0" algn="l">
              <a:buNone/>
            </a:pPr>
            <a:r>
              <a:rPr lang="en-US" sz="900" noProof="0" dirty="0">
                <a:solidFill>
                  <a:srgbClr val="64748B"/>
                </a:solidFill>
              </a:rPr>
              <a:t>Concrete technical challenges</a:t>
            </a:r>
            <a:endParaRPr lang="en-US" sz="900" noProof="0" dirty="0"/>
          </a:p>
        </p:txBody>
      </p:sp>
      <p:sp>
        <p:nvSpPr>
          <p:cNvPr id="121" name="Shape 33">
            <a:extLst>
              <a:ext uri="{FF2B5EF4-FFF2-40B4-BE49-F238E27FC236}">
                <a16:creationId xmlns:a16="http://schemas.microsoft.com/office/drawing/2014/main" id="{06FE284D-2CBC-F2CB-8471-05C624C55028}"/>
              </a:ext>
            </a:extLst>
          </p:cNvPr>
          <p:cNvSpPr/>
          <p:nvPr/>
        </p:nvSpPr>
        <p:spPr>
          <a:xfrm>
            <a:off x="6840914" y="3716273"/>
            <a:ext cx="4206240" cy="749808"/>
          </a:xfrm>
          <a:prstGeom prst="rect">
            <a:avLst/>
          </a:prstGeom>
          <a:solidFill>
            <a:schemeClr val="bg2"/>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22" name="Shape 34">
            <a:extLst>
              <a:ext uri="{FF2B5EF4-FFF2-40B4-BE49-F238E27FC236}">
                <a16:creationId xmlns:a16="http://schemas.microsoft.com/office/drawing/2014/main" id="{4DBF1EDE-91A3-B237-D3C5-877D49065FFB}"/>
              </a:ext>
            </a:extLst>
          </p:cNvPr>
          <p:cNvSpPr/>
          <p:nvPr/>
        </p:nvSpPr>
        <p:spPr>
          <a:xfrm>
            <a:off x="6840914" y="3716273"/>
            <a:ext cx="384048" cy="749808"/>
          </a:xfrm>
          <a:prstGeom prst="rect">
            <a:avLst/>
          </a:prstGeom>
          <a:solidFill>
            <a:schemeClr val="bg2"/>
          </a:solidFill>
          <a:ln w="12700">
            <a:solidFill>
              <a:schemeClr val="bg1">
                <a:lumMod val="75000"/>
              </a:schemeClr>
            </a:solidFill>
            <a:prstDash val="solid"/>
          </a:ln>
        </p:spPr>
        <p:txBody>
          <a:bodyPr/>
          <a:lstStyle/>
          <a:p>
            <a:endParaRPr lang="en-US" noProof="0" dirty="0"/>
          </a:p>
        </p:txBody>
      </p:sp>
      <p:sp>
        <p:nvSpPr>
          <p:cNvPr id="123" name="Text 35">
            <a:extLst>
              <a:ext uri="{FF2B5EF4-FFF2-40B4-BE49-F238E27FC236}">
                <a16:creationId xmlns:a16="http://schemas.microsoft.com/office/drawing/2014/main" id="{BE78EC3B-67C7-64CD-9CAD-B205FCD9946A}"/>
              </a:ext>
            </a:extLst>
          </p:cNvPr>
          <p:cNvSpPr/>
          <p:nvPr/>
        </p:nvSpPr>
        <p:spPr>
          <a:xfrm>
            <a:off x="6840914" y="3716273"/>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07</a:t>
            </a:r>
            <a:endParaRPr lang="en-US" sz="1300" noProof="0" dirty="0"/>
          </a:p>
        </p:txBody>
      </p:sp>
      <p:sp>
        <p:nvSpPr>
          <p:cNvPr id="124" name="Text 36">
            <a:extLst>
              <a:ext uri="{FF2B5EF4-FFF2-40B4-BE49-F238E27FC236}">
                <a16:creationId xmlns:a16="http://schemas.microsoft.com/office/drawing/2014/main" id="{CE0795C5-91AE-5932-A979-8DED4A9C61E6}"/>
              </a:ext>
            </a:extLst>
          </p:cNvPr>
          <p:cNvSpPr/>
          <p:nvPr/>
        </p:nvSpPr>
        <p:spPr>
          <a:xfrm>
            <a:off x="7316402" y="3789425"/>
            <a:ext cx="361188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Next Steps &amp; Perspectives</a:t>
            </a:r>
            <a:endParaRPr lang="en-US" sz="1200" noProof="0" dirty="0">
              <a:solidFill>
                <a:schemeClr val="tx2">
                  <a:lumMod val="40000"/>
                  <a:lumOff val="60000"/>
                </a:schemeClr>
              </a:solidFill>
            </a:endParaRPr>
          </a:p>
        </p:txBody>
      </p:sp>
      <p:sp>
        <p:nvSpPr>
          <p:cNvPr id="125" name="Text 37">
            <a:extLst>
              <a:ext uri="{FF2B5EF4-FFF2-40B4-BE49-F238E27FC236}">
                <a16:creationId xmlns:a16="http://schemas.microsoft.com/office/drawing/2014/main" id="{B4855150-157C-AD6B-C0DB-508606A39AA3}"/>
              </a:ext>
            </a:extLst>
          </p:cNvPr>
          <p:cNvSpPr/>
          <p:nvPr/>
        </p:nvSpPr>
        <p:spPr>
          <a:xfrm>
            <a:off x="7316402" y="4118609"/>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What remains and how to get there</a:t>
            </a:r>
          </a:p>
        </p:txBody>
      </p:sp>
      <p:sp>
        <p:nvSpPr>
          <p:cNvPr id="126" name="Shape 38">
            <a:extLst>
              <a:ext uri="{FF2B5EF4-FFF2-40B4-BE49-F238E27FC236}">
                <a16:creationId xmlns:a16="http://schemas.microsoft.com/office/drawing/2014/main" id="{DD206344-D89D-3BF5-ABC0-744503802AEA}"/>
              </a:ext>
            </a:extLst>
          </p:cNvPr>
          <p:cNvSpPr/>
          <p:nvPr/>
        </p:nvSpPr>
        <p:spPr>
          <a:xfrm>
            <a:off x="6840914" y="4612385"/>
            <a:ext cx="4206240" cy="749808"/>
          </a:xfrm>
          <a:prstGeom prst="rect">
            <a:avLst/>
          </a:prstGeom>
          <a:solidFill>
            <a:schemeClr val="bg2"/>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27" name="Shape 39">
            <a:extLst>
              <a:ext uri="{FF2B5EF4-FFF2-40B4-BE49-F238E27FC236}">
                <a16:creationId xmlns:a16="http://schemas.microsoft.com/office/drawing/2014/main" id="{4D7B25AF-FDD3-7E91-81DC-23F21E3B24C7}"/>
              </a:ext>
            </a:extLst>
          </p:cNvPr>
          <p:cNvSpPr/>
          <p:nvPr/>
        </p:nvSpPr>
        <p:spPr>
          <a:xfrm>
            <a:off x="6840914" y="4612385"/>
            <a:ext cx="384048" cy="749808"/>
          </a:xfrm>
          <a:prstGeom prst="rect">
            <a:avLst/>
          </a:prstGeom>
          <a:solidFill>
            <a:schemeClr val="bg2"/>
          </a:solidFill>
          <a:ln w="12700">
            <a:solidFill>
              <a:schemeClr val="bg1">
                <a:lumMod val="75000"/>
              </a:schemeClr>
            </a:solidFill>
            <a:prstDash val="solid"/>
          </a:ln>
        </p:spPr>
        <p:txBody>
          <a:bodyPr/>
          <a:lstStyle/>
          <a:p>
            <a:endParaRPr lang="en-US" noProof="0" dirty="0"/>
          </a:p>
        </p:txBody>
      </p:sp>
      <p:sp>
        <p:nvSpPr>
          <p:cNvPr id="128" name="Text 40">
            <a:extLst>
              <a:ext uri="{FF2B5EF4-FFF2-40B4-BE49-F238E27FC236}">
                <a16:creationId xmlns:a16="http://schemas.microsoft.com/office/drawing/2014/main" id="{988D6683-0CAF-0293-0407-AE8879B3FC09}"/>
              </a:ext>
            </a:extLst>
          </p:cNvPr>
          <p:cNvSpPr/>
          <p:nvPr/>
        </p:nvSpPr>
        <p:spPr>
          <a:xfrm>
            <a:off x="6840914" y="4612385"/>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08</a:t>
            </a:r>
            <a:endParaRPr lang="en-US" sz="1300" noProof="0" dirty="0"/>
          </a:p>
        </p:txBody>
      </p:sp>
      <p:sp>
        <p:nvSpPr>
          <p:cNvPr id="129" name="Text 41">
            <a:extLst>
              <a:ext uri="{FF2B5EF4-FFF2-40B4-BE49-F238E27FC236}">
                <a16:creationId xmlns:a16="http://schemas.microsoft.com/office/drawing/2014/main" id="{F2328DEE-B126-EC46-79E0-09D9FB4687C3}"/>
              </a:ext>
            </a:extLst>
          </p:cNvPr>
          <p:cNvSpPr/>
          <p:nvPr/>
        </p:nvSpPr>
        <p:spPr>
          <a:xfrm>
            <a:off x="7316402" y="4685537"/>
            <a:ext cx="361188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Q&amp;A</a:t>
            </a:r>
            <a:endParaRPr lang="en-US" sz="1200" noProof="0" dirty="0">
              <a:solidFill>
                <a:schemeClr val="tx2">
                  <a:lumMod val="40000"/>
                  <a:lumOff val="60000"/>
                </a:schemeClr>
              </a:solidFill>
            </a:endParaRPr>
          </a:p>
        </p:txBody>
      </p:sp>
      <p:sp>
        <p:nvSpPr>
          <p:cNvPr id="130" name="Text 42">
            <a:extLst>
              <a:ext uri="{FF2B5EF4-FFF2-40B4-BE49-F238E27FC236}">
                <a16:creationId xmlns:a16="http://schemas.microsoft.com/office/drawing/2014/main" id="{095E1D5F-7F16-8E84-6138-3A56EF3EB5B4}"/>
              </a:ext>
            </a:extLst>
          </p:cNvPr>
          <p:cNvSpPr/>
          <p:nvPr/>
        </p:nvSpPr>
        <p:spPr>
          <a:xfrm>
            <a:off x="7316402" y="5014721"/>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Open discussion</a:t>
            </a:r>
          </a:p>
        </p:txBody>
      </p:sp>
      <p:sp>
        <p:nvSpPr>
          <p:cNvPr id="2" name="Slide Number Placeholder 1">
            <a:extLst>
              <a:ext uri="{FF2B5EF4-FFF2-40B4-BE49-F238E27FC236}">
                <a16:creationId xmlns:a16="http://schemas.microsoft.com/office/drawing/2014/main" id="{E5F2909B-44F4-9023-3F51-07F5D79CEE79}"/>
              </a:ext>
            </a:extLst>
          </p:cNvPr>
          <p:cNvSpPr>
            <a:spLocks noGrp="1"/>
          </p:cNvSpPr>
          <p:nvPr>
            <p:ph type="sldNum" sz="quarter" idx="11"/>
          </p:nvPr>
        </p:nvSpPr>
        <p:spPr/>
        <p:txBody>
          <a:bodyPr/>
          <a:lstStyle/>
          <a:p>
            <a:fld id="{40A7B169-58CE-4E65-B1F9-ACF9E46440C2}" type="slidenum">
              <a:rPr lang="en-US" noProof="0" smtClean="0"/>
              <a:t>64</a:t>
            </a:fld>
            <a:endParaRPr lang="en-US" noProof="0" dirty="0"/>
          </a:p>
        </p:txBody>
      </p:sp>
      <p:sp>
        <p:nvSpPr>
          <p:cNvPr id="5" name="Text 6">
            <a:extLst>
              <a:ext uri="{FF2B5EF4-FFF2-40B4-BE49-F238E27FC236}">
                <a16:creationId xmlns:a16="http://schemas.microsoft.com/office/drawing/2014/main" id="{2D5E2C16-B2ED-0334-100F-E68DEB3DE420}"/>
              </a:ext>
            </a:extLst>
          </p:cNvPr>
          <p:cNvSpPr/>
          <p:nvPr/>
        </p:nvSpPr>
        <p:spPr>
          <a:xfrm>
            <a:off x="1692451" y="1997265"/>
            <a:ext cx="361188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Project context </a:t>
            </a:r>
            <a:endParaRPr lang="en-US" sz="1200" noProof="0" dirty="0">
              <a:solidFill>
                <a:schemeClr val="tx2">
                  <a:lumMod val="40000"/>
                  <a:lumOff val="60000"/>
                </a:schemeClr>
              </a:solidFill>
            </a:endParaRPr>
          </a:p>
        </p:txBody>
      </p:sp>
      <p:sp>
        <p:nvSpPr>
          <p:cNvPr id="6" name="Text 7">
            <a:extLst>
              <a:ext uri="{FF2B5EF4-FFF2-40B4-BE49-F238E27FC236}">
                <a16:creationId xmlns:a16="http://schemas.microsoft.com/office/drawing/2014/main" id="{AFB68F26-A59B-BFE6-2D21-797343C11C60}"/>
              </a:ext>
            </a:extLst>
          </p:cNvPr>
          <p:cNvSpPr/>
          <p:nvPr/>
        </p:nvSpPr>
        <p:spPr>
          <a:xfrm>
            <a:off x="1692451" y="2308161"/>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The daily problem it solves</a:t>
            </a:r>
          </a:p>
        </p:txBody>
      </p:sp>
    </p:spTree>
    <p:extLst>
      <p:ext uri="{BB962C8B-B14F-4D97-AF65-F5344CB8AC3E}">
        <p14:creationId xmlns:p14="http://schemas.microsoft.com/office/powerpoint/2010/main" val="418046845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CC406-4A34-C89F-87EF-885FC6AF7D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EBC418-DC98-C858-69A4-3B09C91F9568}"/>
              </a:ext>
            </a:extLst>
          </p:cNvPr>
          <p:cNvSpPr>
            <a:spLocks noGrp="1"/>
          </p:cNvSpPr>
          <p:nvPr>
            <p:ph type="title"/>
          </p:nvPr>
        </p:nvSpPr>
        <p:spPr>
          <a:xfrm>
            <a:off x="242477" y="-53443"/>
            <a:ext cx="11609159" cy="1247050"/>
          </a:xfrm>
        </p:spPr>
        <p:txBody>
          <a:bodyPr/>
          <a:lstStyle/>
          <a:p>
            <a:r>
              <a:rPr lang="en-US" sz="1800" b="1" noProof="0" dirty="0"/>
              <a:t>Challenges encountered</a:t>
            </a:r>
          </a:p>
        </p:txBody>
      </p:sp>
      <p:sp>
        <p:nvSpPr>
          <p:cNvPr id="20" name="Sub">
            <a:extLst>
              <a:ext uri="{FF2B5EF4-FFF2-40B4-BE49-F238E27FC236}">
                <a16:creationId xmlns:a16="http://schemas.microsoft.com/office/drawing/2014/main" id="{AE134684-80BE-7C2E-166E-C542ACABAF3D}"/>
              </a:ext>
            </a:extLst>
          </p:cNvPr>
          <p:cNvSpPr>
            <a:spLocks noGrp="1"/>
          </p:cNvSpPr>
          <p:nvPr/>
        </p:nvSpPr>
        <p:spPr>
          <a:xfrm>
            <a:off x="147056" y="564803"/>
            <a:ext cx="11609159" cy="450000"/>
          </a:xfrm>
          <a:prstGeom prst="rect">
            <a:avLst/>
          </a:prstGeom>
          <a:noFill/>
        </p:spPr>
        <p:txBody>
          <a:bodyPr wrap="square" lIns="91440" tIns="45720" rIns="91440" bIns="45720"/>
          <a:lstStyle/>
          <a:p>
            <a:r>
              <a:rPr lang="en-US" sz="1200" i="1" noProof="0" dirty="0">
                <a:solidFill>
                  <a:srgbClr val="475569"/>
                </a:solidFill>
              </a:rPr>
              <a:t>Technical obstacles encountered during the project</a:t>
            </a:r>
          </a:p>
        </p:txBody>
      </p:sp>
      <p:sp>
        <p:nvSpPr>
          <p:cNvPr id="5" name="Shape 4">
            <a:extLst>
              <a:ext uri="{FF2B5EF4-FFF2-40B4-BE49-F238E27FC236}">
                <a16:creationId xmlns:a16="http://schemas.microsoft.com/office/drawing/2014/main" id="{6F54D768-54E6-15AA-3550-0C1AD83D10FD}"/>
              </a:ext>
            </a:extLst>
          </p:cNvPr>
          <p:cNvSpPr/>
          <p:nvPr/>
        </p:nvSpPr>
        <p:spPr>
          <a:xfrm>
            <a:off x="242477" y="918916"/>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7" name="TechLabel">
            <a:extLst>
              <a:ext uri="{FF2B5EF4-FFF2-40B4-BE49-F238E27FC236}">
                <a16:creationId xmlns:a16="http://schemas.microsoft.com/office/drawing/2014/main" id="{E4AA5137-A921-033E-6819-914B6BCF03AF}"/>
              </a:ext>
            </a:extLst>
          </p:cNvPr>
          <p:cNvSpPr/>
          <p:nvPr/>
        </p:nvSpPr>
        <p:spPr>
          <a:xfrm>
            <a:off x="351636" y="1650657"/>
            <a:ext cx="5600000" cy="340000"/>
          </a:xfrm>
          <a:prstGeom prst="roundRect">
            <a:avLst>
              <a:gd name="adj" fmla="val 20000"/>
            </a:avLst>
          </a:prstGeom>
          <a:solidFill>
            <a:srgbClr val="1B2A3B"/>
          </a:solidFill>
          <a:ln>
            <a:noFill/>
          </a:ln>
        </p:spPr>
        <p:txBody>
          <a:bodyPr wrap="square" lIns="91440" tIns="45720" rIns="91440" bIns="45720" anchor="ctr"/>
          <a:lstStyle/>
          <a:p>
            <a:pPr algn="ctr">
              <a:buNone/>
            </a:pPr>
            <a:r>
              <a:rPr lang="en-US" sz="1100" b="1" noProof="0" dirty="0">
                <a:solidFill>
                  <a:srgbClr val="FFFFFF"/>
                </a:solidFill>
              </a:rPr>
              <a:t>  Technical Challenges</a:t>
            </a:r>
          </a:p>
        </p:txBody>
      </p:sp>
      <p:sp>
        <p:nvSpPr>
          <p:cNvPr id="8" name="OpsLabel">
            <a:extLst>
              <a:ext uri="{FF2B5EF4-FFF2-40B4-BE49-F238E27FC236}">
                <a16:creationId xmlns:a16="http://schemas.microsoft.com/office/drawing/2014/main" id="{1C957672-DE3F-1E01-6049-618CEDDAA152}"/>
              </a:ext>
            </a:extLst>
          </p:cNvPr>
          <p:cNvSpPr/>
          <p:nvPr/>
        </p:nvSpPr>
        <p:spPr>
          <a:xfrm>
            <a:off x="6251636" y="1669853"/>
            <a:ext cx="5600000" cy="340000"/>
          </a:xfrm>
          <a:prstGeom prst="roundRect">
            <a:avLst>
              <a:gd name="adj" fmla="val 20000"/>
            </a:avLst>
          </a:prstGeom>
          <a:solidFill>
            <a:srgbClr val="0D9488"/>
          </a:solidFill>
          <a:ln>
            <a:noFill/>
          </a:ln>
        </p:spPr>
        <p:txBody>
          <a:bodyPr wrap="square" lIns="91440" tIns="45720" rIns="91440" bIns="45720" anchor="ctr"/>
          <a:lstStyle/>
          <a:p>
            <a:pPr algn="ctr">
              <a:buNone/>
            </a:pPr>
            <a:r>
              <a:rPr lang="en-US" sz="1100" b="1" noProof="0" dirty="0">
                <a:solidFill>
                  <a:srgbClr val="FFFFFF"/>
                </a:solidFill>
              </a:rPr>
              <a:t>Operational &amp; Validation Challenges</a:t>
            </a:r>
          </a:p>
        </p:txBody>
      </p:sp>
      <p:sp>
        <p:nvSpPr>
          <p:cNvPr id="9" name="T1">
            <a:extLst>
              <a:ext uri="{FF2B5EF4-FFF2-40B4-BE49-F238E27FC236}">
                <a16:creationId xmlns:a16="http://schemas.microsoft.com/office/drawing/2014/main" id="{A424B787-2ED9-CAC2-71EE-C2AA960E59F7}"/>
              </a:ext>
            </a:extLst>
          </p:cNvPr>
          <p:cNvSpPr/>
          <p:nvPr/>
        </p:nvSpPr>
        <p:spPr>
          <a:xfrm>
            <a:off x="351636" y="2410657"/>
            <a:ext cx="5600000" cy="900000"/>
          </a:xfrm>
          <a:prstGeom prst="roundRect">
            <a:avLst>
              <a:gd name="adj" fmla="val 10000"/>
            </a:avLst>
          </a:prstGeom>
          <a:solidFill>
            <a:srgbClr val="F8FAFC"/>
          </a:solidFill>
          <a:ln w="19050">
            <a:solidFill>
              <a:srgbClr val="1B2A3B"/>
            </a:solidFill>
          </a:ln>
        </p:spPr>
        <p:txBody>
          <a:bodyPr wrap="square" lIns="182880" tIns="91440" rIns="182880" bIns="91440" anchor="t"/>
          <a:lstStyle/>
          <a:p>
            <a:pPr marL="228600" indent="-228600" algn="l">
              <a:buAutoNum type="arabicPeriod"/>
            </a:pPr>
            <a:r>
              <a:rPr lang="en-US" sz="1100" b="1" noProof="0" dirty="0">
                <a:solidFill>
                  <a:srgbClr val="1B2A3B"/>
                </a:solidFill>
              </a:rPr>
              <a:t>Black-box RAG engine</a:t>
            </a:r>
          </a:p>
          <a:p>
            <a:pPr algn="l"/>
            <a:endParaRPr lang="en-US" sz="1100" b="1" noProof="0" dirty="0">
              <a:solidFill>
                <a:srgbClr val="1B2A3B"/>
              </a:solidFill>
            </a:endParaRPr>
          </a:p>
          <a:p>
            <a:pPr algn="l">
              <a:buNone/>
            </a:pPr>
            <a:r>
              <a:rPr lang="en-US" sz="1100" b="0" noProof="0" dirty="0">
                <a:solidFill>
                  <a:srgbClr val="475569"/>
                </a:solidFill>
              </a:rPr>
              <a:t>Retrieval/chunking internals inaccessible. All improvements must be data-centric only.</a:t>
            </a:r>
          </a:p>
          <a:p>
            <a:pPr algn="l">
              <a:buNone/>
            </a:pPr>
            <a:endParaRPr lang="en-US" sz="1100" b="0" noProof="0" dirty="0">
              <a:solidFill>
                <a:srgbClr val="475569"/>
              </a:solidFill>
            </a:endParaRPr>
          </a:p>
          <a:p>
            <a:pPr algn="l">
              <a:buNone/>
            </a:pPr>
            <a:r>
              <a:rPr lang="en-US" sz="1100" b="1" i="0" noProof="0" dirty="0">
                <a:solidFill>
                  <a:srgbClr val="0D9488"/>
                </a:solidFill>
              </a:rPr>
              <a:t>→ Solution: </a:t>
            </a:r>
            <a:r>
              <a:rPr lang="en-US" sz="1100" b="0" i="1" noProof="0" dirty="0">
                <a:solidFill>
                  <a:srgbClr val="64748B"/>
                </a:solidFill>
              </a:rPr>
              <a:t>Structured lexical anchors + stable card templates</a:t>
            </a:r>
          </a:p>
        </p:txBody>
      </p:sp>
      <p:sp>
        <p:nvSpPr>
          <p:cNvPr id="10" name="T2">
            <a:extLst>
              <a:ext uri="{FF2B5EF4-FFF2-40B4-BE49-F238E27FC236}">
                <a16:creationId xmlns:a16="http://schemas.microsoft.com/office/drawing/2014/main" id="{D0CDD47E-3984-33F9-E1F3-DD4A114AC596}"/>
              </a:ext>
            </a:extLst>
          </p:cNvPr>
          <p:cNvSpPr/>
          <p:nvPr/>
        </p:nvSpPr>
        <p:spPr>
          <a:xfrm>
            <a:off x="351636" y="3390656"/>
            <a:ext cx="5600000" cy="1211823"/>
          </a:xfrm>
          <a:prstGeom prst="roundRect">
            <a:avLst>
              <a:gd name="adj" fmla="val 10000"/>
            </a:avLst>
          </a:prstGeom>
          <a:solidFill>
            <a:srgbClr val="F8FAFC"/>
          </a:solidFill>
          <a:ln w="19050">
            <a:solidFill>
              <a:srgbClr val="1B2A3B"/>
            </a:solidFill>
          </a:ln>
        </p:spPr>
        <p:txBody>
          <a:bodyPr wrap="square" lIns="182880" tIns="91440" rIns="182880" bIns="91440" anchor="t"/>
          <a:lstStyle/>
          <a:p>
            <a:pPr algn="l">
              <a:buNone/>
            </a:pPr>
            <a:r>
              <a:rPr lang="en-US" sz="1100" b="1" noProof="0" dirty="0">
                <a:solidFill>
                  <a:srgbClr val="1B2A3B"/>
                </a:solidFill>
              </a:rPr>
              <a:t>2. Defining high data quality</a:t>
            </a:r>
          </a:p>
          <a:p>
            <a:pPr algn="l">
              <a:buNone/>
            </a:pPr>
            <a:endParaRPr lang="en-US" sz="1100" b="1" noProof="0" dirty="0">
              <a:solidFill>
                <a:srgbClr val="1B2A3B"/>
              </a:solidFill>
            </a:endParaRPr>
          </a:p>
          <a:p>
            <a:pPr algn="l">
              <a:buNone/>
            </a:pPr>
            <a:r>
              <a:rPr lang="en-US" sz="1100" b="0" noProof="0" dirty="0">
                <a:solidFill>
                  <a:srgbClr val="475569"/>
                </a:solidFill>
              </a:rPr>
              <a:t>No existing quality definition. What is "good enough" for RAG retrieval?</a:t>
            </a:r>
          </a:p>
          <a:p>
            <a:pPr algn="l">
              <a:buNone/>
            </a:pPr>
            <a:endParaRPr lang="en-US" sz="1100" b="0" noProof="0" dirty="0">
              <a:solidFill>
                <a:srgbClr val="475569"/>
              </a:solidFill>
            </a:endParaRPr>
          </a:p>
          <a:p>
            <a:r>
              <a:rPr lang="en-US" sz="1100" b="1" noProof="0" dirty="0">
                <a:solidFill>
                  <a:srgbClr val="0D9488"/>
                </a:solidFill>
              </a:rPr>
              <a:t>→ Solution : </a:t>
            </a:r>
            <a:r>
              <a:rPr lang="en-US" sz="1100" b="0" i="1" noProof="0" dirty="0">
                <a:solidFill>
                  <a:srgbClr val="64748B"/>
                </a:solidFill>
              </a:rPr>
              <a:t>Schema validation &gt;95% + TF-IDF smoke tests before every upload</a:t>
            </a:r>
          </a:p>
        </p:txBody>
      </p:sp>
      <p:sp>
        <p:nvSpPr>
          <p:cNvPr id="11" name="T3">
            <a:extLst>
              <a:ext uri="{FF2B5EF4-FFF2-40B4-BE49-F238E27FC236}">
                <a16:creationId xmlns:a16="http://schemas.microsoft.com/office/drawing/2014/main" id="{54C7F598-4394-67AB-C811-6F9B482A0B91}"/>
              </a:ext>
            </a:extLst>
          </p:cNvPr>
          <p:cNvSpPr/>
          <p:nvPr/>
        </p:nvSpPr>
        <p:spPr>
          <a:xfrm>
            <a:off x="340364" y="4683076"/>
            <a:ext cx="5600000" cy="1092883"/>
          </a:xfrm>
          <a:prstGeom prst="roundRect">
            <a:avLst>
              <a:gd name="adj" fmla="val 10000"/>
            </a:avLst>
          </a:prstGeom>
          <a:solidFill>
            <a:srgbClr val="F8FAFC"/>
          </a:solidFill>
          <a:ln w="19050">
            <a:solidFill>
              <a:srgbClr val="1B2A3B"/>
            </a:solidFill>
          </a:ln>
        </p:spPr>
        <p:txBody>
          <a:bodyPr wrap="square" lIns="182880" tIns="91440" rIns="182880" bIns="91440" anchor="t"/>
          <a:lstStyle/>
          <a:p>
            <a:pPr algn="l">
              <a:buNone/>
            </a:pPr>
            <a:r>
              <a:rPr lang="en-US" sz="1100" b="1" noProof="0" dirty="0">
                <a:solidFill>
                  <a:srgbClr val="1B2A3B"/>
                </a:solidFill>
              </a:rPr>
              <a:t>3. Heterogeneous source formats</a:t>
            </a:r>
          </a:p>
          <a:p>
            <a:pPr algn="l">
              <a:buNone/>
            </a:pPr>
            <a:endParaRPr lang="en-US" sz="1100" b="1" noProof="0" dirty="0">
              <a:solidFill>
                <a:srgbClr val="1B2A3B"/>
              </a:solidFill>
            </a:endParaRPr>
          </a:p>
          <a:p>
            <a:pPr algn="l">
              <a:buNone/>
            </a:pPr>
            <a:r>
              <a:rPr lang="en-US" sz="1100" b="0" noProof="0" dirty="0">
                <a:solidFill>
                  <a:srgbClr val="475569"/>
                </a:solidFill>
              </a:rPr>
              <a:t>Issues, PRs, commits, files, PDFs: all have different structures.</a:t>
            </a:r>
          </a:p>
          <a:p>
            <a:pPr algn="l">
              <a:buNone/>
            </a:pPr>
            <a:endParaRPr lang="en-US" sz="1100" b="0" noProof="0" dirty="0">
              <a:solidFill>
                <a:srgbClr val="475569"/>
              </a:solidFill>
            </a:endParaRPr>
          </a:p>
          <a:p>
            <a:r>
              <a:rPr lang="en-US" sz="1100" b="1" noProof="0" dirty="0">
                <a:solidFill>
                  <a:srgbClr val="0D9488"/>
                </a:solidFill>
              </a:rPr>
              <a:t>→ Solution : </a:t>
            </a:r>
            <a:r>
              <a:rPr lang="en-US" sz="1100" b="0" i="1" noProof="0" dirty="0">
                <a:solidFill>
                  <a:srgbClr val="64748B"/>
                </a:solidFill>
              </a:rPr>
              <a:t>Unified docs_v2 schema normalizing all sources</a:t>
            </a:r>
          </a:p>
        </p:txBody>
      </p:sp>
      <p:sp>
        <p:nvSpPr>
          <p:cNvPr id="13" name="O4">
            <a:extLst>
              <a:ext uri="{FF2B5EF4-FFF2-40B4-BE49-F238E27FC236}">
                <a16:creationId xmlns:a16="http://schemas.microsoft.com/office/drawing/2014/main" id="{903C4B5E-7199-9FB2-C2C5-7CC122F16FE4}"/>
              </a:ext>
            </a:extLst>
          </p:cNvPr>
          <p:cNvSpPr/>
          <p:nvPr/>
        </p:nvSpPr>
        <p:spPr>
          <a:xfrm>
            <a:off x="6251636" y="2410656"/>
            <a:ext cx="5600000" cy="1060311"/>
          </a:xfrm>
          <a:prstGeom prst="roundRect">
            <a:avLst>
              <a:gd name="adj" fmla="val 10000"/>
            </a:avLst>
          </a:prstGeom>
          <a:solidFill>
            <a:srgbClr val="F8FAFC"/>
          </a:solidFill>
          <a:ln w="19050">
            <a:solidFill>
              <a:srgbClr val="0D9488"/>
            </a:solidFill>
          </a:ln>
        </p:spPr>
        <p:txBody>
          <a:bodyPr wrap="square" lIns="182880" tIns="91440" rIns="182880" bIns="91440" anchor="t"/>
          <a:lstStyle/>
          <a:p>
            <a:pPr algn="l">
              <a:buNone/>
            </a:pPr>
            <a:r>
              <a:rPr lang="en-US" sz="1100" b="1" noProof="0" dirty="0">
                <a:solidFill>
                  <a:srgbClr val="1B2A3B"/>
                </a:solidFill>
              </a:rPr>
              <a:t>4. Upload payload limits</a:t>
            </a:r>
          </a:p>
          <a:p>
            <a:pPr algn="l">
              <a:buNone/>
            </a:pPr>
            <a:endParaRPr lang="en-US" sz="1100" b="1" noProof="0" dirty="0">
              <a:solidFill>
                <a:srgbClr val="1B2A3B"/>
              </a:solidFill>
            </a:endParaRPr>
          </a:p>
          <a:p>
            <a:pPr algn="l">
              <a:buNone/>
            </a:pPr>
            <a:r>
              <a:rPr lang="en-US" sz="1100" b="0" noProof="0" dirty="0">
                <a:solidFill>
                  <a:srgbClr val="475569"/>
                </a:solidFill>
              </a:rPr>
              <a:t>STM32CubeH7: 4,707 docs / ~57.6 MB — exceeds single-batch limits.</a:t>
            </a:r>
          </a:p>
          <a:p>
            <a:pPr algn="l">
              <a:buNone/>
            </a:pPr>
            <a:endParaRPr lang="en-US" sz="1100" b="0" noProof="0" dirty="0">
              <a:solidFill>
                <a:srgbClr val="475569"/>
              </a:solidFill>
            </a:endParaRPr>
          </a:p>
          <a:p>
            <a:r>
              <a:rPr lang="en-US" sz="1100" b="1" noProof="0" dirty="0">
                <a:solidFill>
                  <a:srgbClr val="0D9488"/>
                </a:solidFill>
              </a:rPr>
              <a:t>→ Solution : </a:t>
            </a:r>
            <a:r>
              <a:rPr lang="en-US" sz="1100" b="0" i="1" noProof="0" dirty="0">
                <a:solidFill>
                  <a:srgbClr val="64748B"/>
                </a:solidFill>
              </a:rPr>
              <a:t>Manual split workflow: 50 parts, deterministic upload order</a:t>
            </a:r>
          </a:p>
        </p:txBody>
      </p:sp>
      <p:sp>
        <p:nvSpPr>
          <p:cNvPr id="14" name="O5">
            <a:extLst>
              <a:ext uri="{FF2B5EF4-FFF2-40B4-BE49-F238E27FC236}">
                <a16:creationId xmlns:a16="http://schemas.microsoft.com/office/drawing/2014/main" id="{5EC5D8A0-A149-D9D3-DEAA-3C56F28A1A63}"/>
              </a:ext>
            </a:extLst>
          </p:cNvPr>
          <p:cNvSpPr/>
          <p:nvPr/>
        </p:nvSpPr>
        <p:spPr>
          <a:xfrm>
            <a:off x="6215763" y="3603608"/>
            <a:ext cx="5600000" cy="1244540"/>
          </a:xfrm>
          <a:prstGeom prst="roundRect">
            <a:avLst>
              <a:gd name="adj" fmla="val 10000"/>
            </a:avLst>
          </a:prstGeom>
          <a:solidFill>
            <a:srgbClr val="F8FAFC"/>
          </a:solidFill>
          <a:ln w="19050">
            <a:solidFill>
              <a:srgbClr val="0D9488"/>
            </a:solidFill>
          </a:ln>
        </p:spPr>
        <p:txBody>
          <a:bodyPr wrap="square" lIns="182880" tIns="91440" rIns="182880" bIns="91440" anchor="t"/>
          <a:lstStyle/>
          <a:p>
            <a:pPr algn="l">
              <a:buNone/>
            </a:pPr>
            <a:r>
              <a:rPr lang="en-US" sz="1100" b="1" noProof="0" dirty="0">
                <a:solidFill>
                  <a:srgbClr val="1B2A3B"/>
                </a:solidFill>
              </a:rPr>
              <a:t>5. Weak fix traceability</a:t>
            </a:r>
          </a:p>
          <a:p>
            <a:pPr algn="l">
              <a:buNone/>
            </a:pPr>
            <a:endParaRPr lang="en-US" sz="1100" b="1" noProof="0" dirty="0">
              <a:solidFill>
                <a:srgbClr val="1B2A3B"/>
              </a:solidFill>
            </a:endParaRPr>
          </a:p>
          <a:p>
            <a:pPr marL="171450" indent="-171450" algn="l">
              <a:buFont typeface="Arial" panose="020B0604020202020204" pitchFamily="34" charset="0"/>
              <a:buChar char="•"/>
            </a:pPr>
            <a:r>
              <a:rPr lang="en-US" sz="1100" b="0" noProof="0" dirty="0">
                <a:solidFill>
                  <a:srgbClr val="475569"/>
                </a:solidFill>
              </a:rPr>
              <a:t>Most GitHub issues are not directly linked to: PRs and commits.</a:t>
            </a:r>
          </a:p>
          <a:p>
            <a:pPr marL="171450" indent="-171450" algn="l">
              <a:buFont typeface="Arial" panose="020B0604020202020204" pitchFamily="34" charset="0"/>
              <a:buChar char="•"/>
            </a:pPr>
            <a:r>
              <a:rPr lang="en-US" sz="1100" b="0" noProof="0" dirty="0">
                <a:solidFill>
                  <a:srgbClr val="475569"/>
                </a:solidFill>
              </a:rPr>
              <a:t>Resolver Cases could not always be generated, even for real bugs</a:t>
            </a:r>
            <a:r>
              <a:rPr lang="en-US" sz="1100" noProof="0" dirty="0">
                <a:solidFill>
                  <a:srgbClr val="475569"/>
                </a:solidFill>
              </a:rPr>
              <a:t>.</a:t>
            </a:r>
          </a:p>
          <a:p>
            <a:pPr marL="171450" indent="-171450" algn="l">
              <a:buFont typeface="Arial" panose="020B0604020202020204" pitchFamily="34" charset="0"/>
              <a:buChar char="•"/>
            </a:pPr>
            <a:endParaRPr lang="en-US" sz="1100" b="0" noProof="0" dirty="0">
              <a:solidFill>
                <a:srgbClr val="475569"/>
              </a:solidFill>
            </a:endParaRPr>
          </a:p>
          <a:p>
            <a:r>
              <a:rPr lang="en-US" sz="1100" b="1" noProof="0" dirty="0">
                <a:solidFill>
                  <a:srgbClr val="0D9488"/>
                </a:solidFill>
              </a:rPr>
              <a:t>→ Solution : </a:t>
            </a:r>
            <a:r>
              <a:rPr lang="en-US" sz="1100" b="0" i="1" noProof="0" dirty="0">
                <a:solidFill>
                  <a:srgbClr val="64748B"/>
                </a:solidFill>
              </a:rPr>
              <a:t>Technical pattern tags </a:t>
            </a:r>
          </a:p>
        </p:txBody>
      </p:sp>
      <p:sp>
        <p:nvSpPr>
          <p:cNvPr id="15" name="O6">
            <a:extLst>
              <a:ext uri="{FF2B5EF4-FFF2-40B4-BE49-F238E27FC236}">
                <a16:creationId xmlns:a16="http://schemas.microsoft.com/office/drawing/2014/main" id="{2F3CBF02-2765-1A72-D444-8478AC83B32B}"/>
              </a:ext>
            </a:extLst>
          </p:cNvPr>
          <p:cNvSpPr/>
          <p:nvPr/>
        </p:nvSpPr>
        <p:spPr>
          <a:xfrm>
            <a:off x="6251636" y="5395363"/>
            <a:ext cx="5600000" cy="1087442"/>
          </a:xfrm>
          <a:prstGeom prst="roundRect">
            <a:avLst>
              <a:gd name="adj" fmla="val 10000"/>
            </a:avLst>
          </a:prstGeom>
          <a:solidFill>
            <a:srgbClr val="F8FAFC"/>
          </a:solidFill>
          <a:ln w="19050">
            <a:solidFill>
              <a:srgbClr val="0D9488"/>
            </a:solidFill>
          </a:ln>
        </p:spPr>
        <p:txBody>
          <a:bodyPr wrap="square" lIns="182880" tIns="91440" rIns="182880" bIns="91440" anchor="t"/>
          <a:lstStyle/>
          <a:p>
            <a:pPr algn="l">
              <a:buNone/>
            </a:pPr>
            <a:r>
              <a:rPr lang="en-US" sz="1100" b="1" noProof="0" dirty="0">
                <a:solidFill>
                  <a:srgbClr val="1B2A3B"/>
                </a:solidFill>
              </a:rPr>
              <a:t>New bugs with no linked PR</a:t>
            </a:r>
          </a:p>
          <a:p>
            <a:pPr algn="l">
              <a:buNone/>
            </a:pPr>
            <a:endParaRPr lang="en-US" sz="1100" b="1" noProof="0" dirty="0">
              <a:solidFill>
                <a:srgbClr val="1B2A3B"/>
              </a:solidFill>
            </a:endParaRPr>
          </a:p>
          <a:p>
            <a:pPr algn="l">
              <a:buNone/>
            </a:pPr>
            <a:r>
              <a:rPr lang="en-US" sz="1100" b="0" noProof="0" dirty="0">
                <a:solidFill>
                  <a:srgbClr val="475569"/>
                </a:solidFill>
              </a:rPr>
              <a:t>Truly new bugs (e.g. HAL_CRYP &gt;65535 bytes) return "I DON'T KNOW".</a:t>
            </a:r>
          </a:p>
          <a:p>
            <a:pPr algn="l">
              <a:buNone/>
            </a:pPr>
            <a:endParaRPr lang="en-US" sz="1100" b="0" noProof="0" dirty="0">
              <a:solidFill>
                <a:srgbClr val="475569"/>
              </a:solidFill>
            </a:endParaRPr>
          </a:p>
          <a:p>
            <a:pPr algn="l">
              <a:buNone/>
            </a:pPr>
            <a:r>
              <a:rPr lang="en-US" sz="1100" b="1" noProof="0" dirty="0">
                <a:solidFill>
                  <a:srgbClr val="0D9488"/>
                </a:solidFill>
              </a:rPr>
              <a:t>→ Next: </a:t>
            </a:r>
            <a:r>
              <a:rPr lang="en-US" sz="1100" b="0" i="1" noProof="0" dirty="0">
                <a:solidFill>
                  <a:srgbClr val="64748B"/>
                </a:solidFill>
              </a:rPr>
              <a:t>Technical pattern tags for class-based retrieval (overflow, uint16_limit...)</a:t>
            </a:r>
          </a:p>
        </p:txBody>
      </p:sp>
      <p:sp>
        <p:nvSpPr>
          <p:cNvPr id="3" name="Slide Number Placeholder 2">
            <a:extLst>
              <a:ext uri="{FF2B5EF4-FFF2-40B4-BE49-F238E27FC236}">
                <a16:creationId xmlns:a16="http://schemas.microsoft.com/office/drawing/2014/main" id="{EEBADE37-7703-F998-FB1C-164E0CA737EC}"/>
              </a:ext>
            </a:extLst>
          </p:cNvPr>
          <p:cNvSpPr>
            <a:spLocks noGrp="1"/>
          </p:cNvSpPr>
          <p:nvPr>
            <p:ph type="sldNum" sz="quarter" idx="12"/>
          </p:nvPr>
        </p:nvSpPr>
        <p:spPr/>
        <p:txBody>
          <a:bodyPr/>
          <a:lstStyle/>
          <a:p>
            <a:fld id="{40A7B169-58CE-4E65-B1F9-ACF9E46440C2}" type="slidenum">
              <a:rPr lang="en-US" noProof="0" smtClean="0"/>
              <a:t>65</a:t>
            </a:fld>
            <a:endParaRPr lang="en-US" noProof="0" dirty="0"/>
          </a:p>
        </p:txBody>
      </p:sp>
      <p:sp>
        <p:nvSpPr>
          <p:cNvPr id="6" name="ZoneTexte 5">
            <a:extLst>
              <a:ext uri="{FF2B5EF4-FFF2-40B4-BE49-F238E27FC236}">
                <a16:creationId xmlns:a16="http://schemas.microsoft.com/office/drawing/2014/main" id="{3D3E70BD-1C61-B340-3CA9-0E93895B7423}"/>
              </a:ext>
            </a:extLst>
          </p:cNvPr>
          <p:cNvSpPr txBox="1"/>
          <p:nvPr/>
        </p:nvSpPr>
        <p:spPr>
          <a:xfrm rot="5400000">
            <a:off x="8826636" y="4985697"/>
            <a:ext cx="450000" cy="369332"/>
          </a:xfrm>
          <a:prstGeom prst="rect">
            <a:avLst/>
          </a:prstGeom>
          <a:noFill/>
        </p:spPr>
        <p:txBody>
          <a:bodyPr wrap="square">
            <a:spAutoFit/>
          </a:bodyPr>
          <a:lstStyle/>
          <a:p>
            <a:r>
              <a:rPr lang="en-US" sz="1800" b="1" noProof="0" dirty="0">
                <a:solidFill>
                  <a:srgbClr val="0D9488"/>
                </a:solidFill>
              </a:rPr>
              <a:t>→</a:t>
            </a:r>
            <a:endParaRPr lang="en-US" noProof="0" dirty="0"/>
          </a:p>
        </p:txBody>
      </p:sp>
    </p:spTree>
    <p:extLst>
      <p:ext uri="{BB962C8B-B14F-4D97-AF65-F5344CB8AC3E}">
        <p14:creationId xmlns:p14="http://schemas.microsoft.com/office/powerpoint/2010/main" val="99465299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43E94-6945-37A6-2E29-98AFF244A228}"/>
            </a:ext>
          </a:extLst>
        </p:cNvPr>
        <p:cNvGrpSpPr/>
        <p:nvPr/>
      </p:nvGrpSpPr>
      <p:grpSpPr>
        <a:xfrm>
          <a:off x="0" y="0"/>
          <a:ext cx="0" cy="0"/>
          <a:chOff x="0" y="0"/>
          <a:chExt cx="0" cy="0"/>
        </a:xfrm>
      </p:grpSpPr>
      <p:sp>
        <p:nvSpPr>
          <p:cNvPr id="96" name="Shape 8">
            <a:extLst>
              <a:ext uri="{FF2B5EF4-FFF2-40B4-BE49-F238E27FC236}">
                <a16:creationId xmlns:a16="http://schemas.microsoft.com/office/drawing/2014/main" id="{DB0B4547-B950-6533-4505-1CCFAE8BE1EA}"/>
              </a:ext>
            </a:extLst>
          </p:cNvPr>
          <p:cNvSpPr/>
          <p:nvPr/>
        </p:nvSpPr>
        <p:spPr>
          <a:xfrm>
            <a:off x="1201051" y="2820161"/>
            <a:ext cx="4206240" cy="749808"/>
          </a:xfrm>
          <a:prstGeom prst="rect">
            <a:avLst/>
          </a:prstGeom>
          <a:solidFill>
            <a:srgbClr val="EEEFF1"/>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01" name="Shape 13">
            <a:extLst>
              <a:ext uri="{FF2B5EF4-FFF2-40B4-BE49-F238E27FC236}">
                <a16:creationId xmlns:a16="http://schemas.microsoft.com/office/drawing/2014/main" id="{2F45F168-48F9-4045-B414-68EF3C949AEC}"/>
              </a:ext>
            </a:extLst>
          </p:cNvPr>
          <p:cNvSpPr/>
          <p:nvPr/>
        </p:nvSpPr>
        <p:spPr>
          <a:xfrm>
            <a:off x="1201051" y="3716273"/>
            <a:ext cx="4206240" cy="749808"/>
          </a:xfrm>
          <a:prstGeom prst="rect">
            <a:avLst/>
          </a:prstGeom>
          <a:solidFill>
            <a:srgbClr val="EEEFF1"/>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88" name="Text 0">
            <a:extLst>
              <a:ext uri="{FF2B5EF4-FFF2-40B4-BE49-F238E27FC236}">
                <a16:creationId xmlns:a16="http://schemas.microsoft.com/office/drawing/2014/main" id="{3FDBE81B-C2FB-7AD3-6BD3-6EDA148816D2}"/>
              </a:ext>
            </a:extLst>
          </p:cNvPr>
          <p:cNvSpPr/>
          <p:nvPr/>
        </p:nvSpPr>
        <p:spPr>
          <a:xfrm>
            <a:off x="8651216" y="220342"/>
            <a:ext cx="8229600" cy="502920"/>
          </a:xfrm>
          <a:prstGeom prst="rect">
            <a:avLst/>
          </a:prstGeom>
          <a:noFill/>
          <a:ln/>
        </p:spPr>
        <p:txBody>
          <a:bodyPr wrap="square" lIns="0" tIns="0" rIns="0" bIns="0" rtlCol="0" anchor="ctr"/>
          <a:lstStyle/>
          <a:p>
            <a:pPr marL="0" indent="0" algn="l">
              <a:buNone/>
            </a:pPr>
            <a:r>
              <a:rPr lang="en-US" sz="2600" b="1" noProof="0" dirty="0">
                <a:solidFill>
                  <a:srgbClr val="1B2A3B"/>
                </a:solidFill>
              </a:rPr>
              <a:t>Today’s Program</a:t>
            </a:r>
            <a:endParaRPr lang="en-US" sz="2600" noProof="0" dirty="0"/>
          </a:p>
        </p:txBody>
      </p:sp>
      <p:sp>
        <p:nvSpPr>
          <p:cNvPr id="89" name="Text 1">
            <a:extLst>
              <a:ext uri="{FF2B5EF4-FFF2-40B4-BE49-F238E27FC236}">
                <a16:creationId xmlns:a16="http://schemas.microsoft.com/office/drawing/2014/main" id="{EEF3545E-1508-3EFC-6655-44631D18C1D2}"/>
              </a:ext>
            </a:extLst>
          </p:cNvPr>
          <p:cNvSpPr/>
          <p:nvPr/>
        </p:nvSpPr>
        <p:spPr>
          <a:xfrm>
            <a:off x="8715011" y="784404"/>
            <a:ext cx="8229600" cy="256032"/>
          </a:xfrm>
          <a:prstGeom prst="rect">
            <a:avLst/>
          </a:prstGeom>
          <a:noFill/>
          <a:ln/>
        </p:spPr>
        <p:txBody>
          <a:bodyPr wrap="square" lIns="0" tIns="0" rIns="0" bIns="0" rtlCol="0" anchor="ctr"/>
          <a:lstStyle/>
          <a:p>
            <a:pPr marL="0" indent="0" algn="l">
              <a:buNone/>
            </a:pPr>
            <a:r>
              <a:rPr lang="en-US" sz="1200" i="1" noProof="0" dirty="0">
                <a:solidFill>
                  <a:srgbClr val="64748B"/>
                </a:solidFill>
              </a:rPr>
              <a:t>8 steps to understand the project</a:t>
            </a:r>
            <a:endParaRPr lang="en-US" sz="1200" noProof="0" dirty="0"/>
          </a:p>
        </p:txBody>
      </p:sp>
      <p:sp>
        <p:nvSpPr>
          <p:cNvPr id="90" name="Shape 2">
            <a:extLst>
              <a:ext uri="{FF2B5EF4-FFF2-40B4-BE49-F238E27FC236}">
                <a16:creationId xmlns:a16="http://schemas.microsoft.com/office/drawing/2014/main" id="{7ECCB446-5117-6D7E-28FF-8060EFF44AB1}"/>
              </a:ext>
            </a:extLst>
          </p:cNvPr>
          <p:cNvSpPr/>
          <p:nvPr/>
        </p:nvSpPr>
        <p:spPr>
          <a:xfrm>
            <a:off x="3660007" y="1286892"/>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91" name="Shape 3">
            <a:extLst>
              <a:ext uri="{FF2B5EF4-FFF2-40B4-BE49-F238E27FC236}">
                <a16:creationId xmlns:a16="http://schemas.microsoft.com/office/drawing/2014/main" id="{8988B93E-5F4D-D8C0-1337-15768D8A83D2}"/>
              </a:ext>
            </a:extLst>
          </p:cNvPr>
          <p:cNvSpPr/>
          <p:nvPr/>
        </p:nvSpPr>
        <p:spPr>
          <a:xfrm>
            <a:off x="1201051" y="1924049"/>
            <a:ext cx="4206240" cy="749808"/>
          </a:xfrm>
          <a:prstGeom prst="rect">
            <a:avLst/>
          </a:prstGeom>
          <a:solidFill>
            <a:srgbClr val="EEEFF1"/>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93" name="Text 5">
            <a:extLst>
              <a:ext uri="{FF2B5EF4-FFF2-40B4-BE49-F238E27FC236}">
                <a16:creationId xmlns:a16="http://schemas.microsoft.com/office/drawing/2014/main" id="{0B0C6AD2-0F63-01F2-7C13-48B571D50D5A}"/>
              </a:ext>
            </a:extLst>
          </p:cNvPr>
          <p:cNvSpPr/>
          <p:nvPr/>
        </p:nvSpPr>
        <p:spPr>
          <a:xfrm>
            <a:off x="1201051" y="1924049"/>
            <a:ext cx="388440" cy="749808"/>
          </a:xfrm>
          <a:prstGeom prst="rect">
            <a:avLst/>
          </a:prstGeom>
          <a:solidFill>
            <a:srgbClr val="EEEFF1"/>
          </a:solidFill>
          <a:ln>
            <a:solidFill>
              <a:schemeClr val="bg1">
                <a:lumMod val="75000"/>
              </a:schemeClr>
            </a:solidFill>
          </a:ln>
        </p:spPr>
        <p:txBody>
          <a:bodyPr wrap="square" lIns="0" tIns="0" rIns="0" bIns="0" rtlCol="0" anchor="ctr"/>
          <a:lstStyle/>
          <a:p>
            <a:pPr marL="0" indent="0" algn="ctr">
              <a:buNone/>
            </a:pPr>
            <a:r>
              <a:rPr lang="en-US" sz="1300" b="1" noProof="0" dirty="0">
                <a:solidFill>
                  <a:srgbClr val="FFFFFF"/>
                </a:solidFill>
              </a:rPr>
              <a:t>01</a:t>
            </a:r>
            <a:endParaRPr lang="en-US" sz="1300" noProof="0" dirty="0"/>
          </a:p>
        </p:txBody>
      </p:sp>
      <p:sp>
        <p:nvSpPr>
          <p:cNvPr id="98" name="Text 10">
            <a:extLst>
              <a:ext uri="{FF2B5EF4-FFF2-40B4-BE49-F238E27FC236}">
                <a16:creationId xmlns:a16="http://schemas.microsoft.com/office/drawing/2014/main" id="{F4C5491A-6A50-B012-6FF1-804ECFD8746A}"/>
              </a:ext>
            </a:extLst>
          </p:cNvPr>
          <p:cNvSpPr/>
          <p:nvPr/>
        </p:nvSpPr>
        <p:spPr>
          <a:xfrm>
            <a:off x="1216963" y="2815387"/>
            <a:ext cx="384048" cy="749808"/>
          </a:xfrm>
          <a:prstGeom prst="rect">
            <a:avLst/>
          </a:prstGeom>
          <a:solidFill>
            <a:srgbClr val="EEEFF1"/>
          </a:solidFill>
          <a:ln>
            <a:solidFill>
              <a:schemeClr val="bg1">
                <a:lumMod val="75000"/>
              </a:schemeClr>
            </a:solidFill>
          </a:ln>
        </p:spPr>
        <p:txBody>
          <a:bodyPr wrap="square" lIns="0" tIns="0" rIns="0" bIns="0" rtlCol="0" anchor="ctr"/>
          <a:lstStyle/>
          <a:p>
            <a:pPr marL="0" indent="0" algn="ctr">
              <a:buNone/>
            </a:pPr>
            <a:r>
              <a:rPr lang="en-US" sz="1300" b="1" noProof="0" dirty="0">
                <a:solidFill>
                  <a:srgbClr val="FFFFFF"/>
                </a:solidFill>
              </a:rPr>
              <a:t>02</a:t>
            </a:r>
            <a:endParaRPr lang="en-US" sz="1300" noProof="0" dirty="0"/>
          </a:p>
        </p:txBody>
      </p:sp>
      <p:sp>
        <p:nvSpPr>
          <p:cNvPr id="99" name="Text 11">
            <a:extLst>
              <a:ext uri="{FF2B5EF4-FFF2-40B4-BE49-F238E27FC236}">
                <a16:creationId xmlns:a16="http://schemas.microsoft.com/office/drawing/2014/main" id="{8266A99A-69A7-14EE-9DE0-56C2061E91FF}"/>
              </a:ext>
            </a:extLst>
          </p:cNvPr>
          <p:cNvSpPr/>
          <p:nvPr/>
        </p:nvSpPr>
        <p:spPr>
          <a:xfrm>
            <a:off x="1676539" y="3813095"/>
            <a:ext cx="3611880" cy="310896"/>
          </a:xfrm>
          <a:prstGeom prst="rect">
            <a:avLst/>
          </a:prstGeom>
          <a:solidFill>
            <a:srgbClr val="EEEFF1"/>
          </a:solidFill>
          <a:ln/>
        </p:spPr>
        <p:txBody>
          <a:bodyPr wrap="square" lIns="0" tIns="0" rIns="0" bIns="0" rtlCol="0" anchor="ctr"/>
          <a:lstStyle/>
          <a:p>
            <a:pPr marL="0" indent="0" algn="l">
              <a:buNone/>
            </a:pPr>
            <a:r>
              <a:rPr lang="en-US" sz="1200" b="1" noProof="0" dirty="0">
                <a:solidFill>
                  <a:schemeClr val="tx2">
                    <a:lumMod val="40000"/>
                    <a:lumOff val="60000"/>
                  </a:schemeClr>
                </a:solidFill>
              </a:rPr>
              <a:t>How ST ChatGPT answers : RAG workflow, data sources &amp; demo</a:t>
            </a:r>
            <a:endParaRPr lang="en-US" sz="1200" noProof="0" dirty="0">
              <a:solidFill>
                <a:schemeClr val="tx2">
                  <a:lumMod val="40000"/>
                  <a:lumOff val="60000"/>
                </a:schemeClr>
              </a:solidFill>
            </a:endParaRPr>
          </a:p>
        </p:txBody>
      </p:sp>
      <p:sp>
        <p:nvSpPr>
          <p:cNvPr id="100" name="Text 12">
            <a:extLst>
              <a:ext uri="{FF2B5EF4-FFF2-40B4-BE49-F238E27FC236}">
                <a16:creationId xmlns:a16="http://schemas.microsoft.com/office/drawing/2014/main" id="{6B692BAB-8889-582B-504C-E2078EE416D2}"/>
              </a:ext>
            </a:extLst>
          </p:cNvPr>
          <p:cNvSpPr/>
          <p:nvPr/>
        </p:nvSpPr>
        <p:spPr>
          <a:xfrm>
            <a:off x="1676539" y="4163855"/>
            <a:ext cx="3611880" cy="256032"/>
          </a:xfrm>
          <a:prstGeom prst="rect">
            <a:avLst/>
          </a:prstGeom>
          <a:solidFill>
            <a:srgbClr val="EEEFF1"/>
          </a:solidFill>
          <a:ln/>
        </p:spPr>
        <p:txBody>
          <a:bodyPr wrap="square" lIns="0" tIns="0" rIns="0" bIns="0" rtlCol="0" anchor="ctr"/>
          <a:lstStyle/>
          <a:p>
            <a:pPr marL="0" indent="0" algn="l">
              <a:buNone/>
            </a:pPr>
            <a:r>
              <a:rPr lang="en-US" sz="900" noProof="0" dirty="0">
                <a:solidFill>
                  <a:schemeClr val="tx2">
                    <a:lumMod val="40000"/>
                    <a:lumOff val="60000"/>
                  </a:schemeClr>
                </a:solidFill>
              </a:rPr>
              <a:t>Persona, Knowledge Base, Data Sources</a:t>
            </a:r>
          </a:p>
        </p:txBody>
      </p:sp>
      <p:sp>
        <p:nvSpPr>
          <p:cNvPr id="103" name="Text 15">
            <a:extLst>
              <a:ext uri="{FF2B5EF4-FFF2-40B4-BE49-F238E27FC236}">
                <a16:creationId xmlns:a16="http://schemas.microsoft.com/office/drawing/2014/main" id="{391CD810-901D-61B2-77B0-E2AA33FD8542}"/>
              </a:ext>
            </a:extLst>
          </p:cNvPr>
          <p:cNvSpPr/>
          <p:nvPr/>
        </p:nvSpPr>
        <p:spPr>
          <a:xfrm>
            <a:off x="1216963" y="3725417"/>
            <a:ext cx="384048" cy="749808"/>
          </a:xfrm>
          <a:prstGeom prst="rect">
            <a:avLst/>
          </a:prstGeom>
          <a:solidFill>
            <a:srgbClr val="EEEFF1"/>
          </a:solidFill>
          <a:ln>
            <a:solidFill>
              <a:schemeClr val="bg1">
                <a:lumMod val="75000"/>
              </a:schemeClr>
            </a:solidFill>
          </a:ln>
        </p:spPr>
        <p:txBody>
          <a:bodyPr wrap="square" lIns="0" tIns="0" rIns="0" bIns="0" rtlCol="0" anchor="ctr"/>
          <a:lstStyle/>
          <a:p>
            <a:pPr marL="0" indent="0" algn="ctr">
              <a:buNone/>
            </a:pPr>
            <a:r>
              <a:rPr lang="en-US" sz="1300" b="1" noProof="0" dirty="0">
                <a:solidFill>
                  <a:srgbClr val="FFFFFF"/>
                </a:solidFill>
              </a:rPr>
              <a:t>03</a:t>
            </a:r>
            <a:endParaRPr lang="en-US" sz="1300" noProof="0" dirty="0"/>
          </a:p>
        </p:txBody>
      </p:sp>
      <p:sp>
        <p:nvSpPr>
          <p:cNvPr id="104" name="Text 16">
            <a:extLst>
              <a:ext uri="{FF2B5EF4-FFF2-40B4-BE49-F238E27FC236}">
                <a16:creationId xmlns:a16="http://schemas.microsoft.com/office/drawing/2014/main" id="{B66B16E7-2A88-4CA1-4AC2-593715F6C457}"/>
              </a:ext>
            </a:extLst>
          </p:cNvPr>
          <p:cNvSpPr/>
          <p:nvPr/>
        </p:nvSpPr>
        <p:spPr>
          <a:xfrm>
            <a:off x="1692451" y="2950093"/>
            <a:ext cx="3703320" cy="310896"/>
          </a:xfrm>
          <a:prstGeom prst="rect">
            <a:avLst/>
          </a:prstGeom>
          <a:solidFill>
            <a:srgbClr val="EEEFF1"/>
          </a:solidFill>
          <a:ln/>
        </p:spPr>
        <p:txBody>
          <a:bodyPr wrap="square" lIns="0" tIns="0" rIns="0" bIns="0" rtlCol="0" anchor="ctr"/>
          <a:lstStyle/>
          <a:p>
            <a:pPr marL="0" indent="0" algn="l">
              <a:buNone/>
            </a:pPr>
            <a:r>
              <a:rPr lang="en-US" sz="1200" b="1" noProof="0" dirty="0">
                <a:solidFill>
                  <a:schemeClr val="tx2">
                    <a:lumMod val="40000"/>
                    <a:lumOff val="60000"/>
                  </a:schemeClr>
                </a:solidFill>
              </a:rPr>
              <a:t>ST ChatGPT : platform overview &amp; access request</a:t>
            </a:r>
            <a:endParaRPr lang="en-US" sz="1200" noProof="0" dirty="0">
              <a:solidFill>
                <a:schemeClr val="tx2">
                  <a:lumMod val="40000"/>
                  <a:lumOff val="60000"/>
                </a:schemeClr>
              </a:solidFill>
            </a:endParaRPr>
          </a:p>
        </p:txBody>
      </p:sp>
      <p:sp>
        <p:nvSpPr>
          <p:cNvPr id="105" name="Text 17">
            <a:extLst>
              <a:ext uri="{FF2B5EF4-FFF2-40B4-BE49-F238E27FC236}">
                <a16:creationId xmlns:a16="http://schemas.microsoft.com/office/drawing/2014/main" id="{C552232C-625A-E309-49DE-E5E05939BDC3}"/>
              </a:ext>
            </a:extLst>
          </p:cNvPr>
          <p:cNvSpPr/>
          <p:nvPr/>
        </p:nvSpPr>
        <p:spPr>
          <a:xfrm>
            <a:off x="1676539" y="3287463"/>
            <a:ext cx="3611880" cy="256032"/>
          </a:xfrm>
          <a:prstGeom prst="rect">
            <a:avLst/>
          </a:prstGeom>
          <a:solidFill>
            <a:srgbClr val="EEEFF1"/>
          </a:solidFill>
          <a:ln/>
        </p:spPr>
        <p:txBody>
          <a:bodyPr wrap="square" lIns="0" tIns="0" rIns="0" bIns="0" rtlCol="0" anchor="ctr"/>
          <a:lstStyle/>
          <a:p>
            <a:pPr marL="0" indent="0" algn="l">
              <a:buNone/>
            </a:pPr>
            <a:r>
              <a:rPr lang="en-US" sz="900" noProof="0" dirty="0">
                <a:solidFill>
                  <a:schemeClr val="tx2">
                    <a:lumMod val="40000"/>
                    <a:lumOff val="60000"/>
                  </a:schemeClr>
                </a:solidFill>
              </a:rPr>
              <a:t>What our project is building</a:t>
            </a:r>
          </a:p>
        </p:txBody>
      </p:sp>
      <p:sp>
        <p:nvSpPr>
          <p:cNvPr id="106" name="Shape 18">
            <a:extLst>
              <a:ext uri="{FF2B5EF4-FFF2-40B4-BE49-F238E27FC236}">
                <a16:creationId xmlns:a16="http://schemas.microsoft.com/office/drawing/2014/main" id="{D72A0272-4A8E-60B3-0AF4-5523B74FE737}"/>
              </a:ext>
            </a:extLst>
          </p:cNvPr>
          <p:cNvSpPr/>
          <p:nvPr/>
        </p:nvSpPr>
        <p:spPr>
          <a:xfrm>
            <a:off x="1201051" y="4612385"/>
            <a:ext cx="4206240" cy="749808"/>
          </a:xfrm>
          <a:prstGeom prst="rect">
            <a:avLst/>
          </a:prstGeom>
          <a:solidFill>
            <a:srgbClr val="EEEFF1"/>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08" name="Text 20">
            <a:extLst>
              <a:ext uri="{FF2B5EF4-FFF2-40B4-BE49-F238E27FC236}">
                <a16:creationId xmlns:a16="http://schemas.microsoft.com/office/drawing/2014/main" id="{FC4EE175-EB39-CF29-23CF-E5CD47DC2C5A}"/>
              </a:ext>
            </a:extLst>
          </p:cNvPr>
          <p:cNvSpPr/>
          <p:nvPr/>
        </p:nvSpPr>
        <p:spPr>
          <a:xfrm>
            <a:off x="1216963" y="4612385"/>
            <a:ext cx="384048" cy="749808"/>
          </a:xfrm>
          <a:prstGeom prst="rect">
            <a:avLst/>
          </a:prstGeom>
          <a:solidFill>
            <a:srgbClr val="EEEFF1"/>
          </a:solidFill>
          <a:ln>
            <a:solidFill>
              <a:schemeClr val="bg1">
                <a:lumMod val="75000"/>
              </a:schemeClr>
            </a:solidFill>
          </a:ln>
        </p:spPr>
        <p:txBody>
          <a:bodyPr wrap="square" lIns="0" tIns="0" rIns="0" bIns="0" rtlCol="0" anchor="ctr"/>
          <a:lstStyle/>
          <a:p>
            <a:pPr marL="0" indent="0" algn="ctr">
              <a:buNone/>
            </a:pPr>
            <a:r>
              <a:rPr lang="en-US" sz="1300" b="1" noProof="0" dirty="0">
                <a:solidFill>
                  <a:srgbClr val="FFFFFF"/>
                </a:solidFill>
              </a:rPr>
              <a:t>04</a:t>
            </a:r>
            <a:endParaRPr lang="en-US" sz="1300" noProof="0" dirty="0"/>
          </a:p>
        </p:txBody>
      </p:sp>
      <p:sp>
        <p:nvSpPr>
          <p:cNvPr id="109" name="Text 21">
            <a:extLst>
              <a:ext uri="{FF2B5EF4-FFF2-40B4-BE49-F238E27FC236}">
                <a16:creationId xmlns:a16="http://schemas.microsoft.com/office/drawing/2014/main" id="{B42C8B32-E73B-B326-91AC-356E8C63BBEE}"/>
              </a:ext>
            </a:extLst>
          </p:cNvPr>
          <p:cNvSpPr/>
          <p:nvPr/>
        </p:nvSpPr>
        <p:spPr>
          <a:xfrm>
            <a:off x="1676539" y="4685537"/>
            <a:ext cx="3611880" cy="310896"/>
          </a:xfrm>
          <a:prstGeom prst="rect">
            <a:avLst/>
          </a:prstGeom>
          <a:solidFill>
            <a:srgbClr val="EEEFF1"/>
          </a:solidFill>
          <a:ln/>
        </p:spPr>
        <p:txBody>
          <a:bodyPr wrap="square" lIns="0" tIns="0" rIns="0" bIns="0" rtlCol="0" anchor="ctr"/>
          <a:lstStyle/>
          <a:p>
            <a:pPr marL="0" indent="0" algn="l">
              <a:buNone/>
            </a:pPr>
            <a:r>
              <a:rPr lang="en-US" sz="1200" b="1" noProof="0" dirty="0">
                <a:solidFill>
                  <a:schemeClr val="tx2">
                    <a:lumMod val="40000"/>
                    <a:lumOff val="60000"/>
                  </a:schemeClr>
                </a:solidFill>
              </a:rPr>
              <a:t>The Data preprocessing pipeline</a:t>
            </a:r>
            <a:endParaRPr lang="en-US" sz="1200" noProof="0" dirty="0">
              <a:solidFill>
                <a:schemeClr val="tx2">
                  <a:lumMod val="40000"/>
                  <a:lumOff val="60000"/>
                </a:schemeClr>
              </a:solidFill>
            </a:endParaRPr>
          </a:p>
        </p:txBody>
      </p:sp>
      <p:sp>
        <p:nvSpPr>
          <p:cNvPr id="110" name="Text 22">
            <a:extLst>
              <a:ext uri="{FF2B5EF4-FFF2-40B4-BE49-F238E27FC236}">
                <a16:creationId xmlns:a16="http://schemas.microsoft.com/office/drawing/2014/main" id="{071D341F-733F-D635-9F9B-65F9306A45C9}"/>
              </a:ext>
            </a:extLst>
          </p:cNvPr>
          <p:cNvSpPr/>
          <p:nvPr/>
        </p:nvSpPr>
        <p:spPr>
          <a:xfrm>
            <a:off x="1676539" y="5014721"/>
            <a:ext cx="3611880" cy="256032"/>
          </a:xfrm>
          <a:prstGeom prst="rect">
            <a:avLst/>
          </a:prstGeom>
          <a:solidFill>
            <a:srgbClr val="EEEFF1"/>
          </a:solidFill>
          <a:ln/>
        </p:spPr>
        <p:txBody>
          <a:bodyPr wrap="square" lIns="0" tIns="0" rIns="0" bIns="0" rtlCol="0" anchor="ctr"/>
          <a:lstStyle/>
          <a:p>
            <a:pPr marL="0" indent="0" algn="l">
              <a:buNone/>
            </a:pPr>
            <a:r>
              <a:rPr lang="en-US" sz="900" noProof="0" dirty="0">
                <a:solidFill>
                  <a:schemeClr val="tx2">
                    <a:lumMod val="40000"/>
                    <a:lumOff val="60000"/>
                  </a:schemeClr>
                </a:solidFill>
              </a:rPr>
              <a:t>Ingest → Clean → Enrich → Deliver</a:t>
            </a:r>
          </a:p>
        </p:txBody>
      </p:sp>
      <p:sp>
        <p:nvSpPr>
          <p:cNvPr id="111" name="Shape 23">
            <a:extLst>
              <a:ext uri="{FF2B5EF4-FFF2-40B4-BE49-F238E27FC236}">
                <a16:creationId xmlns:a16="http://schemas.microsoft.com/office/drawing/2014/main" id="{C5E9D377-9EFD-8B34-784E-9DA345E7488F}"/>
              </a:ext>
            </a:extLst>
          </p:cNvPr>
          <p:cNvSpPr/>
          <p:nvPr/>
        </p:nvSpPr>
        <p:spPr>
          <a:xfrm>
            <a:off x="6840914" y="1924049"/>
            <a:ext cx="4206240" cy="749808"/>
          </a:xfrm>
          <a:prstGeom prst="rect">
            <a:avLst/>
          </a:prstGeom>
          <a:solidFill>
            <a:srgbClr val="EEEFF1"/>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13" name="Text 25">
            <a:extLst>
              <a:ext uri="{FF2B5EF4-FFF2-40B4-BE49-F238E27FC236}">
                <a16:creationId xmlns:a16="http://schemas.microsoft.com/office/drawing/2014/main" id="{AC84350B-DCFE-84B0-6819-470422A57EA3}"/>
              </a:ext>
            </a:extLst>
          </p:cNvPr>
          <p:cNvSpPr/>
          <p:nvPr/>
        </p:nvSpPr>
        <p:spPr>
          <a:xfrm>
            <a:off x="6840914" y="1924049"/>
            <a:ext cx="384048" cy="749808"/>
          </a:xfrm>
          <a:prstGeom prst="rect">
            <a:avLst/>
          </a:prstGeom>
          <a:solidFill>
            <a:srgbClr val="EEEFF1"/>
          </a:solidFill>
          <a:ln>
            <a:solidFill>
              <a:schemeClr val="bg1">
                <a:lumMod val="75000"/>
              </a:schemeClr>
            </a:solidFill>
          </a:ln>
        </p:spPr>
        <p:txBody>
          <a:bodyPr wrap="square" lIns="0" tIns="0" rIns="0" bIns="0" rtlCol="0" anchor="ctr"/>
          <a:lstStyle/>
          <a:p>
            <a:pPr marL="0" indent="0" algn="ctr">
              <a:buNone/>
            </a:pPr>
            <a:r>
              <a:rPr lang="en-US" sz="1300" b="1" noProof="0" dirty="0">
                <a:solidFill>
                  <a:srgbClr val="FFFFFF"/>
                </a:solidFill>
              </a:rPr>
              <a:t>05</a:t>
            </a:r>
            <a:endParaRPr lang="en-US" sz="1300" noProof="0" dirty="0"/>
          </a:p>
        </p:txBody>
      </p:sp>
      <p:sp>
        <p:nvSpPr>
          <p:cNvPr id="114" name="Text 26">
            <a:extLst>
              <a:ext uri="{FF2B5EF4-FFF2-40B4-BE49-F238E27FC236}">
                <a16:creationId xmlns:a16="http://schemas.microsoft.com/office/drawing/2014/main" id="{8C3B5840-229E-81BD-1A99-67B93CB118AC}"/>
              </a:ext>
            </a:extLst>
          </p:cNvPr>
          <p:cNvSpPr/>
          <p:nvPr/>
        </p:nvSpPr>
        <p:spPr>
          <a:xfrm>
            <a:off x="7316402" y="1997201"/>
            <a:ext cx="3611880" cy="310896"/>
          </a:xfrm>
          <a:prstGeom prst="rect">
            <a:avLst/>
          </a:prstGeom>
          <a:solidFill>
            <a:srgbClr val="EEEFF1"/>
          </a:solidFill>
          <a:ln/>
        </p:spPr>
        <p:txBody>
          <a:bodyPr wrap="square" lIns="0" tIns="0" rIns="0" bIns="0" rtlCol="0" anchor="ctr"/>
          <a:lstStyle/>
          <a:p>
            <a:pPr marL="0" indent="0" algn="l">
              <a:buNone/>
            </a:pPr>
            <a:r>
              <a:rPr lang="en-US" sz="1200" b="1" noProof="0" dirty="0">
                <a:solidFill>
                  <a:schemeClr val="tx2">
                    <a:lumMod val="40000"/>
                    <a:lumOff val="60000"/>
                  </a:schemeClr>
                </a:solidFill>
              </a:rPr>
              <a:t>Tests , Results &amp; evaluation</a:t>
            </a:r>
            <a:endParaRPr lang="en-US" sz="1200" noProof="0" dirty="0">
              <a:solidFill>
                <a:schemeClr val="tx2">
                  <a:lumMod val="40000"/>
                  <a:lumOff val="60000"/>
                </a:schemeClr>
              </a:solidFill>
            </a:endParaRPr>
          </a:p>
        </p:txBody>
      </p:sp>
      <p:sp>
        <p:nvSpPr>
          <p:cNvPr id="115" name="Text 27">
            <a:extLst>
              <a:ext uri="{FF2B5EF4-FFF2-40B4-BE49-F238E27FC236}">
                <a16:creationId xmlns:a16="http://schemas.microsoft.com/office/drawing/2014/main" id="{8B24092F-EF0E-6572-8A16-0F21AE62EC44}"/>
              </a:ext>
            </a:extLst>
          </p:cNvPr>
          <p:cNvSpPr/>
          <p:nvPr/>
        </p:nvSpPr>
        <p:spPr>
          <a:xfrm>
            <a:off x="7316402" y="2326385"/>
            <a:ext cx="3611880" cy="256032"/>
          </a:xfrm>
          <a:prstGeom prst="rect">
            <a:avLst/>
          </a:prstGeom>
          <a:solidFill>
            <a:srgbClr val="EEEFF1"/>
          </a:solidFill>
          <a:ln/>
        </p:spPr>
        <p:txBody>
          <a:bodyPr wrap="square" lIns="0" tIns="0" rIns="0" bIns="0" rtlCol="0" anchor="ctr"/>
          <a:lstStyle/>
          <a:p>
            <a:pPr marL="0" indent="0" algn="l">
              <a:buNone/>
            </a:pPr>
            <a:r>
              <a:rPr lang="en-US" sz="900" noProof="0" dirty="0">
                <a:solidFill>
                  <a:schemeClr val="tx2">
                    <a:lumMod val="40000"/>
                    <a:lumOff val="60000"/>
                  </a:schemeClr>
                </a:solidFill>
              </a:rPr>
              <a:t>benchmark , concrete numbers</a:t>
            </a:r>
          </a:p>
        </p:txBody>
      </p:sp>
      <p:sp>
        <p:nvSpPr>
          <p:cNvPr id="116" name="Shape 28">
            <a:extLst>
              <a:ext uri="{FF2B5EF4-FFF2-40B4-BE49-F238E27FC236}">
                <a16:creationId xmlns:a16="http://schemas.microsoft.com/office/drawing/2014/main" id="{E4C1EE35-37DB-8175-D84D-98251FFBF0C9}"/>
              </a:ext>
            </a:extLst>
          </p:cNvPr>
          <p:cNvSpPr/>
          <p:nvPr/>
        </p:nvSpPr>
        <p:spPr>
          <a:xfrm>
            <a:off x="6840914" y="2820161"/>
            <a:ext cx="4206240" cy="749808"/>
          </a:xfrm>
          <a:prstGeom prst="rect">
            <a:avLst/>
          </a:prstGeom>
          <a:solidFill>
            <a:srgbClr val="EEEFF1"/>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18" name="Text 30">
            <a:extLst>
              <a:ext uri="{FF2B5EF4-FFF2-40B4-BE49-F238E27FC236}">
                <a16:creationId xmlns:a16="http://schemas.microsoft.com/office/drawing/2014/main" id="{E634CC2F-B80E-6EB6-2B4E-FD292F64CB6D}"/>
              </a:ext>
            </a:extLst>
          </p:cNvPr>
          <p:cNvSpPr/>
          <p:nvPr/>
        </p:nvSpPr>
        <p:spPr>
          <a:xfrm>
            <a:off x="6840914" y="2828282"/>
            <a:ext cx="384048" cy="749808"/>
          </a:xfrm>
          <a:prstGeom prst="rect">
            <a:avLst/>
          </a:prstGeom>
          <a:solidFill>
            <a:srgbClr val="EEEFF1"/>
          </a:solidFill>
          <a:ln>
            <a:solidFill>
              <a:schemeClr val="bg1">
                <a:lumMod val="75000"/>
              </a:schemeClr>
            </a:solidFill>
          </a:ln>
        </p:spPr>
        <p:txBody>
          <a:bodyPr wrap="square" lIns="0" tIns="0" rIns="0" bIns="0" rtlCol="0" anchor="ctr"/>
          <a:lstStyle/>
          <a:p>
            <a:pPr marL="0" indent="0" algn="ctr">
              <a:buNone/>
            </a:pPr>
            <a:r>
              <a:rPr lang="en-US" sz="1300" b="1" noProof="0" dirty="0">
                <a:solidFill>
                  <a:srgbClr val="FFFFFF"/>
                </a:solidFill>
              </a:rPr>
              <a:t>06</a:t>
            </a:r>
            <a:endParaRPr lang="en-US" sz="1300" noProof="0" dirty="0"/>
          </a:p>
        </p:txBody>
      </p:sp>
      <p:sp>
        <p:nvSpPr>
          <p:cNvPr id="119" name="Text 31">
            <a:extLst>
              <a:ext uri="{FF2B5EF4-FFF2-40B4-BE49-F238E27FC236}">
                <a16:creationId xmlns:a16="http://schemas.microsoft.com/office/drawing/2014/main" id="{1AAB8732-7061-C4FB-3FA6-0E1C3902E5A9}"/>
              </a:ext>
            </a:extLst>
          </p:cNvPr>
          <p:cNvSpPr/>
          <p:nvPr/>
        </p:nvSpPr>
        <p:spPr>
          <a:xfrm>
            <a:off x="7316402" y="2893313"/>
            <a:ext cx="3611880" cy="310896"/>
          </a:xfrm>
          <a:prstGeom prst="rect">
            <a:avLst/>
          </a:prstGeom>
          <a:solidFill>
            <a:srgbClr val="EEEFF1"/>
          </a:solidFill>
          <a:ln/>
        </p:spPr>
        <p:txBody>
          <a:bodyPr wrap="square" lIns="0" tIns="0" rIns="0" bIns="0" rtlCol="0" anchor="ctr"/>
          <a:lstStyle/>
          <a:p>
            <a:pPr marL="0" indent="0" algn="l">
              <a:buNone/>
            </a:pPr>
            <a:r>
              <a:rPr lang="en-US" sz="1200" b="1" noProof="0" dirty="0">
                <a:solidFill>
                  <a:schemeClr val="tx2">
                    <a:lumMod val="40000"/>
                    <a:lumOff val="60000"/>
                  </a:schemeClr>
                </a:solidFill>
              </a:rPr>
              <a:t>Challenges encountered</a:t>
            </a:r>
            <a:endParaRPr lang="en-US" sz="1200" noProof="0" dirty="0">
              <a:solidFill>
                <a:schemeClr val="tx2">
                  <a:lumMod val="40000"/>
                  <a:lumOff val="60000"/>
                </a:schemeClr>
              </a:solidFill>
            </a:endParaRPr>
          </a:p>
        </p:txBody>
      </p:sp>
      <p:sp>
        <p:nvSpPr>
          <p:cNvPr id="120" name="Text 32">
            <a:extLst>
              <a:ext uri="{FF2B5EF4-FFF2-40B4-BE49-F238E27FC236}">
                <a16:creationId xmlns:a16="http://schemas.microsoft.com/office/drawing/2014/main" id="{C950B1BB-4663-D1BF-1957-0B4340A945A5}"/>
              </a:ext>
            </a:extLst>
          </p:cNvPr>
          <p:cNvSpPr/>
          <p:nvPr/>
        </p:nvSpPr>
        <p:spPr>
          <a:xfrm>
            <a:off x="7316402" y="3222497"/>
            <a:ext cx="3611880" cy="256032"/>
          </a:xfrm>
          <a:prstGeom prst="rect">
            <a:avLst/>
          </a:prstGeom>
          <a:solidFill>
            <a:srgbClr val="EEEFF1"/>
          </a:solidFill>
          <a:ln/>
        </p:spPr>
        <p:txBody>
          <a:bodyPr wrap="square" lIns="0" tIns="0" rIns="0" bIns="0" rtlCol="0" anchor="ctr"/>
          <a:lstStyle/>
          <a:p>
            <a:pPr marL="0" indent="0" algn="l">
              <a:buNone/>
            </a:pPr>
            <a:r>
              <a:rPr lang="en-US" sz="900" noProof="0" dirty="0">
                <a:solidFill>
                  <a:schemeClr val="tx2">
                    <a:lumMod val="40000"/>
                    <a:lumOff val="60000"/>
                  </a:schemeClr>
                </a:solidFill>
              </a:rPr>
              <a:t>Concrete technical challenges</a:t>
            </a:r>
          </a:p>
        </p:txBody>
      </p:sp>
      <p:sp>
        <p:nvSpPr>
          <p:cNvPr id="121" name="Shape 33">
            <a:extLst>
              <a:ext uri="{FF2B5EF4-FFF2-40B4-BE49-F238E27FC236}">
                <a16:creationId xmlns:a16="http://schemas.microsoft.com/office/drawing/2014/main" id="{3CAD2A17-6E47-00DF-584C-99CE1CEAF506}"/>
              </a:ext>
            </a:extLst>
          </p:cNvPr>
          <p:cNvSpPr/>
          <p:nvPr/>
        </p:nvSpPr>
        <p:spPr>
          <a:xfrm>
            <a:off x="6840914" y="3716273"/>
            <a:ext cx="4206240" cy="749808"/>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22" name="Shape 34">
            <a:extLst>
              <a:ext uri="{FF2B5EF4-FFF2-40B4-BE49-F238E27FC236}">
                <a16:creationId xmlns:a16="http://schemas.microsoft.com/office/drawing/2014/main" id="{8AB7B4D9-5D05-43DB-F06C-E1D7A1E30638}"/>
              </a:ext>
            </a:extLst>
          </p:cNvPr>
          <p:cNvSpPr/>
          <p:nvPr/>
        </p:nvSpPr>
        <p:spPr>
          <a:xfrm>
            <a:off x="6840914" y="3716273"/>
            <a:ext cx="384048" cy="749808"/>
          </a:xfrm>
          <a:prstGeom prst="rect">
            <a:avLst/>
          </a:prstGeom>
          <a:solidFill>
            <a:srgbClr val="425A78"/>
          </a:solidFill>
          <a:ln w="12700">
            <a:solidFill>
              <a:srgbClr val="425A78"/>
            </a:solidFill>
            <a:prstDash val="solid"/>
          </a:ln>
        </p:spPr>
        <p:txBody>
          <a:bodyPr/>
          <a:lstStyle/>
          <a:p>
            <a:endParaRPr lang="en-US" noProof="0" dirty="0"/>
          </a:p>
        </p:txBody>
      </p:sp>
      <p:sp>
        <p:nvSpPr>
          <p:cNvPr id="123" name="Text 35">
            <a:extLst>
              <a:ext uri="{FF2B5EF4-FFF2-40B4-BE49-F238E27FC236}">
                <a16:creationId xmlns:a16="http://schemas.microsoft.com/office/drawing/2014/main" id="{85702A9E-12DA-4941-06C7-6CDDF1520262}"/>
              </a:ext>
            </a:extLst>
          </p:cNvPr>
          <p:cNvSpPr/>
          <p:nvPr/>
        </p:nvSpPr>
        <p:spPr>
          <a:xfrm>
            <a:off x="6840914" y="3716273"/>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07</a:t>
            </a:r>
            <a:endParaRPr lang="en-US" sz="1300" noProof="0" dirty="0"/>
          </a:p>
        </p:txBody>
      </p:sp>
      <p:sp>
        <p:nvSpPr>
          <p:cNvPr id="124" name="Text 36">
            <a:extLst>
              <a:ext uri="{FF2B5EF4-FFF2-40B4-BE49-F238E27FC236}">
                <a16:creationId xmlns:a16="http://schemas.microsoft.com/office/drawing/2014/main" id="{D496671A-B220-C9DC-C98E-C11AD33391B3}"/>
              </a:ext>
            </a:extLst>
          </p:cNvPr>
          <p:cNvSpPr/>
          <p:nvPr/>
        </p:nvSpPr>
        <p:spPr>
          <a:xfrm>
            <a:off x="7316402" y="3789425"/>
            <a:ext cx="3611880" cy="310896"/>
          </a:xfrm>
          <a:prstGeom prst="rect">
            <a:avLst/>
          </a:prstGeom>
          <a:noFill/>
          <a:ln/>
        </p:spPr>
        <p:txBody>
          <a:bodyPr wrap="square" lIns="0" tIns="0" rIns="0" bIns="0" rtlCol="0" anchor="ctr"/>
          <a:lstStyle/>
          <a:p>
            <a:pPr marL="0" indent="0" algn="l">
              <a:buNone/>
            </a:pPr>
            <a:r>
              <a:rPr lang="en-US" sz="1200" b="1" noProof="0" dirty="0">
                <a:solidFill>
                  <a:srgbClr val="1B2A3B"/>
                </a:solidFill>
              </a:rPr>
              <a:t>Next Steps &amp; Perspectives</a:t>
            </a:r>
            <a:endParaRPr lang="en-US" sz="1200" noProof="0" dirty="0"/>
          </a:p>
        </p:txBody>
      </p:sp>
      <p:sp>
        <p:nvSpPr>
          <p:cNvPr id="125" name="Text 37">
            <a:extLst>
              <a:ext uri="{FF2B5EF4-FFF2-40B4-BE49-F238E27FC236}">
                <a16:creationId xmlns:a16="http://schemas.microsoft.com/office/drawing/2014/main" id="{38CBEDA2-5FAA-6D93-2E87-7E208C321217}"/>
              </a:ext>
            </a:extLst>
          </p:cNvPr>
          <p:cNvSpPr/>
          <p:nvPr/>
        </p:nvSpPr>
        <p:spPr>
          <a:xfrm>
            <a:off x="7316402" y="4118609"/>
            <a:ext cx="3611880" cy="256032"/>
          </a:xfrm>
          <a:prstGeom prst="rect">
            <a:avLst/>
          </a:prstGeom>
          <a:noFill/>
          <a:ln/>
        </p:spPr>
        <p:txBody>
          <a:bodyPr wrap="square" lIns="0" tIns="0" rIns="0" bIns="0" rtlCol="0" anchor="ctr"/>
          <a:lstStyle/>
          <a:p>
            <a:pPr marL="0" indent="0" algn="l">
              <a:buNone/>
            </a:pPr>
            <a:r>
              <a:rPr lang="en-US" sz="900" noProof="0" dirty="0">
                <a:solidFill>
                  <a:srgbClr val="64748B"/>
                </a:solidFill>
              </a:rPr>
              <a:t>What remains and how to get there</a:t>
            </a:r>
            <a:endParaRPr lang="en-US" sz="900" noProof="0" dirty="0"/>
          </a:p>
        </p:txBody>
      </p:sp>
      <p:sp>
        <p:nvSpPr>
          <p:cNvPr id="126" name="Shape 38">
            <a:extLst>
              <a:ext uri="{FF2B5EF4-FFF2-40B4-BE49-F238E27FC236}">
                <a16:creationId xmlns:a16="http://schemas.microsoft.com/office/drawing/2014/main" id="{FF1D73D4-EEFA-496E-0809-B8171481A7E6}"/>
              </a:ext>
            </a:extLst>
          </p:cNvPr>
          <p:cNvSpPr/>
          <p:nvPr/>
        </p:nvSpPr>
        <p:spPr>
          <a:xfrm>
            <a:off x="6840914" y="4612385"/>
            <a:ext cx="4206240" cy="749808"/>
          </a:xfrm>
          <a:prstGeom prst="rect">
            <a:avLst/>
          </a:prstGeom>
          <a:solidFill>
            <a:schemeClr val="bg2"/>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27" name="Shape 39">
            <a:extLst>
              <a:ext uri="{FF2B5EF4-FFF2-40B4-BE49-F238E27FC236}">
                <a16:creationId xmlns:a16="http://schemas.microsoft.com/office/drawing/2014/main" id="{F1570E16-4548-8548-8C67-CBCDF62EBD15}"/>
              </a:ext>
            </a:extLst>
          </p:cNvPr>
          <p:cNvSpPr/>
          <p:nvPr/>
        </p:nvSpPr>
        <p:spPr>
          <a:xfrm>
            <a:off x="6840914" y="4612385"/>
            <a:ext cx="384048" cy="749808"/>
          </a:xfrm>
          <a:prstGeom prst="rect">
            <a:avLst/>
          </a:prstGeom>
          <a:solidFill>
            <a:schemeClr val="bg2"/>
          </a:solidFill>
          <a:ln w="12700">
            <a:solidFill>
              <a:schemeClr val="bg1">
                <a:lumMod val="75000"/>
              </a:schemeClr>
            </a:solidFill>
            <a:prstDash val="solid"/>
          </a:ln>
        </p:spPr>
        <p:txBody>
          <a:bodyPr/>
          <a:lstStyle/>
          <a:p>
            <a:endParaRPr lang="en-US" noProof="0" dirty="0"/>
          </a:p>
        </p:txBody>
      </p:sp>
      <p:sp>
        <p:nvSpPr>
          <p:cNvPr id="128" name="Text 40">
            <a:extLst>
              <a:ext uri="{FF2B5EF4-FFF2-40B4-BE49-F238E27FC236}">
                <a16:creationId xmlns:a16="http://schemas.microsoft.com/office/drawing/2014/main" id="{B1D6E585-08A1-A5DE-BFCD-E71CA1B5AB57}"/>
              </a:ext>
            </a:extLst>
          </p:cNvPr>
          <p:cNvSpPr/>
          <p:nvPr/>
        </p:nvSpPr>
        <p:spPr>
          <a:xfrm>
            <a:off x="6840914" y="4612385"/>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08</a:t>
            </a:r>
            <a:endParaRPr lang="en-US" sz="1300" noProof="0" dirty="0"/>
          </a:p>
        </p:txBody>
      </p:sp>
      <p:sp>
        <p:nvSpPr>
          <p:cNvPr id="129" name="Text 41">
            <a:extLst>
              <a:ext uri="{FF2B5EF4-FFF2-40B4-BE49-F238E27FC236}">
                <a16:creationId xmlns:a16="http://schemas.microsoft.com/office/drawing/2014/main" id="{4ED8ED87-85A1-997D-5A87-7E084B555E50}"/>
              </a:ext>
            </a:extLst>
          </p:cNvPr>
          <p:cNvSpPr/>
          <p:nvPr/>
        </p:nvSpPr>
        <p:spPr>
          <a:xfrm>
            <a:off x="7316402" y="4685537"/>
            <a:ext cx="361188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Q&amp;A</a:t>
            </a:r>
            <a:endParaRPr lang="en-US" sz="1200" noProof="0" dirty="0">
              <a:solidFill>
                <a:schemeClr val="tx2">
                  <a:lumMod val="40000"/>
                  <a:lumOff val="60000"/>
                </a:schemeClr>
              </a:solidFill>
            </a:endParaRPr>
          </a:p>
        </p:txBody>
      </p:sp>
      <p:sp>
        <p:nvSpPr>
          <p:cNvPr id="130" name="Text 42">
            <a:extLst>
              <a:ext uri="{FF2B5EF4-FFF2-40B4-BE49-F238E27FC236}">
                <a16:creationId xmlns:a16="http://schemas.microsoft.com/office/drawing/2014/main" id="{23D527F3-C1FD-2C21-F092-85D69E3686F5}"/>
              </a:ext>
            </a:extLst>
          </p:cNvPr>
          <p:cNvSpPr/>
          <p:nvPr/>
        </p:nvSpPr>
        <p:spPr>
          <a:xfrm>
            <a:off x="7316402" y="5014721"/>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Open discussion</a:t>
            </a:r>
          </a:p>
        </p:txBody>
      </p:sp>
      <p:sp>
        <p:nvSpPr>
          <p:cNvPr id="2" name="Slide Number Placeholder 1">
            <a:extLst>
              <a:ext uri="{FF2B5EF4-FFF2-40B4-BE49-F238E27FC236}">
                <a16:creationId xmlns:a16="http://schemas.microsoft.com/office/drawing/2014/main" id="{D362EEFE-CC21-F5FB-55B5-30102FBB73AF}"/>
              </a:ext>
            </a:extLst>
          </p:cNvPr>
          <p:cNvSpPr>
            <a:spLocks noGrp="1"/>
          </p:cNvSpPr>
          <p:nvPr>
            <p:ph type="sldNum" sz="quarter" idx="11"/>
          </p:nvPr>
        </p:nvSpPr>
        <p:spPr/>
        <p:txBody>
          <a:bodyPr/>
          <a:lstStyle/>
          <a:p>
            <a:fld id="{40A7B169-58CE-4E65-B1F9-ACF9E46440C2}" type="slidenum">
              <a:rPr lang="en-US" noProof="0" smtClean="0"/>
              <a:t>66</a:t>
            </a:fld>
            <a:endParaRPr lang="en-US" noProof="0" dirty="0"/>
          </a:p>
        </p:txBody>
      </p:sp>
      <p:sp>
        <p:nvSpPr>
          <p:cNvPr id="5" name="Text 6">
            <a:extLst>
              <a:ext uri="{FF2B5EF4-FFF2-40B4-BE49-F238E27FC236}">
                <a16:creationId xmlns:a16="http://schemas.microsoft.com/office/drawing/2014/main" id="{F81247BF-8AE0-0075-2091-82167543B71F}"/>
              </a:ext>
            </a:extLst>
          </p:cNvPr>
          <p:cNvSpPr/>
          <p:nvPr/>
        </p:nvSpPr>
        <p:spPr>
          <a:xfrm>
            <a:off x="1692451" y="1997265"/>
            <a:ext cx="3611880" cy="310896"/>
          </a:xfrm>
          <a:prstGeom prst="rect">
            <a:avLst/>
          </a:prstGeom>
          <a:solidFill>
            <a:srgbClr val="EEEFF1"/>
          </a:solidFill>
          <a:ln/>
        </p:spPr>
        <p:txBody>
          <a:bodyPr wrap="square" lIns="0" tIns="0" rIns="0" bIns="0" rtlCol="0" anchor="ctr"/>
          <a:lstStyle/>
          <a:p>
            <a:pPr marL="0" indent="0" algn="l">
              <a:buNone/>
            </a:pPr>
            <a:r>
              <a:rPr lang="en-US" sz="1200" b="1" noProof="0" dirty="0">
                <a:solidFill>
                  <a:schemeClr val="tx2">
                    <a:lumMod val="40000"/>
                    <a:lumOff val="60000"/>
                  </a:schemeClr>
                </a:solidFill>
              </a:rPr>
              <a:t>Project context </a:t>
            </a:r>
            <a:endParaRPr lang="en-US" sz="1200" noProof="0" dirty="0">
              <a:solidFill>
                <a:schemeClr val="tx2">
                  <a:lumMod val="40000"/>
                  <a:lumOff val="60000"/>
                </a:schemeClr>
              </a:solidFill>
            </a:endParaRPr>
          </a:p>
        </p:txBody>
      </p:sp>
      <p:sp>
        <p:nvSpPr>
          <p:cNvPr id="6" name="Text 7">
            <a:extLst>
              <a:ext uri="{FF2B5EF4-FFF2-40B4-BE49-F238E27FC236}">
                <a16:creationId xmlns:a16="http://schemas.microsoft.com/office/drawing/2014/main" id="{B0CDF7C2-FAD8-0AAB-3774-D039EFA5C3A8}"/>
              </a:ext>
            </a:extLst>
          </p:cNvPr>
          <p:cNvSpPr/>
          <p:nvPr/>
        </p:nvSpPr>
        <p:spPr>
          <a:xfrm>
            <a:off x="1692451" y="2308161"/>
            <a:ext cx="3611880" cy="256032"/>
          </a:xfrm>
          <a:prstGeom prst="rect">
            <a:avLst/>
          </a:prstGeom>
          <a:solidFill>
            <a:srgbClr val="EEEFF1"/>
          </a:solidFill>
          <a:ln/>
        </p:spPr>
        <p:txBody>
          <a:bodyPr wrap="square" lIns="0" tIns="0" rIns="0" bIns="0" rtlCol="0" anchor="ctr"/>
          <a:lstStyle/>
          <a:p>
            <a:pPr marL="0" indent="0" algn="l">
              <a:buNone/>
            </a:pPr>
            <a:r>
              <a:rPr lang="en-US" sz="900" noProof="0" dirty="0">
                <a:solidFill>
                  <a:schemeClr val="tx2">
                    <a:lumMod val="40000"/>
                    <a:lumOff val="60000"/>
                  </a:schemeClr>
                </a:solidFill>
              </a:rPr>
              <a:t>The daily problem it solves</a:t>
            </a:r>
          </a:p>
        </p:txBody>
      </p:sp>
    </p:spTree>
    <p:extLst>
      <p:ext uri="{BB962C8B-B14F-4D97-AF65-F5344CB8AC3E}">
        <p14:creationId xmlns:p14="http://schemas.microsoft.com/office/powerpoint/2010/main" val="126747394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291420" y="232950"/>
            <a:ext cx="11609159" cy="112923"/>
          </a:xfrm>
        </p:spPr>
        <p:txBody>
          <a:bodyPr/>
          <a:lstStyle/>
          <a:p>
            <a:r>
              <a:rPr lang="en-US" sz="1800" b="1" noProof="0" dirty="0"/>
              <a:t>Next Steps &amp; Perspectives</a:t>
            </a:r>
          </a:p>
        </p:txBody>
      </p:sp>
      <p:sp>
        <p:nvSpPr>
          <p:cNvPr id="3" name="Sub"/>
          <p:cNvSpPr/>
          <p:nvPr/>
        </p:nvSpPr>
        <p:spPr>
          <a:xfrm>
            <a:off x="250000" y="620000"/>
            <a:ext cx="11609159" cy="340000"/>
          </a:xfrm>
          <a:prstGeom prst="rect">
            <a:avLst/>
          </a:prstGeom>
          <a:noFill/>
        </p:spPr>
        <p:txBody>
          <a:bodyPr wrap="square" lIns="91440" tIns="45720" rIns="91440" bIns="45720"/>
          <a:lstStyle/>
          <a:p>
            <a:r>
              <a:rPr lang="en-US" sz="1050" b="0" i="1" noProof="0" dirty="0">
                <a:solidFill>
                  <a:srgbClr val="475569"/>
                </a:solidFill>
              </a:rPr>
              <a:t>What remains in the next 2 months — and what comes after.</a:t>
            </a:r>
          </a:p>
        </p:txBody>
      </p:sp>
      <p:sp>
        <p:nvSpPr>
          <p:cNvPr id="10" name="STH"/>
          <p:cNvSpPr/>
          <p:nvPr/>
        </p:nvSpPr>
        <p:spPr>
          <a:xfrm>
            <a:off x="291420" y="2139546"/>
            <a:ext cx="5500000" cy="600272"/>
          </a:xfrm>
          <a:prstGeom prst="roundRect">
            <a:avLst>
              <a:gd name="adj" fmla="val 15000"/>
            </a:avLst>
          </a:prstGeom>
          <a:solidFill>
            <a:srgbClr val="0D9488"/>
          </a:solidFill>
          <a:ln>
            <a:noFill/>
          </a:ln>
        </p:spPr>
        <p:txBody>
          <a:bodyPr wrap="square" lIns="152400" tIns="45720" rIns="152400" bIns="45720" anchor="ctr"/>
          <a:lstStyle/>
          <a:p>
            <a:pPr algn="ctr">
              <a:buNone/>
            </a:pPr>
            <a:r>
              <a:rPr lang="en-US" sz="1200" b="1" noProof="0" dirty="0">
                <a:solidFill>
                  <a:srgbClr val="FFFFFF"/>
                </a:solidFill>
              </a:rPr>
              <a:t>Short term : pipeline automation &amp; validation</a:t>
            </a:r>
          </a:p>
          <a:p>
            <a:pPr algn="ctr">
              <a:buNone/>
            </a:pPr>
            <a:r>
              <a:rPr lang="en-US" sz="1200" b="1" noProof="0" dirty="0">
                <a:solidFill>
                  <a:srgbClr val="FFFFFF"/>
                </a:solidFill>
              </a:rPr>
              <a:t>(estimated duration: 7–10 days) </a:t>
            </a:r>
          </a:p>
        </p:txBody>
      </p:sp>
      <p:sp>
        <p:nvSpPr>
          <p:cNvPr id="11" name="ST1"/>
          <p:cNvSpPr/>
          <p:nvPr/>
        </p:nvSpPr>
        <p:spPr>
          <a:xfrm>
            <a:off x="251687" y="2826861"/>
            <a:ext cx="5500000" cy="680000"/>
          </a:xfrm>
          <a:prstGeom prst="roundRect">
            <a:avLst>
              <a:gd name="adj" fmla="val 8000"/>
            </a:avLst>
          </a:prstGeom>
          <a:solidFill>
            <a:srgbClr val="FFFFFF"/>
          </a:solidFill>
          <a:ln w="19050">
            <a:solidFill>
              <a:srgbClr val="0D9488"/>
            </a:solidFill>
          </a:ln>
        </p:spPr>
        <p:txBody>
          <a:bodyPr wrap="square" lIns="182880" tIns="45720" rIns="182880" bIns="45720" anchor="ctr"/>
          <a:lstStyle/>
          <a:p>
            <a:pPr marL="228600" indent="-228600" algn="l">
              <a:buAutoNum type="arabicPeriod"/>
            </a:pPr>
            <a:r>
              <a:rPr lang="en-US" sz="1050" b="1" noProof="0" dirty="0">
                <a:solidFill>
                  <a:srgbClr val="085041"/>
                </a:solidFill>
              </a:rPr>
              <a:t>Automate pipeline on all STM32Cube series</a:t>
            </a:r>
          </a:p>
          <a:p>
            <a:pPr algn="l"/>
            <a:endParaRPr lang="en-US" sz="1050" b="1" noProof="0" dirty="0">
              <a:solidFill>
                <a:srgbClr val="085041"/>
              </a:solidFill>
            </a:endParaRPr>
          </a:p>
          <a:p>
            <a:pPr algn="l">
              <a:buNone/>
            </a:pPr>
            <a:r>
              <a:rPr lang="en-US" sz="900" b="0" noProof="0" dirty="0">
                <a:solidFill>
                  <a:srgbClr val="475569"/>
                </a:solidFill>
              </a:rPr>
              <a:t>Same pipeline, new series  — no manual rework per series</a:t>
            </a:r>
          </a:p>
        </p:txBody>
      </p:sp>
      <p:sp>
        <p:nvSpPr>
          <p:cNvPr id="12" name="ST2"/>
          <p:cNvSpPr/>
          <p:nvPr/>
        </p:nvSpPr>
        <p:spPr>
          <a:xfrm>
            <a:off x="244164" y="3633163"/>
            <a:ext cx="5500000" cy="680000"/>
          </a:xfrm>
          <a:prstGeom prst="roundRect">
            <a:avLst>
              <a:gd name="adj" fmla="val 8000"/>
            </a:avLst>
          </a:prstGeom>
          <a:solidFill>
            <a:srgbClr val="FFFFFF"/>
          </a:solidFill>
          <a:ln w="19050">
            <a:solidFill>
              <a:srgbClr val="0D9488"/>
            </a:solidFill>
          </a:ln>
        </p:spPr>
        <p:txBody>
          <a:bodyPr wrap="square" lIns="182880" tIns="45720" rIns="182880" bIns="45720" anchor="ctr"/>
          <a:lstStyle/>
          <a:p>
            <a:pPr algn="l">
              <a:buNone/>
            </a:pPr>
            <a:r>
              <a:rPr lang="en-US" sz="1050" b="1" noProof="0" dirty="0">
                <a:solidFill>
                  <a:srgbClr val="085041"/>
                </a:solidFill>
              </a:rPr>
              <a:t>2. Start with 3-4 other series, run test suites</a:t>
            </a:r>
          </a:p>
          <a:p>
            <a:pPr algn="l">
              <a:buNone/>
            </a:pPr>
            <a:endParaRPr lang="en-US" sz="1050" b="1" noProof="0" dirty="0">
              <a:solidFill>
                <a:srgbClr val="085041"/>
              </a:solidFill>
            </a:endParaRPr>
          </a:p>
          <a:p>
            <a:pPr algn="l">
              <a:buNone/>
            </a:pPr>
            <a:r>
              <a:rPr lang="en-US" sz="900" b="0" noProof="0" dirty="0">
                <a:solidFill>
                  <a:srgbClr val="475569"/>
                </a:solidFill>
              </a:rPr>
              <a:t>30Q + 50Q benchmark per series</a:t>
            </a:r>
          </a:p>
        </p:txBody>
      </p:sp>
      <p:sp>
        <p:nvSpPr>
          <p:cNvPr id="13" name="ST3"/>
          <p:cNvSpPr/>
          <p:nvPr/>
        </p:nvSpPr>
        <p:spPr>
          <a:xfrm>
            <a:off x="291420" y="5009761"/>
            <a:ext cx="5500000" cy="680000"/>
          </a:xfrm>
          <a:prstGeom prst="roundRect">
            <a:avLst>
              <a:gd name="adj" fmla="val 8000"/>
            </a:avLst>
          </a:prstGeom>
          <a:solidFill>
            <a:srgbClr val="FFFFFF"/>
          </a:solidFill>
          <a:ln w="19050">
            <a:solidFill>
              <a:srgbClr val="0D9488"/>
            </a:solidFill>
          </a:ln>
        </p:spPr>
        <p:txBody>
          <a:bodyPr wrap="square" lIns="182880" tIns="45720" rIns="182880" bIns="45720" anchor="ctr"/>
          <a:lstStyle/>
          <a:p>
            <a:pPr algn="l">
              <a:buNone/>
            </a:pPr>
            <a:r>
              <a:rPr lang="en-US" sz="1050" b="1" noProof="0" dirty="0">
                <a:solidFill>
                  <a:srgbClr val="085041"/>
                </a:solidFill>
              </a:rPr>
              <a:t>3. Extend to all remaining series</a:t>
            </a:r>
          </a:p>
          <a:p>
            <a:pPr algn="l">
              <a:buNone/>
            </a:pPr>
            <a:endParaRPr lang="en-US" sz="1050" b="1" noProof="0" dirty="0">
              <a:solidFill>
                <a:srgbClr val="085041"/>
              </a:solidFill>
            </a:endParaRPr>
          </a:p>
          <a:p>
            <a:pPr algn="l">
              <a:buNone/>
            </a:pPr>
            <a:r>
              <a:rPr lang="en-US" sz="900" noProof="0" dirty="0">
                <a:solidFill>
                  <a:srgbClr val="475569"/>
                </a:solidFill>
              </a:rPr>
              <a:t>F4</a:t>
            </a:r>
            <a:r>
              <a:rPr lang="en-US" sz="900" b="0" noProof="0" dirty="0">
                <a:solidFill>
                  <a:srgbClr val="475569"/>
                </a:solidFill>
              </a:rPr>
              <a:t>, </a:t>
            </a:r>
            <a:r>
              <a:rPr lang="en-US" sz="900" noProof="0" dirty="0">
                <a:solidFill>
                  <a:srgbClr val="475569"/>
                </a:solidFill>
              </a:rPr>
              <a:t>H5</a:t>
            </a:r>
            <a:r>
              <a:rPr lang="en-US" sz="900" b="0" noProof="0" dirty="0">
                <a:solidFill>
                  <a:srgbClr val="475569"/>
                </a:solidFill>
              </a:rPr>
              <a:t>, U5, WL, … </a:t>
            </a:r>
            <a:r>
              <a:rPr lang="en-US" sz="900" b="0" noProof="0" dirty="0">
                <a:solidFill>
                  <a:srgbClr val="475569"/>
                </a:solidFill>
                <a:sym typeface="Wingdings" panose="05000000000000000000" pitchFamily="2" charset="2"/>
              </a:rPr>
              <a:t></a:t>
            </a:r>
            <a:r>
              <a:rPr lang="en-US" sz="900" b="0" noProof="0" dirty="0">
                <a:solidFill>
                  <a:srgbClr val="475569"/>
                </a:solidFill>
              </a:rPr>
              <a:t>  full coverage</a:t>
            </a:r>
          </a:p>
        </p:txBody>
      </p:sp>
      <p:sp>
        <p:nvSpPr>
          <p:cNvPr id="20" name="MLH"/>
          <p:cNvSpPr/>
          <p:nvPr/>
        </p:nvSpPr>
        <p:spPr>
          <a:xfrm>
            <a:off x="6091420" y="1118339"/>
            <a:ext cx="5700000" cy="405029"/>
          </a:xfrm>
          <a:prstGeom prst="roundRect">
            <a:avLst>
              <a:gd name="adj" fmla="val 15000"/>
            </a:avLst>
          </a:prstGeom>
          <a:solidFill>
            <a:srgbClr val="1B2A3B"/>
          </a:solidFill>
          <a:ln>
            <a:noFill/>
          </a:ln>
        </p:spPr>
        <p:txBody>
          <a:bodyPr wrap="square" lIns="152400" tIns="45720" rIns="152400" bIns="45720" anchor="ctr"/>
          <a:lstStyle/>
          <a:p>
            <a:pPr algn="ctr">
              <a:buNone/>
            </a:pPr>
            <a:r>
              <a:rPr lang="en-US" sz="1200" b="1" noProof="0" dirty="0">
                <a:solidFill>
                  <a:srgbClr val="FFFFFF"/>
                </a:solidFill>
              </a:rPr>
              <a:t>Medium &amp; long term : expanding sources</a:t>
            </a:r>
          </a:p>
        </p:txBody>
      </p:sp>
      <p:sp>
        <p:nvSpPr>
          <p:cNvPr id="21" name="ML1"/>
          <p:cNvSpPr/>
          <p:nvPr/>
        </p:nvSpPr>
        <p:spPr>
          <a:xfrm>
            <a:off x="6091420" y="1724540"/>
            <a:ext cx="5700000" cy="828118"/>
          </a:xfrm>
          <a:prstGeom prst="roundRect">
            <a:avLst>
              <a:gd name="adj" fmla="val 6000"/>
            </a:avLst>
          </a:prstGeom>
          <a:solidFill>
            <a:srgbClr val="F8FAFC"/>
          </a:solidFill>
          <a:ln w="19050">
            <a:solidFill>
              <a:srgbClr val="C00000"/>
            </a:solidFill>
          </a:ln>
        </p:spPr>
        <p:txBody>
          <a:bodyPr wrap="square" lIns="182880" tIns="91440" rIns="182880" bIns="91440" anchor="t"/>
          <a:lstStyle/>
          <a:p>
            <a:pPr algn="l">
              <a:buNone/>
            </a:pPr>
            <a:r>
              <a:rPr lang="en-US" sz="1050" b="1" noProof="0" dirty="0">
                <a:solidFill>
                  <a:srgbClr val="1B2A3B"/>
                </a:solidFill>
              </a:rPr>
              <a:t>Option A : Add Jira tickets as data source</a:t>
            </a:r>
          </a:p>
          <a:p>
            <a:pPr algn="l">
              <a:buNone/>
            </a:pPr>
            <a:endParaRPr lang="en-US" sz="1050" b="1" noProof="0" dirty="0">
              <a:solidFill>
                <a:srgbClr val="1B2A3B"/>
              </a:solidFill>
            </a:endParaRPr>
          </a:p>
          <a:p>
            <a:pPr marL="171450" indent="-171450" algn="l">
              <a:buFont typeface="Arial" panose="020B0604020202020204" pitchFamily="34" charset="0"/>
              <a:buChar char="•"/>
            </a:pPr>
            <a:r>
              <a:rPr lang="en-US" sz="1000" b="0" noProof="0" dirty="0">
                <a:solidFill>
                  <a:srgbClr val="475569"/>
                </a:solidFill>
              </a:rPr>
              <a:t>Rich internal support data </a:t>
            </a:r>
            <a:r>
              <a:rPr lang="en-US" sz="1000" noProof="0" dirty="0">
                <a:solidFill>
                  <a:srgbClr val="475569"/>
                </a:solidFill>
              </a:rPr>
              <a:t>, </a:t>
            </a:r>
            <a:r>
              <a:rPr lang="en-US" sz="1000" b="0" noProof="0" dirty="0">
                <a:solidFill>
                  <a:srgbClr val="475569"/>
                </a:solidFill>
              </a:rPr>
              <a:t>but internal and confidential.</a:t>
            </a:r>
          </a:p>
          <a:p>
            <a:pPr marL="171450" indent="-171450" algn="l">
              <a:buFont typeface="Arial" panose="020B0604020202020204" pitchFamily="34" charset="0"/>
              <a:buChar char="•"/>
            </a:pPr>
            <a:r>
              <a:rPr lang="en-US" sz="1000" b="0" noProof="0" dirty="0">
                <a:solidFill>
                  <a:srgbClr val="475569"/>
                </a:solidFill>
              </a:rPr>
              <a:t>Requires specific handling and access approval.</a:t>
            </a:r>
          </a:p>
        </p:txBody>
      </p:sp>
      <p:sp>
        <p:nvSpPr>
          <p:cNvPr id="22" name="ML2"/>
          <p:cNvSpPr/>
          <p:nvPr/>
        </p:nvSpPr>
        <p:spPr>
          <a:xfrm>
            <a:off x="6091420" y="2711561"/>
            <a:ext cx="5700000" cy="1071163"/>
          </a:xfrm>
          <a:prstGeom prst="roundRect">
            <a:avLst>
              <a:gd name="adj" fmla="val 6000"/>
            </a:avLst>
          </a:prstGeom>
          <a:noFill/>
          <a:ln w="25400">
            <a:solidFill>
              <a:srgbClr val="0D9488"/>
            </a:solidFill>
          </a:ln>
        </p:spPr>
        <p:txBody>
          <a:bodyPr wrap="square" lIns="182880" tIns="91440" rIns="182880" bIns="91440" anchor="t"/>
          <a:lstStyle/>
          <a:p>
            <a:pPr algn="l">
              <a:buNone/>
            </a:pPr>
            <a:r>
              <a:rPr lang="en-US" sz="1050" b="1" noProof="0" dirty="0">
                <a:solidFill>
                  <a:srgbClr val="085041"/>
                </a:solidFill>
              </a:rPr>
              <a:t>Option B : MCP server to Sidekick (ST Community)</a:t>
            </a:r>
          </a:p>
          <a:p>
            <a:pPr marL="171450" indent="-171450" algn="l">
              <a:buFont typeface="Arial" panose="020B0604020202020204" pitchFamily="34" charset="0"/>
              <a:buChar char="•"/>
            </a:pPr>
            <a:endParaRPr lang="en-US" sz="1100" b="1" noProof="0" dirty="0">
              <a:solidFill>
                <a:srgbClr val="085041"/>
              </a:solidFill>
            </a:endParaRPr>
          </a:p>
          <a:p>
            <a:pPr marL="171450" indent="-171450" algn="l">
              <a:buFont typeface="Arial" panose="020B0604020202020204" pitchFamily="34" charset="0"/>
              <a:buChar char="•"/>
            </a:pPr>
            <a:r>
              <a:rPr lang="en-US" sz="1000" b="0" noProof="0" dirty="0">
                <a:solidFill>
                  <a:srgbClr val="475569"/>
                </a:solidFill>
              </a:rPr>
              <a:t>No additional data extraction or preprocessing needed.</a:t>
            </a:r>
          </a:p>
          <a:p>
            <a:pPr marL="171450" indent="-171450" algn="l">
              <a:buFont typeface="Arial" panose="020B0604020202020204" pitchFamily="34" charset="0"/>
              <a:buChar char="•"/>
            </a:pPr>
            <a:r>
              <a:rPr lang="en-US" sz="1000" b="0" noProof="0" dirty="0">
                <a:solidFill>
                  <a:srgbClr val="475569"/>
                </a:solidFill>
              </a:rPr>
              <a:t>The MCP server calls Sidekick persona </a:t>
            </a:r>
            <a:r>
              <a:rPr lang="en-US" sz="1000" noProof="0" dirty="0">
                <a:solidFill>
                  <a:srgbClr val="475569"/>
                </a:solidFill>
              </a:rPr>
              <a:t>that </a:t>
            </a:r>
            <a:r>
              <a:rPr lang="en-US" sz="1000" b="0" noProof="0" dirty="0">
                <a:solidFill>
                  <a:srgbClr val="475569"/>
                </a:solidFill>
              </a:rPr>
              <a:t>already has its own KB.</a:t>
            </a:r>
          </a:p>
          <a:p>
            <a:pPr marL="171450" indent="-171450" algn="l">
              <a:buFont typeface="Arial" panose="020B0604020202020204" pitchFamily="34" charset="0"/>
              <a:buChar char="•"/>
            </a:pPr>
            <a:r>
              <a:rPr lang="en-US" sz="1000" b="0" noProof="0" dirty="0">
                <a:solidFill>
                  <a:srgbClr val="475569"/>
                </a:solidFill>
              </a:rPr>
              <a:t>Avoids confidentiality constraints entirely.</a:t>
            </a:r>
          </a:p>
        </p:txBody>
      </p:sp>
      <p:sp>
        <p:nvSpPr>
          <p:cNvPr id="30" name="Note"/>
          <p:cNvSpPr/>
          <p:nvPr/>
        </p:nvSpPr>
        <p:spPr>
          <a:xfrm>
            <a:off x="291420" y="5890933"/>
            <a:ext cx="11500000" cy="828118"/>
          </a:xfrm>
          <a:prstGeom prst="roundRect">
            <a:avLst>
              <a:gd name="adj" fmla="val 6000"/>
            </a:avLst>
          </a:prstGeom>
          <a:solidFill>
            <a:srgbClr val="FEF9C3"/>
          </a:solidFill>
          <a:ln w="19050">
            <a:solidFill>
              <a:srgbClr val="D97706"/>
            </a:solidFill>
          </a:ln>
        </p:spPr>
        <p:txBody>
          <a:bodyPr wrap="square" lIns="182880" tIns="91440" rIns="182880" bIns="91440" anchor="ctr"/>
          <a:lstStyle/>
          <a:p>
            <a:pPr algn="ctr">
              <a:buNone/>
            </a:pPr>
            <a:r>
              <a:rPr lang="en-US" sz="1050" b="1" noProof="0" dirty="0">
                <a:solidFill>
                  <a:srgbClr val="633806"/>
                </a:solidFill>
              </a:rPr>
              <a:t>! Important : 2 months remaining</a:t>
            </a:r>
          </a:p>
          <a:p>
            <a:pPr algn="l">
              <a:buNone/>
            </a:pPr>
            <a:endParaRPr lang="en-US" sz="1050" b="1" noProof="0" dirty="0">
              <a:solidFill>
                <a:srgbClr val="633806"/>
              </a:solidFill>
            </a:endParaRPr>
          </a:p>
          <a:p>
            <a:pPr algn="l">
              <a:buNone/>
            </a:pPr>
            <a:r>
              <a:rPr lang="en-US" sz="950" b="0" noProof="0" dirty="0">
                <a:solidFill>
                  <a:srgbClr val="854F0B"/>
                </a:solidFill>
              </a:rPr>
              <a:t>All Medium &amp; long-term perspectives depend on the mandatory work still required and how much time it takes. </a:t>
            </a:r>
            <a:r>
              <a:rPr lang="en-US" sz="950" b="1" noProof="0" dirty="0">
                <a:solidFill>
                  <a:srgbClr val="854F0B"/>
                </a:solidFill>
              </a:rPr>
              <a:t>Priorities will be adjusted based on progress during the remaining period</a:t>
            </a:r>
            <a:r>
              <a:rPr lang="en-US" sz="950" b="0" noProof="0" dirty="0">
                <a:solidFill>
                  <a:srgbClr val="854F0B"/>
                </a:solidFill>
              </a:rPr>
              <a:t>.</a:t>
            </a:r>
          </a:p>
        </p:txBody>
      </p:sp>
      <p:sp>
        <p:nvSpPr>
          <p:cNvPr id="5" name="Shape 4">
            <a:extLst>
              <a:ext uri="{FF2B5EF4-FFF2-40B4-BE49-F238E27FC236}">
                <a16:creationId xmlns:a16="http://schemas.microsoft.com/office/drawing/2014/main" id="{B4F07B1B-A3E1-DE50-52E5-26EE3D6C1B4C}"/>
              </a:ext>
            </a:extLst>
          </p:cNvPr>
          <p:cNvSpPr/>
          <p:nvPr/>
        </p:nvSpPr>
        <p:spPr>
          <a:xfrm>
            <a:off x="242477" y="918916"/>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7" name="ZoneTexte 6">
            <a:extLst>
              <a:ext uri="{FF2B5EF4-FFF2-40B4-BE49-F238E27FC236}">
                <a16:creationId xmlns:a16="http://schemas.microsoft.com/office/drawing/2014/main" id="{4092850F-724E-F8EC-76BC-0C4CF9F2D311}"/>
              </a:ext>
            </a:extLst>
          </p:cNvPr>
          <p:cNvSpPr txBox="1"/>
          <p:nvPr/>
        </p:nvSpPr>
        <p:spPr>
          <a:xfrm rot="10800000">
            <a:off x="2730777" y="4652811"/>
            <a:ext cx="263387" cy="369332"/>
          </a:xfrm>
          <a:prstGeom prst="rect">
            <a:avLst/>
          </a:prstGeom>
          <a:noFill/>
          <a:ln>
            <a:noFill/>
          </a:ln>
        </p:spPr>
        <p:txBody>
          <a:bodyPr wrap="square">
            <a:spAutoFit/>
          </a:bodyPr>
          <a:lstStyle/>
          <a:p>
            <a:pPr algn="ctr">
              <a:buNone/>
            </a:pPr>
            <a:r>
              <a:rPr lang="en-US" sz="1800" b="1" noProof="0" dirty="0">
                <a:solidFill>
                  <a:srgbClr val="0D9589"/>
                </a:solidFill>
              </a:rPr>
              <a:t>↑</a:t>
            </a:r>
          </a:p>
        </p:txBody>
      </p:sp>
      <p:sp>
        <p:nvSpPr>
          <p:cNvPr id="9" name="ZoneTexte 8">
            <a:extLst>
              <a:ext uri="{FF2B5EF4-FFF2-40B4-BE49-F238E27FC236}">
                <a16:creationId xmlns:a16="http://schemas.microsoft.com/office/drawing/2014/main" id="{343C9EB3-D510-F854-0EFC-BF75998E9094}"/>
              </a:ext>
            </a:extLst>
          </p:cNvPr>
          <p:cNvSpPr txBox="1"/>
          <p:nvPr/>
        </p:nvSpPr>
        <p:spPr>
          <a:xfrm>
            <a:off x="2226151" y="4400206"/>
            <a:ext cx="1630537" cy="253916"/>
          </a:xfrm>
          <a:prstGeom prst="rect">
            <a:avLst/>
          </a:prstGeom>
          <a:noFill/>
        </p:spPr>
        <p:txBody>
          <a:bodyPr wrap="square">
            <a:spAutoFit/>
          </a:bodyPr>
          <a:lstStyle/>
          <a:p>
            <a:r>
              <a:rPr lang="en-US" sz="1050" b="1" noProof="0" dirty="0">
                <a:solidFill>
                  <a:srgbClr val="085041"/>
                </a:solidFill>
              </a:rPr>
              <a:t>Move forward with</a:t>
            </a:r>
            <a:endParaRPr lang="en-US" sz="1050" noProof="0" dirty="0"/>
          </a:p>
        </p:txBody>
      </p:sp>
      <p:pic>
        <p:nvPicPr>
          <p:cNvPr id="15" name="Graphique 14" descr="Avertissement avec un remplissage uni">
            <a:extLst>
              <a:ext uri="{FF2B5EF4-FFF2-40B4-BE49-F238E27FC236}">
                <a16:creationId xmlns:a16="http://schemas.microsoft.com/office/drawing/2014/main" id="{98586929-7D20-3BE3-F8DA-47C67BFD1D8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99481" y="1774832"/>
            <a:ext cx="629708" cy="629708"/>
          </a:xfrm>
          <a:prstGeom prst="rect">
            <a:avLst/>
          </a:prstGeom>
        </p:spPr>
      </p:pic>
      <p:pic>
        <p:nvPicPr>
          <p:cNvPr id="26" name="Image 25">
            <a:extLst>
              <a:ext uri="{FF2B5EF4-FFF2-40B4-BE49-F238E27FC236}">
                <a16:creationId xmlns:a16="http://schemas.microsoft.com/office/drawing/2014/main" id="{804E4291-E57A-6C0C-0394-3AA26CDD1321}"/>
              </a:ext>
            </a:extLst>
          </p:cNvPr>
          <p:cNvPicPr>
            <a:picLocks noChangeAspect="1"/>
          </p:cNvPicPr>
          <p:nvPr/>
        </p:nvPicPr>
        <p:blipFill>
          <a:blip r:embed="rId4"/>
          <a:stretch>
            <a:fillRect/>
          </a:stretch>
        </p:blipFill>
        <p:spPr>
          <a:xfrm>
            <a:off x="10699481" y="2933806"/>
            <a:ext cx="637520" cy="637520"/>
          </a:xfrm>
          <a:prstGeom prst="rect">
            <a:avLst/>
          </a:prstGeom>
        </p:spPr>
      </p:pic>
      <p:sp>
        <p:nvSpPr>
          <p:cNvPr id="4" name="ML2">
            <a:extLst>
              <a:ext uri="{FF2B5EF4-FFF2-40B4-BE49-F238E27FC236}">
                <a16:creationId xmlns:a16="http://schemas.microsoft.com/office/drawing/2014/main" id="{38C314D8-3977-6611-DDD6-5948AC23C93E}"/>
              </a:ext>
            </a:extLst>
          </p:cNvPr>
          <p:cNvSpPr/>
          <p:nvPr/>
        </p:nvSpPr>
        <p:spPr>
          <a:xfrm>
            <a:off x="6091420" y="3926651"/>
            <a:ext cx="5700000" cy="1071163"/>
          </a:xfrm>
          <a:prstGeom prst="roundRect">
            <a:avLst>
              <a:gd name="adj" fmla="val 6000"/>
            </a:avLst>
          </a:prstGeom>
          <a:noFill/>
          <a:ln w="25400">
            <a:solidFill>
              <a:srgbClr val="0D9488"/>
            </a:solidFill>
          </a:ln>
        </p:spPr>
        <p:txBody>
          <a:bodyPr wrap="square" lIns="182880" tIns="91440" rIns="182880" bIns="91440" anchor="t"/>
          <a:lstStyle/>
          <a:p>
            <a:pPr algn="l">
              <a:buNone/>
            </a:pPr>
            <a:r>
              <a:rPr lang="en-US" sz="1050" b="1" noProof="0" dirty="0">
                <a:solidFill>
                  <a:srgbClr val="085041"/>
                </a:solidFill>
              </a:rPr>
              <a:t>Option C: Move toward continuous GitHub synchronization</a:t>
            </a:r>
          </a:p>
          <a:p>
            <a:pPr algn="l">
              <a:buNone/>
            </a:pPr>
            <a:endParaRPr lang="en-US" sz="1100" b="1" noProof="0" dirty="0">
              <a:solidFill>
                <a:srgbClr val="085041"/>
              </a:solidFill>
            </a:endParaRPr>
          </a:p>
          <a:p>
            <a:pPr marL="171450" indent="-171450" algn="l">
              <a:buFont typeface="Arial" panose="020B0604020202020204" pitchFamily="34" charset="0"/>
              <a:buChar char="•"/>
            </a:pPr>
            <a:r>
              <a:rPr lang="en-US" sz="1000" b="0" noProof="0" dirty="0">
                <a:solidFill>
                  <a:srgbClr val="475569"/>
                </a:solidFill>
              </a:rPr>
              <a:t>Reduce manual pull / clone operations</a:t>
            </a:r>
          </a:p>
          <a:p>
            <a:pPr marL="171450" indent="-171450" algn="l">
              <a:buFont typeface="Arial" panose="020B0604020202020204" pitchFamily="34" charset="0"/>
              <a:buChar char="•"/>
            </a:pPr>
            <a:r>
              <a:rPr lang="en-US" sz="1000" b="0" noProof="0" dirty="0">
                <a:solidFill>
                  <a:srgbClr val="475569"/>
                </a:solidFill>
              </a:rPr>
              <a:t>Keep STM32Cube public data more up to date</a:t>
            </a:r>
          </a:p>
          <a:p>
            <a:pPr marL="171450" indent="-171450" algn="l">
              <a:buFont typeface="Arial" panose="020B0604020202020204" pitchFamily="34" charset="0"/>
              <a:buChar char="•"/>
            </a:pPr>
            <a:r>
              <a:rPr lang="en-US" sz="1000" b="0" noProof="0" dirty="0">
                <a:solidFill>
                  <a:srgbClr val="475569"/>
                </a:solidFill>
              </a:rPr>
              <a:t>Keep preprocessing inputs and KB content more up to date</a:t>
            </a:r>
          </a:p>
        </p:txBody>
      </p:sp>
      <p:pic>
        <p:nvPicPr>
          <p:cNvPr id="1026" name="Picture 2" descr="Github Logo - Free social media icons">
            <a:extLst>
              <a:ext uri="{FF2B5EF4-FFF2-40B4-BE49-F238E27FC236}">
                <a16:creationId xmlns:a16="http://schemas.microsoft.com/office/drawing/2014/main" id="{14916D92-A871-029E-3DE2-AAADB916933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849129" y="4153090"/>
            <a:ext cx="550130" cy="550130"/>
          </a:xfrm>
          <a:prstGeom prst="rect">
            <a:avLst/>
          </a:prstGeom>
          <a:noFill/>
          <a:extLst>
            <a:ext uri="{909E8E84-426E-40DD-AFC4-6F175D3DCCD1}">
              <a14:hiddenFill xmlns:a14="http://schemas.microsoft.com/office/drawing/2010/main">
                <a:solidFill>
                  <a:srgbClr val="FFFFFF"/>
                </a:solidFill>
              </a14:hiddenFill>
            </a:ext>
          </a:extLst>
        </p:spPr>
      </p:pic>
      <p:sp>
        <p:nvSpPr>
          <p:cNvPr id="6" name="STH">
            <a:extLst>
              <a:ext uri="{FF2B5EF4-FFF2-40B4-BE49-F238E27FC236}">
                <a16:creationId xmlns:a16="http://schemas.microsoft.com/office/drawing/2014/main" id="{001DE318-8B12-0BB3-B143-38ACB50B6594}"/>
              </a:ext>
            </a:extLst>
          </p:cNvPr>
          <p:cNvSpPr/>
          <p:nvPr/>
        </p:nvSpPr>
        <p:spPr>
          <a:xfrm>
            <a:off x="291420" y="1118339"/>
            <a:ext cx="5460267" cy="392782"/>
          </a:xfrm>
          <a:prstGeom prst="roundRect">
            <a:avLst>
              <a:gd name="adj" fmla="val 15000"/>
            </a:avLst>
          </a:prstGeom>
          <a:solidFill>
            <a:srgbClr val="0D9488"/>
          </a:solidFill>
          <a:ln>
            <a:noFill/>
          </a:ln>
        </p:spPr>
        <p:txBody>
          <a:bodyPr wrap="square" lIns="152400" tIns="45720" rIns="152400" bIns="45720" anchor="ctr"/>
          <a:lstStyle/>
          <a:p>
            <a:pPr algn="ctr">
              <a:buNone/>
            </a:pPr>
            <a:r>
              <a:rPr lang="en-US" sz="1400" b="1" noProof="0" dirty="0">
                <a:solidFill>
                  <a:srgbClr val="FFFFFF"/>
                </a:solidFill>
              </a:rPr>
              <a:t>   Done </a:t>
            </a:r>
          </a:p>
        </p:txBody>
      </p:sp>
      <p:sp>
        <p:nvSpPr>
          <p:cNvPr id="8" name="ST1">
            <a:extLst>
              <a:ext uri="{FF2B5EF4-FFF2-40B4-BE49-F238E27FC236}">
                <a16:creationId xmlns:a16="http://schemas.microsoft.com/office/drawing/2014/main" id="{61AAECA9-FD9B-0F15-DE18-83F453399A9A}"/>
              </a:ext>
            </a:extLst>
          </p:cNvPr>
          <p:cNvSpPr/>
          <p:nvPr/>
        </p:nvSpPr>
        <p:spPr>
          <a:xfrm>
            <a:off x="291420" y="1661447"/>
            <a:ext cx="5452744" cy="363740"/>
          </a:xfrm>
          <a:prstGeom prst="roundRect">
            <a:avLst>
              <a:gd name="adj" fmla="val 8000"/>
            </a:avLst>
          </a:prstGeom>
          <a:solidFill>
            <a:srgbClr val="FFFFFF"/>
          </a:solidFill>
          <a:ln w="19050">
            <a:solidFill>
              <a:srgbClr val="0D9488"/>
            </a:solidFill>
          </a:ln>
        </p:spPr>
        <p:txBody>
          <a:bodyPr wrap="square" lIns="182880" tIns="45720" rIns="182880" bIns="45720" anchor="ctr"/>
          <a:lstStyle/>
          <a:p>
            <a:pPr algn="l"/>
            <a:r>
              <a:rPr lang="en-US" sz="1050" b="1" noProof="0" dirty="0">
                <a:solidFill>
                  <a:srgbClr val="085041"/>
                </a:solidFill>
              </a:rPr>
              <a:t>STM32CubeH7: The persona can now handle H7-related issues.</a:t>
            </a:r>
            <a:endParaRPr lang="en-US" sz="1050" b="0" noProof="0" dirty="0">
              <a:solidFill>
                <a:srgbClr val="475569"/>
              </a:solidFill>
            </a:endParaRPr>
          </a:p>
        </p:txBody>
      </p:sp>
      <p:pic>
        <p:nvPicPr>
          <p:cNvPr id="16" name="Graphique 15" descr="Case cochée avec un remplissage uni">
            <a:extLst>
              <a:ext uri="{FF2B5EF4-FFF2-40B4-BE49-F238E27FC236}">
                <a16:creationId xmlns:a16="http://schemas.microsoft.com/office/drawing/2014/main" id="{F2A3FDCB-A4F6-45BF-C0C9-0E73524671D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224351" y="1627511"/>
            <a:ext cx="416169" cy="416169"/>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0F3A0-6782-1F0C-5C20-375F485C6354}"/>
            </a:ext>
          </a:extLst>
        </p:cNvPr>
        <p:cNvGrpSpPr/>
        <p:nvPr/>
      </p:nvGrpSpPr>
      <p:grpSpPr>
        <a:xfrm>
          <a:off x="0" y="0"/>
          <a:ext cx="0" cy="0"/>
          <a:chOff x="0" y="0"/>
          <a:chExt cx="0" cy="0"/>
        </a:xfrm>
      </p:grpSpPr>
      <p:sp>
        <p:nvSpPr>
          <p:cNvPr id="96" name="Shape 8">
            <a:extLst>
              <a:ext uri="{FF2B5EF4-FFF2-40B4-BE49-F238E27FC236}">
                <a16:creationId xmlns:a16="http://schemas.microsoft.com/office/drawing/2014/main" id="{AFF1CA08-98A9-90F7-1407-A9748C7506D1}"/>
              </a:ext>
            </a:extLst>
          </p:cNvPr>
          <p:cNvSpPr/>
          <p:nvPr/>
        </p:nvSpPr>
        <p:spPr>
          <a:xfrm>
            <a:off x="1201051" y="2820161"/>
            <a:ext cx="4206240" cy="749808"/>
          </a:xfrm>
          <a:prstGeom prst="rect">
            <a:avLst/>
          </a:prstGeom>
          <a:solidFill>
            <a:srgbClr val="EEEFF1"/>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01" name="Shape 13">
            <a:extLst>
              <a:ext uri="{FF2B5EF4-FFF2-40B4-BE49-F238E27FC236}">
                <a16:creationId xmlns:a16="http://schemas.microsoft.com/office/drawing/2014/main" id="{567943B4-A7BC-984B-BCC7-EE891F997CB3}"/>
              </a:ext>
            </a:extLst>
          </p:cNvPr>
          <p:cNvSpPr/>
          <p:nvPr/>
        </p:nvSpPr>
        <p:spPr>
          <a:xfrm>
            <a:off x="1201051" y="3716273"/>
            <a:ext cx="4206240" cy="749808"/>
          </a:xfrm>
          <a:prstGeom prst="rect">
            <a:avLst/>
          </a:prstGeom>
          <a:solidFill>
            <a:srgbClr val="EEEFF1"/>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88" name="Text 0">
            <a:extLst>
              <a:ext uri="{FF2B5EF4-FFF2-40B4-BE49-F238E27FC236}">
                <a16:creationId xmlns:a16="http://schemas.microsoft.com/office/drawing/2014/main" id="{C0307A25-94DC-5B2E-AA85-0BB331271983}"/>
              </a:ext>
            </a:extLst>
          </p:cNvPr>
          <p:cNvSpPr/>
          <p:nvPr/>
        </p:nvSpPr>
        <p:spPr>
          <a:xfrm>
            <a:off x="8651216" y="220342"/>
            <a:ext cx="8229600" cy="502920"/>
          </a:xfrm>
          <a:prstGeom prst="rect">
            <a:avLst/>
          </a:prstGeom>
          <a:noFill/>
          <a:ln/>
        </p:spPr>
        <p:txBody>
          <a:bodyPr wrap="square" lIns="0" tIns="0" rIns="0" bIns="0" rtlCol="0" anchor="ctr"/>
          <a:lstStyle/>
          <a:p>
            <a:pPr marL="0" indent="0" algn="l">
              <a:buNone/>
            </a:pPr>
            <a:r>
              <a:rPr lang="en-US" sz="2600" b="1" noProof="0" dirty="0">
                <a:solidFill>
                  <a:srgbClr val="1B2A3B"/>
                </a:solidFill>
              </a:rPr>
              <a:t>Today’s Program</a:t>
            </a:r>
            <a:endParaRPr lang="en-US" sz="2600" noProof="0" dirty="0"/>
          </a:p>
        </p:txBody>
      </p:sp>
      <p:sp>
        <p:nvSpPr>
          <p:cNvPr id="89" name="Text 1">
            <a:extLst>
              <a:ext uri="{FF2B5EF4-FFF2-40B4-BE49-F238E27FC236}">
                <a16:creationId xmlns:a16="http://schemas.microsoft.com/office/drawing/2014/main" id="{B65C2B5E-E67F-F942-7E65-B482490645B7}"/>
              </a:ext>
            </a:extLst>
          </p:cNvPr>
          <p:cNvSpPr/>
          <p:nvPr/>
        </p:nvSpPr>
        <p:spPr>
          <a:xfrm>
            <a:off x="8715011" y="784404"/>
            <a:ext cx="8229600" cy="256032"/>
          </a:xfrm>
          <a:prstGeom prst="rect">
            <a:avLst/>
          </a:prstGeom>
          <a:noFill/>
          <a:ln/>
        </p:spPr>
        <p:txBody>
          <a:bodyPr wrap="square" lIns="0" tIns="0" rIns="0" bIns="0" rtlCol="0" anchor="ctr"/>
          <a:lstStyle/>
          <a:p>
            <a:pPr marL="0" indent="0" algn="l">
              <a:buNone/>
            </a:pPr>
            <a:r>
              <a:rPr lang="en-US" sz="1200" i="1" noProof="0" dirty="0">
                <a:solidFill>
                  <a:srgbClr val="64748B"/>
                </a:solidFill>
              </a:rPr>
              <a:t>8 steps to understand the project</a:t>
            </a:r>
            <a:endParaRPr lang="en-US" sz="1200" noProof="0" dirty="0"/>
          </a:p>
        </p:txBody>
      </p:sp>
      <p:sp>
        <p:nvSpPr>
          <p:cNvPr id="90" name="Shape 2">
            <a:extLst>
              <a:ext uri="{FF2B5EF4-FFF2-40B4-BE49-F238E27FC236}">
                <a16:creationId xmlns:a16="http://schemas.microsoft.com/office/drawing/2014/main" id="{7FB6466A-C46E-C545-C272-185F1895A4C2}"/>
              </a:ext>
            </a:extLst>
          </p:cNvPr>
          <p:cNvSpPr/>
          <p:nvPr/>
        </p:nvSpPr>
        <p:spPr>
          <a:xfrm>
            <a:off x="3660007" y="1286892"/>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91" name="Shape 3">
            <a:extLst>
              <a:ext uri="{FF2B5EF4-FFF2-40B4-BE49-F238E27FC236}">
                <a16:creationId xmlns:a16="http://schemas.microsoft.com/office/drawing/2014/main" id="{B4AB17D1-94E5-57DF-F0F4-9FAD274A1CF8}"/>
              </a:ext>
            </a:extLst>
          </p:cNvPr>
          <p:cNvSpPr/>
          <p:nvPr/>
        </p:nvSpPr>
        <p:spPr>
          <a:xfrm>
            <a:off x="1201051" y="1924049"/>
            <a:ext cx="4206240" cy="749808"/>
          </a:xfrm>
          <a:prstGeom prst="rect">
            <a:avLst/>
          </a:prstGeom>
          <a:solidFill>
            <a:srgbClr val="EEEFF1"/>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93" name="Text 5">
            <a:extLst>
              <a:ext uri="{FF2B5EF4-FFF2-40B4-BE49-F238E27FC236}">
                <a16:creationId xmlns:a16="http://schemas.microsoft.com/office/drawing/2014/main" id="{C618133A-FE39-B853-1094-BA1A423DAB5B}"/>
              </a:ext>
            </a:extLst>
          </p:cNvPr>
          <p:cNvSpPr/>
          <p:nvPr/>
        </p:nvSpPr>
        <p:spPr>
          <a:xfrm>
            <a:off x="1201051" y="1924049"/>
            <a:ext cx="388440" cy="749808"/>
          </a:xfrm>
          <a:prstGeom prst="rect">
            <a:avLst/>
          </a:prstGeom>
          <a:solidFill>
            <a:srgbClr val="EEEFF1"/>
          </a:solidFill>
          <a:ln>
            <a:solidFill>
              <a:schemeClr val="bg1">
                <a:lumMod val="75000"/>
              </a:schemeClr>
            </a:solidFill>
          </a:ln>
        </p:spPr>
        <p:txBody>
          <a:bodyPr wrap="square" lIns="0" tIns="0" rIns="0" bIns="0" rtlCol="0" anchor="ctr"/>
          <a:lstStyle/>
          <a:p>
            <a:pPr marL="0" indent="0" algn="ctr">
              <a:buNone/>
            </a:pPr>
            <a:r>
              <a:rPr lang="en-US" sz="1300" b="1" noProof="0" dirty="0">
                <a:solidFill>
                  <a:srgbClr val="FFFFFF"/>
                </a:solidFill>
              </a:rPr>
              <a:t>01</a:t>
            </a:r>
            <a:endParaRPr lang="en-US" sz="1300" noProof="0" dirty="0"/>
          </a:p>
        </p:txBody>
      </p:sp>
      <p:sp>
        <p:nvSpPr>
          <p:cNvPr id="98" name="Text 10">
            <a:extLst>
              <a:ext uri="{FF2B5EF4-FFF2-40B4-BE49-F238E27FC236}">
                <a16:creationId xmlns:a16="http://schemas.microsoft.com/office/drawing/2014/main" id="{05EC0CDD-352D-ADC8-DDED-9922D34B20AF}"/>
              </a:ext>
            </a:extLst>
          </p:cNvPr>
          <p:cNvSpPr/>
          <p:nvPr/>
        </p:nvSpPr>
        <p:spPr>
          <a:xfrm>
            <a:off x="1216081" y="2829305"/>
            <a:ext cx="384048" cy="749808"/>
          </a:xfrm>
          <a:prstGeom prst="rect">
            <a:avLst/>
          </a:prstGeom>
          <a:solidFill>
            <a:srgbClr val="EEEFF1"/>
          </a:solidFill>
          <a:ln>
            <a:solidFill>
              <a:schemeClr val="bg1">
                <a:lumMod val="75000"/>
              </a:schemeClr>
            </a:solidFill>
          </a:ln>
        </p:spPr>
        <p:txBody>
          <a:bodyPr wrap="square" lIns="0" tIns="0" rIns="0" bIns="0" rtlCol="0" anchor="ctr"/>
          <a:lstStyle/>
          <a:p>
            <a:pPr marL="0" indent="0" algn="ctr">
              <a:buNone/>
            </a:pPr>
            <a:r>
              <a:rPr lang="en-US" sz="1300" b="1" noProof="0" dirty="0">
                <a:solidFill>
                  <a:srgbClr val="FFFFFF"/>
                </a:solidFill>
              </a:rPr>
              <a:t>02</a:t>
            </a:r>
            <a:endParaRPr lang="en-US" sz="1300" noProof="0" dirty="0"/>
          </a:p>
        </p:txBody>
      </p:sp>
      <p:sp>
        <p:nvSpPr>
          <p:cNvPr id="99" name="Text 11">
            <a:extLst>
              <a:ext uri="{FF2B5EF4-FFF2-40B4-BE49-F238E27FC236}">
                <a16:creationId xmlns:a16="http://schemas.microsoft.com/office/drawing/2014/main" id="{728D871E-DE27-E966-A0AE-8055CDBF5D45}"/>
              </a:ext>
            </a:extLst>
          </p:cNvPr>
          <p:cNvSpPr/>
          <p:nvPr/>
        </p:nvSpPr>
        <p:spPr>
          <a:xfrm>
            <a:off x="1676539" y="3813095"/>
            <a:ext cx="3611880" cy="310896"/>
          </a:xfrm>
          <a:prstGeom prst="rect">
            <a:avLst/>
          </a:prstGeom>
          <a:solidFill>
            <a:srgbClr val="EEEFF1"/>
          </a:solidFill>
          <a:ln/>
        </p:spPr>
        <p:txBody>
          <a:bodyPr wrap="square" lIns="0" tIns="0" rIns="0" bIns="0" rtlCol="0" anchor="ctr"/>
          <a:lstStyle/>
          <a:p>
            <a:pPr marL="0" indent="0" algn="l">
              <a:buNone/>
            </a:pPr>
            <a:r>
              <a:rPr lang="en-US" sz="1200" b="1" noProof="0" dirty="0">
                <a:solidFill>
                  <a:schemeClr val="tx2">
                    <a:lumMod val="40000"/>
                    <a:lumOff val="60000"/>
                  </a:schemeClr>
                </a:solidFill>
              </a:rPr>
              <a:t>How ST ChatGPT answers : RAG workflow, data sources &amp; demo</a:t>
            </a:r>
            <a:endParaRPr lang="en-US" sz="1200" noProof="0" dirty="0">
              <a:solidFill>
                <a:schemeClr val="tx2">
                  <a:lumMod val="40000"/>
                  <a:lumOff val="60000"/>
                </a:schemeClr>
              </a:solidFill>
            </a:endParaRPr>
          </a:p>
        </p:txBody>
      </p:sp>
      <p:sp>
        <p:nvSpPr>
          <p:cNvPr id="100" name="Text 12">
            <a:extLst>
              <a:ext uri="{FF2B5EF4-FFF2-40B4-BE49-F238E27FC236}">
                <a16:creationId xmlns:a16="http://schemas.microsoft.com/office/drawing/2014/main" id="{06AB7908-64D7-66F3-E9EC-D5320B41E767}"/>
              </a:ext>
            </a:extLst>
          </p:cNvPr>
          <p:cNvSpPr/>
          <p:nvPr/>
        </p:nvSpPr>
        <p:spPr>
          <a:xfrm>
            <a:off x="1676539" y="4163855"/>
            <a:ext cx="3611880" cy="256032"/>
          </a:xfrm>
          <a:prstGeom prst="rect">
            <a:avLst/>
          </a:prstGeom>
          <a:solidFill>
            <a:srgbClr val="EEEFF1"/>
          </a:solidFill>
          <a:ln/>
        </p:spPr>
        <p:txBody>
          <a:bodyPr wrap="square" lIns="0" tIns="0" rIns="0" bIns="0" rtlCol="0" anchor="ctr"/>
          <a:lstStyle/>
          <a:p>
            <a:pPr marL="0" indent="0" algn="l">
              <a:buNone/>
            </a:pPr>
            <a:r>
              <a:rPr lang="en-US" sz="900" noProof="0" dirty="0">
                <a:solidFill>
                  <a:schemeClr val="tx2">
                    <a:lumMod val="40000"/>
                    <a:lumOff val="60000"/>
                  </a:schemeClr>
                </a:solidFill>
              </a:rPr>
              <a:t>Persona, Knowledge Base, Data Sources</a:t>
            </a:r>
          </a:p>
        </p:txBody>
      </p:sp>
      <p:sp>
        <p:nvSpPr>
          <p:cNvPr id="103" name="Text 15">
            <a:extLst>
              <a:ext uri="{FF2B5EF4-FFF2-40B4-BE49-F238E27FC236}">
                <a16:creationId xmlns:a16="http://schemas.microsoft.com/office/drawing/2014/main" id="{0F65DEDD-49AF-24EF-BA49-4E9B381FE526}"/>
              </a:ext>
            </a:extLst>
          </p:cNvPr>
          <p:cNvSpPr/>
          <p:nvPr/>
        </p:nvSpPr>
        <p:spPr>
          <a:xfrm>
            <a:off x="1201051" y="3725417"/>
            <a:ext cx="384048" cy="749808"/>
          </a:xfrm>
          <a:prstGeom prst="rect">
            <a:avLst/>
          </a:prstGeom>
          <a:solidFill>
            <a:srgbClr val="EEEFF1"/>
          </a:solidFill>
          <a:ln>
            <a:solidFill>
              <a:schemeClr val="bg1">
                <a:lumMod val="75000"/>
              </a:schemeClr>
            </a:solidFill>
          </a:ln>
        </p:spPr>
        <p:txBody>
          <a:bodyPr wrap="square" lIns="0" tIns="0" rIns="0" bIns="0" rtlCol="0" anchor="ctr"/>
          <a:lstStyle/>
          <a:p>
            <a:pPr marL="0" indent="0" algn="ctr">
              <a:buNone/>
            </a:pPr>
            <a:r>
              <a:rPr lang="en-US" sz="1300" b="1" noProof="0" dirty="0">
                <a:solidFill>
                  <a:srgbClr val="FFFFFF"/>
                </a:solidFill>
              </a:rPr>
              <a:t>03</a:t>
            </a:r>
            <a:endParaRPr lang="en-US" sz="1300" noProof="0" dirty="0"/>
          </a:p>
        </p:txBody>
      </p:sp>
      <p:sp>
        <p:nvSpPr>
          <p:cNvPr id="104" name="Text 16">
            <a:extLst>
              <a:ext uri="{FF2B5EF4-FFF2-40B4-BE49-F238E27FC236}">
                <a16:creationId xmlns:a16="http://schemas.microsoft.com/office/drawing/2014/main" id="{A4257B2F-846F-E6D2-1F64-F90AF3B07138}"/>
              </a:ext>
            </a:extLst>
          </p:cNvPr>
          <p:cNvSpPr/>
          <p:nvPr/>
        </p:nvSpPr>
        <p:spPr>
          <a:xfrm>
            <a:off x="1692451" y="2950093"/>
            <a:ext cx="3703320" cy="310896"/>
          </a:xfrm>
          <a:prstGeom prst="rect">
            <a:avLst/>
          </a:prstGeom>
          <a:solidFill>
            <a:srgbClr val="EEEFF1"/>
          </a:solidFill>
          <a:ln/>
        </p:spPr>
        <p:txBody>
          <a:bodyPr wrap="square" lIns="0" tIns="0" rIns="0" bIns="0" rtlCol="0" anchor="ctr"/>
          <a:lstStyle/>
          <a:p>
            <a:pPr marL="0" indent="0" algn="l">
              <a:buNone/>
            </a:pPr>
            <a:r>
              <a:rPr lang="en-US" sz="1200" b="1" noProof="0" dirty="0">
                <a:solidFill>
                  <a:schemeClr val="tx2">
                    <a:lumMod val="40000"/>
                    <a:lumOff val="60000"/>
                  </a:schemeClr>
                </a:solidFill>
              </a:rPr>
              <a:t>ST ChatGPT : platform overview &amp; access request</a:t>
            </a:r>
            <a:endParaRPr lang="en-US" sz="1200" noProof="0" dirty="0">
              <a:solidFill>
                <a:schemeClr val="tx2">
                  <a:lumMod val="40000"/>
                  <a:lumOff val="60000"/>
                </a:schemeClr>
              </a:solidFill>
            </a:endParaRPr>
          </a:p>
        </p:txBody>
      </p:sp>
      <p:sp>
        <p:nvSpPr>
          <p:cNvPr id="105" name="Text 17">
            <a:extLst>
              <a:ext uri="{FF2B5EF4-FFF2-40B4-BE49-F238E27FC236}">
                <a16:creationId xmlns:a16="http://schemas.microsoft.com/office/drawing/2014/main" id="{54992535-EF3F-655A-AAA9-39B2B4F0FC19}"/>
              </a:ext>
            </a:extLst>
          </p:cNvPr>
          <p:cNvSpPr/>
          <p:nvPr/>
        </p:nvSpPr>
        <p:spPr>
          <a:xfrm>
            <a:off x="1676539" y="3260989"/>
            <a:ext cx="3611880" cy="256032"/>
          </a:xfrm>
          <a:prstGeom prst="rect">
            <a:avLst/>
          </a:prstGeom>
          <a:solidFill>
            <a:srgbClr val="EEEFF1"/>
          </a:solidFill>
          <a:ln/>
        </p:spPr>
        <p:txBody>
          <a:bodyPr wrap="square" lIns="0" tIns="0" rIns="0" bIns="0" rtlCol="0" anchor="ctr"/>
          <a:lstStyle/>
          <a:p>
            <a:pPr marL="0" indent="0" algn="l">
              <a:buNone/>
            </a:pPr>
            <a:r>
              <a:rPr lang="en-US" sz="900" noProof="0" dirty="0">
                <a:solidFill>
                  <a:schemeClr val="tx2">
                    <a:lumMod val="40000"/>
                    <a:lumOff val="60000"/>
                  </a:schemeClr>
                </a:solidFill>
              </a:rPr>
              <a:t>What our project is building</a:t>
            </a:r>
          </a:p>
        </p:txBody>
      </p:sp>
      <p:sp>
        <p:nvSpPr>
          <p:cNvPr id="106" name="Shape 18">
            <a:extLst>
              <a:ext uri="{FF2B5EF4-FFF2-40B4-BE49-F238E27FC236}">
                <a16:creationId xmlns:a16="http://schemas.microsoft.com/office/drawing/2014/main" id="{16CF4896-ED1B-8C22-EF65-9D843D1B79F7}"/>
              </a:ext>
            </a:extLst>
          </p:cNvPr>
          <p:cNvSpPr/>
          <p:nvPr/>
        </p:nvSpPr>
        <p:spPr>
          <a:xfrm>
            <a:off x="1201051" y="4612385"/>
            <a:ext cx="4206240" cy="749808"/>
          </a:xfrm>
          <a:prstGeom prst="rect">
            <a:avLst/>
          </a:prstGeom>
          <a:solidFill>
            <a:srgbClr val="EEEFF1"/>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08" name="Text 20">
            <a:extLst>
              <a:ext uri="{FF2B5EF4-FFF2-40B4-BE49-F238E27FC236}">
                <a16:creationId xmlns:a16="http://schemas.microsoft.com/office/drawing/2014/main" id="{481DC390-4784-86B9-86EC-3649A2E4603E}"/>
              </a:ext>
            </a:extLst>
          </p:cNvPr>
          <p:cNvSpPr/>
          <p:nvPr/>
        </p:nvSpPr>
        <p:spPr>
          <a:xfrm>
            <a:off x="1216081" y="4612385"/>
            <a:ext cx="384048" cy="749808"/>
          </a:xfrm>
          <a:prstGeom prst="rect">
            <a:avLst/>
          </a:prstGeom>
          <a:solidFill>
            <a:srgbClr val="EEEFF1"/>
          </a:solidFill>
          <a:ln>
            <a:solidFill>
              <a:schemeClr val="bg1">
                <a:lumMod val="75000"/>
              </a:schemeClr>
            </a:solidFill>
          </a:ln>
        </p:spPr>
        <p:txBody>
          <a:bodyPr wrap="square" lIns="0" tIns="0" rIns="0" bIns="0" rtlCol="0" anchor="ctr"/>
          <a:lstStyle/>
          <a:p>
            <a:pPr marL="0" indent="0" algn="ctr">
              <a:buNone/>
            </a:pPr>
            <a:r>
              <a:rPr lang="en-US" sz="1300" b="1" noProof="0" dirty="0">
                <a:solidFill>
                  <a:srgbClr val="FFFFFF"/>
                </a:solidFill>
              </a:rPr>
              <a:t>04</a:t>
            </a:r>
            <a:endParaRPr lang="en-US" sz="1300" noProof="0" dirty="0"/>
          </a:p>
        </p:txBody>
      </p:sp>
      <p:sp>
        <p:nvSpPr>
          <p:cNvPr id="109" name="Text 21">
            <a:extLst>
              <a:ext uri="{FF2B5EF4-FFF2-40B4-BE49-F238E27FC236}">
                <a16:creationId xmlns:a16="http://schemas.microsoft.com/office/drawing/2014/main" id="{1DEB58A6-2326-AED5-A078-48A0661EFCFE}"/>
              </a:ext>
            </a:extLst>
          </p:cNvPr>
          <p:cNvSpPr/>
          <p:nvPr/>
        </p:nvSpPr>
        <p:spPr>
          <a:xfrm>
            <a:off x="1676539" y="4685537"/>
            <a:ext cx="3611880" cy="310896"/>
          </a:xfrm>
          <a:prstGeom prst="rect">
            <a:avLst/>
          </a:prstGeom>
          <a:solidFill>
            <a:srgbClr val="EEEFF1"/>
          </a:solidFill>
          <a:ln/>
        </p:spPr>
        <p:txBody>
          <a:bodyPr wrap="square" lIns="0" tIns="0" rIns="0" bIns="0" rtlCol="0" anchor="ctr"/>
          <a:lstStyle/>
          <a:p>
            <a:pPr marL="0" indent="0" algn="l">
              <a:buNone/>
            </a:pPr>
            <a:r>
              <a:rPr lang="en-US" sz="1200" b="1" noProof="0" dirty="0">
                <a:solidFill>
                  <a:schemeClr val="tx2">
                    <a:lumMod val="40000"/>
                    <a:lumOff val="60000"/>
                  </a:schemeClr>
                </a:solidFill>
              </a:rPr>
              <a:t>The Data preprocessing pipeline</a:t>
            </a:r>
            <a:endParaRPr lang="en-US" sz="1200" noProof="0" dirty="0">
              <a:solidFill>
                <a:schemeClr val="tx2">
                  <a:lumMod val="40000"/>
                  <a:lumOff val="60000"/>
                </a:schemeClr>
              </a:solidFill>
            </a:endParaRPr>
          </a:p>
        </p:txBody>
      </p:sp>
      <p:sp>
        <p:nvSpPr>
          <p:cNvPr id="110" name="Text 22">
            <a:extLst>
              <a:ext uri="{FF2B5EF4-FFF2-40B4-BE49-F238E27FC236}">
                <a16:creationId xmlns:a16="http://schemas.microsoft.com/office/drawing/2014/main" id="{CF0AED76-472D-8CEB-79E5-C0D422B50B73}"/>
              </a:ext>
            </a:extLst>
          </p:cNvPr>
          <p:cNvSpPr/>
          <p:nvPr/>
        </p:nvSpPr>
        <p:spPr>
          <a:xfrm>
            <a:off x="1676539" y="5014721"/>
            <a:ext cx="3611880" cy="256032"/>
          </a:xfrm>
          <a:prstGeom prst="rect">
            <a:avLst/>
          </a:prstGeom>
          <a:solidFill>
            <a:srgbClr val="EEEFF1"/>
          </a:solidFill>
          <a:ln/>
        </p:spPr>
        <p:txBody>
          <a:bodyPr wrap="square" lIns="0" tIns="0" rIns="0" bIns="0" rtlCol="0" anchor="ctr"/>
          <a:lstStyle/>
          <a:p>
            <a:pPr marL="0" indent="0" algn="l">
              <a:buNone/>
            </a:pPr>
            <a:r>
              <a:rPr lang="en-US" sz="900" noProof="0" dirty="0">
                <a:solidFill>
                  <a:schemeClr val="tx2">
                    <a:lumMod val="40000"/>
                    <a:lumOff val="60000"/>
                  </a:schemeClr>
                </a:solidFill>
              </a:rPr>
              <a:t>Ingest → Clean → Enrich → Deliver</a:t>
            </a:r>
          </a:p>
        </p:txBody>
      </p:sp>
      <p:sp>
        <p:nvSpPr>
          <p:cNvPr id="111" name="Shape 23">
            <a:extLst>
              <a:ext uri="{FF2B5EF4-FFF2-40B4-BE49-F238E27FC236}">
                <a16:creationId xmlns:a16="http://schemas.microsoft.com/office/drawing/2014/main" id="{ADA9D669-644F-9021-EE7F-31E1F94669BD}"/>
              </a:ext>
            </a:extLst>
          </p:cNvPr>
          <p:cNvSpPr/>
          <p:nvPr/>
        </p:nvSpPr>
        <p:spPr>
          <a:xfrm>
            <a:off x="6840914" y="1924049"/>
            <a:ext cx="4206240" cy="749808"/>
          </a:xfrm>
          <a:prstGeom prst="rect">
            <a:avLst/>
          </a:prstGeom>
          <a:solidFill>
            <a:srgbClr val="EEEFF1"/>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13" name="Text 25">
            <a:extLst>
              <a:ext uri="{FF2B5EF4-FFF2-40B4-BE49-F238E27FC236}">
                <a16:creationId xmlns:a16="http://schemas.microsoft.com/office/drawing/2014/main" id="{E8DDCDE0-828D-0704-5060-A61769696FE6}"/>
              </a:ext>
            </a:extLst>
          </p:cNvPr>
          <p:cNvSpPr/>
          <p:nvPr/>
        </p:nvSpPr>
        <p:spPr>
          <a:xfrm>
            <a:off x="6849905" y="1924049"/>
            <a:ext cx="384048" cy="749808"/>
          </a:xfrm>
          <a:prstGeom prst="rect">
            <a:avLst/>
          </a:prstGeom>
          <a:solidFill>
            <a:srgbClr val="EEEFF1"/>
          </a:solidFill>
          <a:ln>
            <a:solidFill>
              <a:schemeClr val="bg1">
                <a:lumMod val="75000"/>
              </a:schemeClr>
            </a:solidFill>
          </a:ln>
        </p:spPr>
        <p:txBody>
          <a:bodyPr wrap="square" lIns="0" tIns="0" rIns="0" bIns="0" rtlCol="0" anchor="ctr"/>
          <a:lstStyle/>
          <a:p>
            <a:pPr marL="0" indent="0" algn="ctr">
              <a:buNone/>
            </a:pPr>
            <a:r>
              <a:rPr lang="en-US" sz="1300" b="1" noProof="0" dirty="0">
                <a:solidFill>
                  <a:srgbClr val="FFFFFF"/>
                </a:solidFill>
              </a:rPr>
              <a:t>05</a:t>
            </a:r>
            <a:endParaRPr lang="en-US" sz="1300" noProof="0" dirty="0"/>
          </a:p>
        </p:txBody>
      </p:sp>
      <p:sp>
        <p:nvSpPr>
          <p:cNvPr id="114" name="Text 26">
            <a:extLst>
              <a:ext uri="{FF2B5EF4-FFF2-40B4-BE49-F238E27FC236}">
                <a16:creationId xmlns:a16="http://schemas.microsoft.com/office/drawing/2014/main" id="{667A3C55-D112-DA2C-3A2B-09214901BDB4}"/>
              </a:ext>
            </a:extLst>
          </p:cNvPr>
          <p:cNvSpPr/>
          <p:nvPr/>
        </p:nvSpPr>
        <p:spPr>
          <a:xfrm>
            <a:off x="7316402" y="1997201"/>
            <a:ext cx="3611880" cy="310896"/>
          </a:xfrm>
          <a:prstGeom prst="rect">
            <a:avLst/>
          </a:prstGeom>
          <a:solidFill>
            <a:srgbClr val="EEEFF1"/>
          </a:solidFill>
          <a:ln/>
        </p:spPr>
        <p:txBody>
          <a:bodyPr wrap="square" lIns="0" tIns="0" rIns="0" bIns="0" rtlCol="0" anchor="ctr"/>
          <a:lstStyle/>
          <a:p>
            <a:pPr marL="0" indent="0" algn="l">
              <a:buNone/>
            </a:pPr>
            <a:r>
              <a:rPr lang="en-US" sz="1200" b="1" noProof="0" dirty="0">
                <a:solidFill>
                  <a:schemeClr val="tx2">
                    <a:lumMod val="40000"/>
                    <a:lumOff val="60000"/>
                  </a:schemeClr>
                </a:solidFill>
              </a:rPr>
              <a:t>Tests , Results &amp; evaluation</a:t>
            </a:r>
            <a:endParaRPr lang="en-US" sz="1200" noProof="0" dirty="0">
              <a:solidFill>
                <a:schemeClr val="tx2">
                  <a:lumMod val="40000"/>
                  <a:lumOff val="60000"/>
                </a:schemeClr>
              </a:solidFill>
            </a:endParaRPr>
          </a:p>
        </p:txBody>
      </p:sp>
      <p:sp>
        <p:nvSpPr>
          <p:cNvPr id="115" name="Text 27">
            <a:extLst>
              <a:ext uri="{FF2B5EF4-FFF2-40B4-BE49-F238E27FC236}">
                <a16:creationId xmlns:a16="http://schemas.microsoft.com/office/drawing/2014/main" id="{C38CC4B5-140D-AB90-98EF-728400110D26}"/>
              </a:ext>
            </a:extLst>
          </p:cNvPr>
          <p:cNvSpPr/>
          <p:nvPr/>
        </p:nvSpPr>
        <p:spPr>
          <a:xfrm>
            <a:off x="7316402" y="2326385"/>
            <a:ext cx="3611880" cy="256032"/>
          </a:xfrm>
          <a:prstGeom prst="rect">
            <a:avLst/>
          </a:prstGeom>
          <a:solidFill>
            <a:srgbClr val="EEEFF1"/>
          </a:solidFill>
          <a:ln/>
        </p:spPr>
        <p:txBody>
          <a:bodyPr wrap="square" lIns="0" tIns="0" rIns="0" bIns="0" rtlCol="0" anchor="ctr"/>
          <a:lstStyle/>
          <a:p>
            <a:pPr marL="0" indent="0" algn="l">
              <a:buNone/>
            </a:pPr>
            <a:r>
              <a:rPr lang="en-US" sz="900" noProof="0" dirty="0">
                <a:solidFill>
                  <a:schemeClr val="tx2">
                    <a:lumMod val="40000"/>
                    <a:lumOff val="60000"/>
                  </a:schemeClr>
                </a:solidFill>
              </a:rPr>
              <a:t>benchmark , concrete numbers</a:t>
            </a:r>
          </a:p>
        </p:txBody>
      </p:sp>
      <p:sp>
        <p:nvSpPr>
          <p:cNvPr id="116" name="Shape 28">
            <a:extLst>
              <a:ext uri="{FF2B5EF4-FFF2-40B4-BE49-F238E27FC236}">
                <a16:creationId xmlns:a16="http://schemas.microsoft.com/office/drawing/2014/main" id="{4CDD6D0A-2BAB-12F6-52DC-85932BF33799}"/>
              </a:ext>
            </a:extLst>
          </p:cNvPr>
          <p:cNvSpPr/>
          <p:nvPr/>
        </p:nvSpPr>
        <p:spPr>
          <a:xfrm>
            <a:off x="6840914" y="2820161"/>
            <a:ext cx="4206240" cy="749808"/>
          </a:xfrm>
          <a:prstGeom prst="rect">
            <a:avLst/>
          </a:prstGeom>
          <a:solidFill>
            <a:srgbClr val="EEEFF1"/>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18" name="Text 30">
            <a:extLst>
              <a:ext uri="{FF2B5EF4-FFF2-40B4-BE49-F238E27FC236}">
                <a16:creationId xmlns:a16="http://schemas.microsoft.com/office/drawing/2014/main" id="{D0007118-514B-3DEA-01A9-E265566DCFE3}"/>
              </a:ext>
            </a:extLst>
          </p:cNvPr>
          <p:cNvSpPr/>
          <p:nvPr/>
        </p:nvSpPr>
        <p:spPr>
          <a:xfrm>
            <a:off x="6849905" y="2820161"/>
            <a:ext cx="384048" cy="749808"/>
          </a:xfrm>
          <a:prstGeom prst="rect">
            <a:avLst/>
          </a:prstGeom>
          <a:solidFill>
            <a:srgbClr val="EEEFF1"/>
          </a:solidFill>
          <a:ln>
            <a:solidFill>
              <a:schemeClr val="bg1">
                <a:lumMod val="75000"/>
              </a:schemeClr>
            </a:solidFill>
          </a:ln>
        </p:spPr>
        <p:txBody>
          <a:bodyPr wrap="square" lIns="0" tIns="0" rIns="0" bIns="0" rtlCol="0" anchor="ctr"/>
          <a:lstStyle/>
          <a:p>
            <a:pPr marL="0" indent="0" algn="ctr">
              <a:buNone/>
            </a:pPr>
            <a:r>
              <a:rPr lang="en-US" sz="1300" b="1" noProof="0" dirty="0">
                <a:solidFill>
                  <a:srgbClr val="FFFFFF"/>
                </a:solidFill>
              </a:rPr>
              <a:t>06</a:t>
            </a:r>
            <a:endParaRPr lang="en-US" sz="1300" noProof="0" dirty="0"/>
          </a:p>
        </p:txBody>
      </p:sp>
      <p:sp>
        <p:nvSpPr>
          <p:cNvPr id="119" name="Text 31">
            <a:extLst>
              <a:ext uri="{FF2B5EF4-FFF2-40B4-BE49-F238E27FC236}">
                <a16:creationId xmlns:a16="http://schemas.microsoft.com/office/drawing/2014/main" id="{ABB4C9D5-B3C6-4898-1413-E9E38DF3D21D}"/>
              </a:ext>
            </a:extLst>
          </p:cNvPr>
          <p:cNvSpPr/>
          <p:nvPr/>
        </p:nvSpPr>
        <p:spPr>
          <a:xfrm>
            <a:off x="7316402" y="2893313"/>
            <a:ext cx="3611880" cy="310896"/>
          </a:xfrm>
          <a:prstGeom prst="rect">
            <a:avLst/>
          </a:prstGeom>
          <a:solidFill>
            <a:srgbClr val="EEEFF1"/>
          </a:solidFill>
          <a:ln/>
        </p:spPr>
        <p:txBody>
          <a:bodyPr wrap="square" lIns="0" tIns="0" rIns="0" bIns="0" rtlCol="0" anchor="ctr"/>
          <a:lstStyle/>
          <a:p>
            <a:pPr marL="0" indent="0" algn="l">
              <a:buNone/>
            </a:pPr>
            <a:r>
              <a:rPr lang="en-US" sz="1200" b="1" noProof="0" dirty="0">
                <a:solidFill>
                  <a:schemeClr val="tx2">
                    <a:lumMod val="40000"/>
                    <a:lumOff val="60000"/>
                  </a:schemeClr>
                </a:solidFill>
              </a:rPr>
              <a:t>Challenges encountered</a:t>
            </a:r>
            <a:endParaRPr lang="en-US" sz="1200" noProof="0" dirty="0">
              <a:solidFill>
                <a:schemeClr val="tx2">
                  <a:lumMod val="40000"/>
                  <a:lumOff val="60000"/>
                </a:schemeClr>
              </a:solidFill>
            </a:endParaRPr>
          </a:p>
        </p:txBody>
      </p:sp>
      <p:sp>
        <p:nvSpPr>
          <p:cNvPr id="120" name="Text 32">
            <a:extLst>
              <a:ext uri="{FF2B5EF4-FFF2-40B4-BE49-F238E27FC236}">
                <a16:creationId xmlns:a16="http://schemas.microsoft.com/office/drawing/2014/main" id="{C1F828F7-79C4-950F-F00F-BB8E7F35403F}"/>
              </a:ext>
            </a:extLst>
          </p:cNvPr>
          <p:cNvSpPr/>
          <p:nvPr/>
        </p:nvSpPr>
        <p:spPr>
          <a:xfrm>
            <a:off x="7316402" y="3222497"/>
            <a:ext cx="3611880" cy="256032"/>
          </a:xfrm>
          <a:prstGeom prst="rect">
            <a:avLst/>
          </a:prstGeom>
          <a:solidFill>
            <a:srgbClr val="EEEFF1"/>
          </a:solidFill>
          <a:ln/>
        </p:spPr>
        <p:txBody>
          <a:bodyPr wrap="square" lIns="0" tIns="0" rIns="0" bIns="0" rtlCol="0" anchor="ctr"/>
          <a:lstStyle/>
          <a:p>
            <a:pPr marL="0" indent="0" algn="l">
              <a:buNone/>
            </a:pPr>
            <a:r>
              <a:rPr lang="en-US" sz="900" noProof="0" dirty="0">
                <a:solidFill>
                  <a:schemeClr val="tx2">
                    <a:lumMod val="40000"/>
                    <a:lumOff val="60000"/>
                  </a:schemeClr>
                </a:solidFill>
              </a:rPr>
              <a:t>Concrete technical challenges</a:t>
            </a:r>
          </a:p>
        </p:txBody>
      </p:sp>
      <p:sp>
        <p:nvSpPr>
          <p:cNvPr id="121" name="Shape 33">
            <a:extLst>
              <a:ext uri="{FF2B5EF4-FFF2-40B4-BE49-F238E27FC236}">
                <a16:creationId xmlns:a16="http://schemas.microsoft.com/office/drawing/2014/main" id="{9EC97A8C-2564-260F-1FC7-A7243F8C682E}"/>
              </a:ext>
            </a:extLst>
          </p:cNvPr>
          <p:cNvSpPr/>
          <p:nvPr/>
        </p:nvSpPr>
        <p:spPr>
          <a:xfrm>
            <a:off x="6840914" y="3716273"/>
            <a:ext cx="4206240" cy="749808"/>
          </a:xfrm>
          <a:prstGeom prst="rect">
            <a:avLst/>
          </a:prstGeom>
          <a:solidFill>
            <a:srgbClr val="EEEFF1"/>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23" name="Text 35">
            <a:extLst>
              <a:ext uri="{FF2B5EF4-FFF2-40B4-BE49-F238E27FC236}">
                <a16:creationId xmlns:a16="http://schemas.microsoft.com/office/drawing/2014/main" id="{D1823E58-4915-967C-B870-8B75CC414A42}"/>
              </a:ext>
            </a:extLst>
          </p:cNvPr>
          <p:cNvSpPr/>
          <p:nvPr/>
        </p:nvSpPr>
        <p:spPr>
          <a:xfrm>
            <a:off x="6849905" y="3708567"/>
            <a:ext cx="384048" cy="749808"/>
          </a:xfrm>
          <a:prstGeom prst="rect">
            <a:avLst/>
          </a:prstGeom>
          <a:solidFill>
            <a:srgbClr val="EEEFF1"/>
          </a:solidFill>
          <a:ln>
            <a:solidFill>
              <a:schemeClr val="bg1">
                <a:lumMod val="75000"/>
              </a:schemeClr>
            </a:solidFill>
          </a:ln>
        </p:spPr>
        <p:txBody>
          <a:bodyPr wrap="square" lIns="0" tIns="0" rIns="0" bIns="0" rtlCol="0" anchor="ctr"/>
          <a:lstStyle/>
          <a:p>
            <a:pPr marL="0" indent="0" algn="ctr">
              <a:buNone/>
            </a:pPr>
            <a:r>
              <a:rPr lang="en-US" sz="1300" b="1" noProof="0" dirty="0">
                <a:solidFill>
                  <a:srgbClr val="FFFFFF"/>
                </a:solidFill>
              </a:rPr>
              <a:t>07</a:t>
            </a:r>
            <a:endParaRPr lang="en-US" sz="1300" noProof="0" dirty="0"/>
          </a:p>
        </p:txBody>
      </p:sp>
      <p:sp>
        <p:nvSpPr>
          <p:cNvPr id="124" name="Text 36">
            <a:extLst>
              <a:ext uri="{FF2B5EF4-FFF2-40B4-BE49-F238E27FC236}">
                <a16:creationId xmlns:a16="http://schemas.microsoft.com/office/drawing/2014/main" id="{A7A3EECB-00B3-B415-CC91-5312D9E40B8E}"/>
              </a:ext>
            </a:extLst>
          </p:cNvPr>
          <p:cNvSpPr/>
          <p:nvPr/>
        </p:nvSpPr>
        <p:spPr>
          <a:xfrm>
            <a:off x="7316402" y="3789425"/>
            <a:ext cx="3611880" cy="310896"/>
          </a:xfrm>
          <a:prstGeom prst="rect">
            <a:avLst/>
          </a:prstGeom>
          <a:solidFill>
            <a:srgbClr val="EEEFF1"/>
          </a:solidFill>
          <a:ln/>
        </p:spPr>
        <p:txBody>
          <a:bodyPr wrap="square" lIns="0" tIns="0" rIns="0" bIns="0" rtlCol="0" anchor="ctr"/>
          <a:lstStyle/>
          <a:p>
            <a:pPr marL="0" indent="0" algn="l">
              <a:buNone/>
            </a:pPr>
            <a:r>
              <a:rPr lang="en-US" sz="1200" b="1" noProof="0" dirty="0">
                <a:solidFill>
                  <a:schemeClr val="tx2">
                    <a:lumMod val="40000"/>
                    <a:lumOff val="60000"/>
                  </a:schemeClr>
                </a:solidFill>
              </a:rPr>
              <a:t>Next Steps &amp; Perspectives</a:t>
            </a:r>
            <a:endParaRPr lang="en-US" sz="1200" noProof="0" dirty="0">
              <a:solidFill>
                <a:schemeClr val="tx2">
                  <a:lumMod val="40000"/>
                  <a:lumOff val="60000"/>
                </a:schemeClr>
              </a:solidFill>
            </a:endParaRPr>
          </a:p>
        </p:txBody>
      </p:sp>
      <p:sp>
        <p:nvSpPr>
          <p:cNvPr id="125" name="Text 37">
            <a:extLst>
              <a:ext uri="{FF2B5EF4-FFF2-40B4-BE49-F238E27FC236}">
                <a16:creationId xmlns:a16="http://schemas.microsoft.com/office/drawing/2014/main" id="{1550D1C1-1904-DE28-686D-9E00572F9B5F}"/>
              </a:ext>
            </a:extLst>
          </p:cNvPr>
          <p:cNvSpPr/>
          <p:nvPr/>
        </p:nvSpPr>
        <p:spPr>
          <a:xfrm>
            <a:off x="7316402" y="4118609"/>
            <a:ext cx="3611880" cy="256032"/>
          </a:xfrm>
          <a:prstGeom prst="rect">
            <a:avLst/>
          </a:prstGeom>
          <a:solidFill>
            <a:srgbClr val="EEEFF1"/>
          </a:solidFill>
          <a:ln/>
        </p:spPr>
        <p:txBody>
          <a:bodyPr wrap="square" lIns="0" tIns="0" rIns="0" bIns="0" rtlCol="0" anchor="ctr"/>
          <a:lstStyle/>
          <a:p>
            <a:pPr marL="0" indent="0" algn="l">
              <a:buNone/>
            </a:pPr>
            <a:r>
              <a:rPr lang="en-US" sz="900" noProof="0" dirty="0">
                <a:solidFill>
                  <a:schemeClr val="tx2">
                    <a:lumMod val="40000"/>
                    <a:lumOff val="60000"/>
                  </a:schemeClr>
                </a:solidFill>
              </a:rPr>
              <a:t>What remains and how to get there</a:t>
            </a:r>
          </a:p>
        </p:txBody>
      </p:sp>
      <p:sp>
        <p:nvSpPr>
          <p:cNvPr id="126" name="Shape 38">
            <a:extLst>
              <a:ext uri="{FF2B5EF4-FFF2-40B4-BE49-F238E27FC236}">
                <a16:creationId xmlns:a16="http://schemas.microsoft.com/office/drawing/2014/main" id="{D378D768-A30C-85D6-3405-09530A1559CE}"/>
              </a:ext>
            </a:extLst>
          </p:cNvPr>
          <p:cNvSpPr/>
          <p:nvPr/>
        </p:nvSpPr>
        <p:spPr>
          <a:xfrm>
            <a:off x="6840914" y="4612385"/>
            <a:ext cx="4206240" cy="749808"/>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27" name="Shape 39">
            <a:extLst>
              <a:ext uri="{FF2B5EF4-FFF2-40B4-BE49-F238E27FC236}">
                <a16:creationId xmlns:a16="http://schemas.microsoft.com/office/drawing/2014/main" id="{6985CD69-815C-E065-45C6-456091487038}"/>
              </a:ext>
            </a:extLst>
          </p:cNvPr>
          <p:cNvSpPr/>
          <p:nvPr/>
        </p:nvSpPr>
        <p:spPr>
          <a:xfrm>
            <a:off x="6840914" y="4612385"/>
            <a:ext cx="384048" cy="749808"/>
          </a:xfrm>
          <a:prstGeom prst="rect">
            <a:avLst/>
          </a:prstGeom>
          <a:solidFill>
            <a:srgbClr val="425A78"/>
          </a:solidFill>
          <a:ln w="12700">
            <a:solidFill>
              <a:srgbClr val="425A78"/>
            </a:solidFill>
            <a:prstDash val="solid"/>
          </a:ln>
        </p:spPr>
        <p:txBody>
          <a:bodyPr/>
          <a:lstStyle/>
          <a:p>
            <a:endParaRPr lang="en-US" noProof="0" dirty="0"/>
          </a:p>
        </p:txBody>
      </p:sp>
      <p:sp>
        <p:nvSpPr>
          <p:cNvPr id="128" name="Text 40">
            <a:extLst>
              <a:ext uri="{FF2B5EF4-FFF2-40B4-BE49-F238E27FC236}">
                <a16:creationId xmlns:a16="http://schemas.microsoft.com/office/drawing/2014/main" id="{5444CBA4-5BFB-C84C-D71C-AC911F38ADF4}"/>
              </a:ext>
            </a:extLst>
          </p:cNvPr>
          <p:cNvSpPr/>
          <p:nvPr/>
        </p:nvSpPr>
        <p:spPr>
          <a:xfrm>
            <a:off x="6840914" y="4612385"/>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08</a:t>
            </a:r>
            <a:endParaRPr lang="en-US" sz="1300" noProof="0" dirty="0"/>
          </a:p>
        </p:txBody>
      </p:sp>
      <p:sp>
        <p:nvSpPr>
          <p:cNvPr id="129" name="Text 41">
            <a:extLst>
              <a:ext uri="{FF2B5EF4-FFF2-40B4-BE49-F238E27FC236}">
                <a16:creationId xmlns:a16="http://schemas.microsoft.com/office/drawing/2014/main" id="{AD880A33-55E9-14A1-8E76-5845CBD8E350}"/>
              </a:ext>
            </a:extLst>
          </p:cNvPr>
          <p:cNvSpPr/>
          <p:nvPr/>
        </p:nvSpPr>
        <p:spPr>
          <a:xfrm>
            <a:off x="7316402" y="4685537"/>
            <a:ext cx="3611880" cy="310896"/>
          </a:xfrm>
          <a:prstGeom prst="rect">
            <a:avLst/>
          </a:prstGeom>
          <a:noFill/>
          <a:ln/>
        </p:spPr>
        <p:txBody>
          <a:bodyPr wrap="square" lIns="0" tIns="0" rIns="0" bIns="0" rtlCol="0" anchor="ctr"/>
          <a:lstStyle/>
          <a:p>
            <a:pPr marL="0" indent="0" algn="l">
              <a:buNone/>
            </a:pPr>
            <a:r>
              <a:rPr lang="en-US" sz="1200" b="1" noProof="0" dirty="0">
                <a:solidFill>
                  <a:srgbClr val="1B2A3B"/>
                </a:solidFill>
              </a:rPr>
              <a:t>Q&amp;A</a:t>
            </a:r>
            <a:endParaRPr lang="en-US" sz="1200" noProof="0" dirty="0"/>
          </a:p>
        </p:txBody>
      </p:sp>
      <p:sp>
        <p:nvSpPr>
          <p:cNvPr id="130" name="Text 42">
            <a:extLst>
              <a:ext uri="{FF2B5EF4-FFF2-40B4-BE49-F238E27FC236}">
                <a16:creationId xmlns:a16="http://schemas.microsoft.com/office/drawing/2014/main" id="{12B1BB07-D4FF-E5F0-0A3D-A6E052DC35A0}"/>
              </a:ext>
            </a:extLst>
          </p:cNvPr>
          <p:cNvSpPr/>
          <p:nvPr/>
        </p:nvSpPr>
        <p:spPr>
          <a:xfrm>
            <a:off x="7316402" y="5014721"/>
            <a:ext cx="3611880" cy="256032"/>
          </a:xfrm>
          <a:prstGeom prst="rect">
            <a:avLst/>
          </a:prstGeom>
          <a:noFill/>
          <a:ln/>
        </p:spPr>
        <p:txBody>
          <a:bodyPr wrap="square" lIns="0" tIns="0" rIns="0" bIns="0" rtlCol="0" anchor="ctr"/>
          <a:lstStyle/>
          <a:p>
            <a:pPr marL="0" indent="0" algn="l">
              <a:buNone/>
            </a:pPr>
            <a:r>
              <a:rPr lang="en-US" sz="900" noProof="0" dirty="0">
                <a:solidFill>
                  <a:srgbClr val="64748B"/>
                </a:solidFill>
              </a:rPr>
              <a:t>Open discussion</a:t>
            </a:r>
            <a:endParaRPr lang="en-US" sz="900" noProof="0" dirty="0"/>
          </a:p>
        </p:txBody>
      </p:sp>
      <p:sp>
        <p:nvSpPr>
          <p:cNvPr id="2" name="Slide Number Placeholder 1">
            <a:extLst>
              <a:ext uri="{FF2B5EF4-FFF2-40B4-BE49-F238E27FC236}">
                <a16:creationId xmlns:a16="http://schemas.microsoft.com/office/drawing/2014/main" id="{9F5EE4CD-0FE5-1107-E5D3-1E86F610110A}"/>
              </a:ext>
            </a:extLst>
          </p:cNvPr>
          <p:cNvSpPr>
            <a:spLocks noGrp="1"/>
          </p:cNvSpPr>
          <p:nvPr>
            <p:ph type="sldNum" sz="quarter" idx="11"/>
          </p:nvPr>
        </p:nvSpPr>
        <p:spPr/>
        <p:txBody>
          <a:bodyPr/>
          <a:lstStyle/>
          <a:p>
            <a:fld id="{40A7B169-58CE-4E65-B1F9-ACF9E46440C2}" type="slidenum">
              <a:rPr lang="en-US" noProof="0" smtClean="0"/>
              <a:t>68</a:t>
            </a:fld>
            <a:endParaRPr lang="en-US" noProof="0" dirty="0"/>
          </a:p>
        </p:txBody>
      </p:sp>
      <p:sp>
        <p:nvSpPr>
          <p:cNvPr id="5" name="Text 6">
            <a:extLst>
              <a:ext uri="{FF2B5EF4-FFF2-40B4-BE49-F238E27FC236}">
                <a16:creationId xmlns:a16="http://schemas.microsoft.com/office/drawing/2014/main" id="{B6840AAA-0A5B-1588-7909-CFF472D31132}"/>
              </a:ext>
            </a:extLst>
          </p:cNvPr>
          <p:cNvSpPr/>
          <p:nvPr/>
        </p:nvSpPr>
        <p:spPr>
          <a:xfrm>
            <a:off x="1692451" y="1997265"/>
            <a:ext cx="3611880" cy="310896"/>
          </a:xfrm>
          <a:prstGeom prst="rect">
            <a:avLst/>
          </a:prstGeom>
          <a:solidFill>
            <a:srgbClr val="EEEFF1"/>
          </a:solidFill>
          <a:ln/>
        </p:spPr>
        <p:txBody>
          <a:bodyPr wrap="square" lIns="0" tIns="0" rIns="0" bIns="0" rtlCol="0" anchor="ctr"/>
          <a:lstStyle/>
          <a:p>
            <a:pPr marL="0" indent="0" algn="l">
              <a:buNone/>
            </a:pPr>
            <a:r>
              <a:rPr lang="en-US" sz="1200" b="1" noProof="0" dirty="0">
                <a:solidFill>
                  <a:schemeClr val="tx2">
                    <a:lumMod val="40000"/>
                    <a:lumOff val="60000"/>
                  </a:schemeClr>
                </a:solidFill>
              </a:rPr>
              <a:t>Project context </a:t>
            </a:r>
            <a:endParaRPr lang="en-US" sz="1200" noProof="0" dirty="0">
              <a:solidFill>
                <a:schemeClr val="tx2">
                  <a:lumMod val="40000"/>
                  <a:lumOff val="60000"/>
                </a:schemeClr>
              </a:solidFill>
            </a:endParaRPr>
          </a:p>
        </p:txBody>
      </p:sp>
      <p:sp>
        <p:nvSpPr>
          <p:cNvPr id="6" name="Text 7">
            <a:extLst>
              <a:ext uri="{FF2B5EF4-FFF2-40B4-BE49-F238E27FC236}">
                <a16:creationId xmlns:a16="http://schemas.microsoft.com/office/drawing/2014/main" id="{D318C63A-B8A7-B397-A3AC-D6618810E2B8}"/>
              </a:ext>
            </a:extLst>
          </p:cNvPr>
          <p:cNvSpPr/>
          <p:nvPr/>
        </p:nvSpPr>
        <p:spPr>
          <a:xfrm>
            <a:off x="1692451" y="2308161"/>
            <a:ext cx="3611880" cy="256032"/>
          </a:xfrm>
          <a:prstGeom prst="rect">
            <a:avLst/>
          </a:prstGeom>
          <a:solidFill>
            <a:srgbClr val="EEEFF1"/>
          </a:solidFill>
          <a:ln/>
        </p:spPr>
        <p:txBody>
          <a:bodyPr wrap="square" lIns="0" tIns="0" rIns="0" bIns="0" rtlCol="0" anchor="ctr"/>
          <a:lstStyle/>
          <a:p>
            <a:pPr marL="0" indent="0" algn="l">
              <a:buNone/>
            </a:pPr>
            <a:r>
              <a:rPr lang="en-US" sz="900" noProof="0" dirty="0">
                <a:solidFill>
                  <a:schemeClr val="tx2">
                    <a:lumMod val="40000"/>
                    <a:lumOff val="60000"/>
                  </a:schemeClr>
                </a:solidFill>
              </a:rPr>
              <a:t>The daily problem it solves</a:t>
            </a:r>
          </a:p>
        </p:txBody>
      </p:sp>
    </p:spTree>
    <p:extLst>
      <p:ext uri="{BB962C8B-B14F-4D97-AF65-F5344CB8AC3E}">
        <p14:creationId xmlns:p14="http://schemas.microsoft.com/office/powerpoint/2010/main" val="150095215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17261-908C-3B84-72DC-19948C50DEAB}"/>
            </a:ext>
          </a:extLst>
        </p:cNvPr>
        <p:cNvGrpSpPr/>
        <p:nvPr/>
      </p:nvGrpSpPr>
      <p:grpSpPr>
        <a:xfrm>
          <a:off x="0" y="0"/>
          <a:ext cx="0" cy="0"/>
          <a:chOff x="0" y="0"/>
          <a:chExt cx="0" cy="0"/>
        </a:xfrm>
      </p:grpSpPr>
      <p:sp>
        <p:nvSpPr>
          <p:cNvPr id="300" name="BgFull"/>
          <p:cNvSpPr/>
          <p:nvPr/>
        </p:nvSpPr>
        <p:spPr>
          <a:xfrm>
            <a:off x="0" y="0"/>
            <a:ext cx="12192000" cy="6858000"/>
          </a:xfrm>
          <a:prstGeom prst="rect">
            <a:avLst/>
          </a:prstGeom>
          <a:solidFill>
            <a:srgbClr val="0D1B3E"/>
          </a:solidFill>
          <a:ln>
            <a:noFill/>
          </a:ln>
        </p:spPr>
        <p:txBody>
          <a:bodyPr/>
          <a:lstStyle/>
          <a:p>
            <a:endParaRPr lang="en-US" noProof="0" dirty="0"/>
          </a:p>
        </p:txBody>
      </p:sp>
      <p:sp>
        <p:nvSpPr>
          <p:cNvPr id="301" name="YellowBar"/>
          <p:cNvSpPr/>
          <p:nvPr/>
        </p:nvSpPr>
        <p:spPr>
          <a:xfrm>
            <a:off x="304800" y="304800"/>
            <a:ext cx="114300" cy="6248400"/>
          </a:xfrm>
          <a:prstGeom prst="rect">
            <a:avLst/>
          </a:prstGeom>
          <a:solidFill>
            <a:srgbClr val="FFC107"/>
          </a:solidFill>
          <a:ln>
            <a:noFill/>
          </a:ln>
        </p:spPr>
        <p:txBody>
          <a:bodyPr/>
          <a:lstStyle/>
          <a:p>
            <a:endParaRPr lang="en-US" noProof="0" dirty="0"/>
          </a:p>
        </p:txBody>
      </p:sp>
      <p:sp>
        <p:nvSpPr>
          <p:cNvPr id="302" name="CircleBig"/>
          <p:cNvSpPr/>
          <p:nvPr/>
        </p:nvSpPr>
        <p:spPr>
          <a:xfrm>
            <a:off x="8534400" y="-1143000"/>
            <a:ext cx="4800600" cy="4800600"/>
          </a:xfrm>
          <a:prstGeom prst="ellipse">
            <a:avLst/>
          </a:prstGeom>
          <a:solidFill>
            <a:srgbClr val="3CB4E6">
              <a:alpha val="7000"/>
            </a:srgbClr>
          </a:solidFill>
          <a:ln>
            <a:noFill/>
          </a:ln>
        </p:spPr>
        <p:txBody>
          <a:bodyPr/>
          <a:lstStyle/>
          <a:p>
            <a:endParaRPr lang="en-US" noProof="0" dirty="0"/>
          </a:p>
        </p:txBody>
      </p:sp>
      <p:sp>
        <p:nvSpPr>
          <p:cNvPr id="303" name="DotYellow"/>
          <p:cNvSpPr/>
          <p:nvPr/>
        </p:nvSpPr>
        <p:spPr>
          <a:xfrm>
            <a:off x="10515600" y="4114800"/>
            <a:ext cx="457200" cy="457200"/>
          </a:xfrm>
          <a:prstGeom prst="ellipse">
            <a:avLst/>
          </a:prstGeom>
          <a:solidFill>
            <a:srgbClr val="FFC107">
              <a:alpha val="35000"/>
            </a:srgbClr>
          </a:solidFill>
          <a:ln>
            <a:noFill/>
          </a:ln>
        </p:spPr>
        <p:txBody>
          <a:bodyPr/>
          <a:lstStyle/>
          <a:p>
            <a:endParaRPr lang="en-US" noProof="0" dirty="0"/>
          </a:p>
        </p:txBody>
      </p:sp>
      <p:sp>
        <p:nvSpPr>
          <p:cNvPr id="304" name="HLine"/>
          <p:cNvSpPr/>
          <p:nvPr/>
        </p:nvSpPr>
        <p:spPr>
          <a:xfrm>
            <a:off x="747304" y="5937974"/>
            <a:ext cx="3962400" cy="38100"/>
          </a:xfrm>
          <a:prstGeom prst="rect">
            <a:avLst/>
          </a:prstGeom>
          <a:solidFill>
            <a:srgbClr val="3CB4E6"/>
          </a:solidFill>
          <a:ln>
            <a:noFill/>
          </a:ln>
        </p:spPr>
        <p:txBody>
          <a:bodyPr/>
          <a:lstStyle/>
          <a:p>
            <a:endParaRPr lang="en-US" noProof="0" dirty="0"/>
          </a:p>
        </p:txBody>
      </p:sp>
      <p:sp>
        <p:nvSpPr>
          <p:cNvPr id="305" name="Qtxt"/>
          <p:cNvSpPr/>
          <p:nvPr/>
        </p:nvSpPr>
        <p:spPr>
          <a:xfrm>
            <a:off x="586195" y="3994574"/>
            <a:ext cx="2133600" cy="1981200"/>
          </a:xfrm>
          <a:prstGeom prst="rect">
            <a:avLst/>
          </a:prstGeom>
          <a:noFill/>
          <a:ln>
            <a:noFill/>
          </a:ln>
        </p:spPr>
        <p:txBody>
          <a:bodyPr wrap="square" lIns="91440" tIns="91440" rIns="91440" bIns="91440" rtlCol="0" anchor="ctr"/>
          <a:lstStyle/>
          <a:p>
            <a:pPr algn="l">
              <a:buNone/>
            </a:pPr>
            <a:r>
              <a:rPr lang="en-US" sz="9000" b="1" noProof="0" dirty="0">
                <a:solidFill>
                  <a:srgbClr val="FFFFFF"/>
                </a:solidFill>
              </a:rPr>
              <a:t>Q</a:t>
            </a:r>
          </a:p>
        </p:txBody>
      </p:sp>
      <p:sp>
        <p:nvSpPr>
          <p:cNvPr id="306" name="Amptxt"/>
          <p:cNvSpPr/>
          <p:nvPr/>
        </p:nvSpPr>
        <p:spPr>
          <a:xfrm>
            <a:off x="2110195" y="4003041"/>
            <a:ext cx="1143000" cy="1981200"/>
          </a:xfrm>
          <a:prstGeom prst="rect">
            <a:avLst/>
          </a:prstGeom>
          <a:noFill/>
          <a:ln>
            <a:noFill/>
          </a:ln>
        </p:spPr>
        <p:txBody>
          <a:bodyPr wrap="square" lIns="91440" tIns="91440" rIns="91440" bIns="91440" rtlCol="0" anchor="ctr"/>
          <a:lstStyle/>
          <a:p>
            <a:pPr algn="l">
              <a:buNone/>
            </a:pPr>
            <a:r>
              <a:rPr lang="en-US" sz="9000" b="1" noProof="0" dirty="0">
                <a:solidFill>
                  <a:srgbClr val="3CB4E6"/>
                </a:solidFill>
              </a:rPr>
              <a:t>&amp;</a:t>
            </a:r>
          </a:p>
        </p:txBody>
      </p:sp>
      <p:sp>
        <p:nvSpPr>
          <p:cNvPr id="307" name="Atxt"/>
          <p:cNvSpPr/>
          <p:nvPr/>
        </p:nvSpPr>
        <p:spPr>
          <a:xfrm>
            <a:off x="3520195" y="3994574"/>
            <a:ext cx="2133600" cy="1981200"/>
          </a:xfrm>
          <a:prstGeom prst="rect">
            <a:avLst/>
          </a:prstGeom>
          <a:noFill/>
          <a:ln>
            <a:noFill/>
          </a:ln>
        </p:spPr>
        <p:txBody>
          <a:bodyPr wrap="square" lIns="91440" tIns="91440" rIns="91440" bIns="91440" rtlCol="0" anchor="ctr"/>
          <a:lstStyle/>
          <a:p>
            <a:pPr algn="l">
              <a:buNone/>
            </a:pPr>
            <a:r>
              <a:rPr lang="en-US" sz="9000" b="1" noProof="0" dirty="0">
                <a:solidFill>
                  <a:srgbClr val="FFFFFF"/>
                </a:solidFill>
              </a:rPr>
              <a:t>A</a:t>
            </a:r>
          </a:p>
        </p:txBody>
      </p:sp>
      <p:sp>
        <p:nvSpPr>
          <p:cNvPr id="308" name="Sub"/>
          <p:cNvSpPr/>
          <p:nvPr/>
        </p:nvSpPr>
        <p:spPr>
          <a:xfrm>
            <a:off x="747304" y="5975774"/>
            <a:ext cx="5486400" cy="419100"/>
          </a:xfrm>
          <a:prstGeom prst="rect">
            <a:avLst/>
          </a:prstGeom>
          <a:noFill/>
          <a:ln>
            <a:noFill/>
          </a:ln>
        </p:spPr>
        <p:txBody>
          <a:bodyPr wrap="square" lIns="91440" tIns="91440" rIns="91440" bIns="91440" rtlCol="0" anchor="ctr"/>
          <a:lstStyle/>
          <a:p>
            <a:pPr algn="l">
              <a:buNone/>
            </a:pPr>
            <a:r>
              <a:rPr lang="en-US" sz="2200" i="1" noProof="0" dirty="0">
                <a:solidFill>
                  <a:srgbClr val="3CB4E6"/>
                </a:solidFill>
              </a:rPr>
              <a:t>Open Discussion</a:t>
            </a:r>
          </a:p>
        </p:txBody>
      </p:sp>
      <p:pic>
        <p:nvPicPr>
          <p:cNvPr id="2" name="20260518-1321-48.5830324">
            <a:hlinkClick r:id="" action="ppaction://media"/>
            <a:extLst>
              <a:ext uri="{FF2B5EF4-FFF2-40B4-BE49-F238E27FC236}">
                <a16:creationId xmlns:a16="http://schemas.microsoft.com/office/drawing/2014/main" id="{6DA9F271-65B7-65C2-FD9C-5A8FFA6EF6AD}"/>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723900" y="1066385"/>
            <a:ext cx="5799909" cy="2866726"/>
          </a:xfrm>
          <a:prstGeom prst="rect">
            <a:avLst/>
          </a:prstGeom>
        </p:spPr>
      </p:pic>
      <p:sp>
        <p:nvSpPr>
          <p:cNvPr id="4" name="TextBox 3">
            <a:extLst>
              <a:ext uri="{FF2B5EF4-FFF2-40B4-BE49-F238E27FC236}">
                <a16:creationId xmlns:a16="http://schemas.microsoft.com/office/drawing/2014/main" id="{99F8F01B-4979-FBDD-23BB-82054F06335A}"/>
              </a:ext>
            </a:extLst>
          </p:cNvPr>
          <p:cNvSpPr txBox="1"/>
          <p:nvPr/>
        </p:nvSpPr>
        <p:spPr>
          <a:xfrm>
            <a:off x="586195" y="418593"/>
            <a:ext cx="6842760" cy="369332"/>
          </a:xfrm>
          <a:prstGeom prst="rect">
            <a:avLst/>
          </a:prstGeom>
          <a:noFill/>
        </p:spPr>
        <p:txBody>
          <a:bodyPr wrap="square">
            <a:spAutoFit/>
          </a:bodyPr>
          <a:lstStyle/>
          <a:p>
            <a:r>
              <a:rPr lang="en-US" noProof="0" dirty="0">
                <a:solidFill>
                  <a:schemeClr val="bg1"/>
                </a:solidFill>
                <a:hlinkClick r:id="rId6"/>
              </a:rPr>
              <a:t>https://stmicroelectronics.sharepoint.com/sites/AIAcademy</a:t>
            </a:r>
            <a:endParaRPr lang="en-US" noProof="0" dirty="0">
              <a:solidFill>
                <a:schemeClr val="bg1"/>
              </a:solidFill>
            </a:endParaRPr>
          </a:p>
        </p:txBody>
      </p:sp>
    </p:spTree>
    <p:extLst>
      <p:ext uri="{BB962C8B-B14F-4D97-AF65-F5344CB8AC3E}">
        <p14:creationId xmlns:p14="http://schemas.microsoft.com/office/powerpoint/2010/main" val="3906660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533"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2BF0139B-0BEB-449C-B1F7-80D4F54F3FC1}"/>
              </a:ext>
            </a:extLst>
          </p:cNvPr>
          <p:cNvGrpSpPr/>
          <p:nvPr/>
        </p:nvGrpSpPr>
        <p:grpSpPr>
          <a:xfrm>
            <a:off x="4688541" y="0"/>
            <a:ext cx="7503459" cy="6858000"/>
            <a:chOff x="4688541" y="0"/>
            <a:chExt cx="7503459" cy="6858000"/>
          </a:xfrm>
        </p:grpSpPr>
        <p:pic>
          <p:nvPicPr>
            <p:cNvPr id="4" name="Picture 3">
              <a:extLst>
                <a:ext uri="{FF2B5EF4-FFF2-40B4-BE49-F238E27FC236}">
                  <a16:creationId xmlns:a16="http://schemas.microsoft.com/office/drawing/2014/main" id="{55975067-3004-4E25-8B69-CACB0B1963BA}"/>
                </a:ext>
              </a:extLst>
            </p:cNvPr>
            <p:cNvPicPr>
              <a:picLocks noChangeAspect="1"/>
            </p:cNvPicPr>
            <p:nvPr/>
          </p:nvPicPr>
          <p:blipFill>
            <a:blip r:embed="rId3"/>
            <a:stretch>
              <a:fillRect/>
            </a:stretch>
          </p:blipFill>
          <p:spPr>
            <a:xfrm>
              <a:off x="4688541" y="0"/>
              <a:ext cx="7503459" cy="6858000"/>
            </a:xfrm>
            <a:prstGeom prst="rect">
              <a:avLst/>
            </a:prstGeom>
          </p:spPr>
        </p:pic>
        <p:sp>
          <p:nvSpPr>
            <p:cNvPr id="11" name="Rectangle 10">
              <a:extLst>
                <a:ext uri="{FF2B5EF4-FFF2-40B4-BE49-F238E27FC236}">
                  <a16:creationId xmlns:a16="http://schemas.microsoft.com/office/drawing/2014/main" id="{1C8AF24E-0C24-4EB7-8B46-271260356B65}"/>
                </a:ext>
              </a:extLst>
            </p:cNvPr>
            <p:cNvSpPr/>
            <p:nvPr/>
          </p:nvSpPr>
          <p:spPr>
            <a:xfrm>
              <a:off x="11640457" y="0"/>
              <a:ext cx="551543"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4" name="TextBox 13">
            <a:extLst>
              <a:ext uri="{FF2B5EF4-FFF2-40B4-BE49-F238E27FC236}">
                <a16:creationId xmlns:a16="http://schemas.microsoft.com/office/drawing/2014/main" id="{AB759B23-2AC6-4702-845A-24B397B67FAF}"/>
              </a:ext>
            </a:extLst>
          </p:cNvPr>
          <p:cNvSpPr txBox="1"/>
          <p:nvPr/>
        </p:nvSpPr>
        <p:spPr>
          <a:xfrm>
            <a:off x="99786" y="2951946"/>
            <a:ext cx="4325257" cy="954107"/>
          </a:xfrm>
          <a:prstGeom prst="rect">
            <a:avLst/>
          </a:prstGeom>
          <a:noFill/>
        </p:spPr>
        <p:txBody>
          <a:bodyPr wrap="square" rtlCol="0">
            <a:spAutoFit/>
          </a:bodyPr>
          <a:lstStyle/>
          <a:p>
            <a:pPr algn="ctr">
              <a:spcBef>
                <a:spcPts val="300"/>
              </a:spcBef>
            </a:pPr>
            <a:r>
              <a:rPr lang="en-US" sz="2800" b="1" noProof="0" dirty="0"/>
              <a:t>Thank you for your attention !</a:t>
            </a:r>
          </a:p>
        </p:txBody>
      </p:sp>
      <p:sp>
        <p:nvSpPr>
          <p:cNvPr id="2" name="Slide Number Placeholder 1">
            <a:extLst>
              <a:ext uri="{FF2B5EF4-FFF2-40B4-BE49-F238E27FC236}">
                <a16:creationId xmlns:a16="http://schemas.microsoft.com/office/drawing/2014/main" id="{027C7873-4FAC-CF0A-C8B0-66962E706FEE}"/>
              </a:ext>
            </a:extLst>
          </p:cNvPr>
          <p:cNvSpPr>
            <a:spLocks noGrp="1"/>
          </p:cNvSpPr>
          <p:nvPr>
            <p:ph type="sldNum" sz="quarter" idx="12"/>
          </p:nvPr>
        </p:nvSpPr>
        <p:spPr/>
        <p:txBody>
          <a:bodyPr/>
          <a:lstStyle/>
          <a:p>
            <a:fld id="{40A7B169-58CE-4E65-B1F9-ACF9E46440C2}" type="slidenum">
              <a:rPr lang="en-US" noProof="0" smtClean="0"/>
              <a:t>70</a:t>
            </a:fld>
            <a:endParaRPr lang="en-US" noProof="0" dirty="0"/>
          </a:p>
        </p:txBody>
      </p:sp>
    </p:spTree>
    <p:extLst>
      <p:ext uri="{BB962C8B-B14F-4D97-AF65-F5344CB8AC3E}">
        <p14:creationId xmlns:p14="http://schemas.microsoft.com/office/powerpoint/2010/main" val="333292314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6D8BA-7ABC-7893-3916-CBA83AF3BC0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9AEE383-F135-EEA5-128C-9C0C90A911CF}"/>
              </a:ext>
            </a:extLst>
          </p:cNvPr>
          <p:cNvSpPr/>
          <p:nvPr/>
        </p:nvSpPr>
        <p:spPr>
          <a:xfrm>
            <a:off x="0" y="0"/>
            <a:ext cx="12192000" cy="58902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sp>
        <p:nvSpPr>
          <p:cNvPr id="2" name="Slide Number Placeholder 1">
            <a:extLst>
              <a:ext uri="{FF2B5EF4-FFF2-40B4-BE49-F238E27FC236}">
                <a16:creationId xmlns:a16="http://schemas.microsoft.com/office/drawing/2014/main" id="{0B09269E-BF60-08E9-E8FB-4E9851D3849E}"/>
              </a:ext>
            </a:extLst>
          </p:cNvPr>
          <p:cNvSpPr>
            <a:spLocks noGrp="1"/>
          </p:cNvSpPr>
          <p:nvPr>
            <p:ph type="sldNum" sz="quarter" idx="12"/>
          </p:nvPr>
        </p:nvSpPr>
        <p:spPr/>
        <p:txBody>
          <a:bodyPr/>
          <a:lstStyle/>
          <a:p>
            <a:fld id="{40A7B169-58CE-4E65-B1F9-ACF9E46440C2}" type="slidenum">
              <a:rPr lang="en-US" noProof="0" smtClean="0"/>
              <a:t>71</a:t>
            </a:fld>
            <a:endParaRPr lang="en-US" noProof="0" dirty="0"/>
          </a:p>
        </p:txBody>
      </p:sp>
      <p:sp>
        <p:nvSpPr>
          <p:cNvPr id="14" name="TextBox 13">
            <a:extLst>
              <a:ext uri="{FF2B5EF4-FFF2-40B4-BE49-F238E27FC236}">
                <a16:creationId xmlns:a16="http://schemas.microsoft.com/office/drawing/2014/main" id="{E0956B42-11BA-B4FB-5610-33682881C7A0}"/>
              </a:ext>
            </a:extLst>
          </p:cNvPr>
          <p:cNvSpPr txBox="1"/>
          <p:nvPr/>
        </p:nvSpPr>
        <p:spPr>
          <a:xfrm>
            <a:off x="3799215" y="2903220"/>
            <a:ext cx="4325257" cy="461665"/>
          </a:xfrm>
          <a:prstGeom prst="rect">
            <a:avLst/>
          </a:prstGeom>
          <a:noFill/>
        </p:spPr>
        <p:txBody>
          <a:bodyPr wrap="square" rtlCol="0">
            <a:spAutoFit/>
          </a:bodyPr>
          <a:lstStyle/>
          <a:p>
            <a:pPr algn="ctr">
              <a:spcBef>
                <a:spcPts val="300"/>
              </a:spcBef>
            </a:pPr>
            <a:r>
              <a:rPr lang="en-US" sz="2400" b="1" noProof="0" dirty="0">
                <a:solidFill>
                  <a:schemeClr val="bg1"/>
                </a:solidFill>
              </a:rPr>
              <a:t>Supporting </a:t>
            </a:r>
            <a:r>
              <a:rPr lang="en-US" sz="2400" b="1" noProof="0" dirty="0" err="1">
                <a:solidFill>
                  <a:schemeClr val="bg1"/>
                </a:solidFill>
              </a:rPr>
              <a:t>informations</a:t>
            </a:r>
            <a:r>
              <a:rPr lang="en-US" sz="2400" noProof="0" dirty="0">
                <a:solidFill>
                  <a:schemeClr val="bg1"/>
                </a:solidFill>
              </a:rPr>
              <a:t> </a:t>
            </a:r>
          </a:p>
        </p:txBody>
      </p:sp>
    </p:spTree>
    <p:extLst>
      <p:ext uri="{BB962C8B-B14F-4D97-AF65-F5344CB8AC3E}">
        <p14:creationId xmlns:p14="http://schemas.microsoft.com/office/powerpoint/2010/main" val="358664167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14962-7155-A069-CE77-9E768BEF49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9077F0-1AEE-7A11-28CA-D352B29F9948}"/>
              </a:ext>
            </a:extLst>
          </p:cNvPr>
          <p:cNvSpPr>
            <a:spLocks noGrp="1"/>
          </p:cNvSpPr>
          <p:nvPr>
            <p:ph type="title"/>
          </p:nvPr>
        </p:nvSpPr>
        <p:spPr>
          <a:xfrm>
            <a:off x="242477" y="-53443"/>
            <a:ext cx="11609159" cy="1247050"/>
          </a:xfrm>
        </p:spPr>
        <p:txBody>
          <a:bodyPr/>
          <a:lstStyle/>
          <a:p>
            <a:r>
              <a:rPr lang="en-US" sz="1800" b="1" noProof="0" dirty="0"/>
              <a:t>Why RAG and not just standard ChatGPT ?</a:t>
            </a:r>
            <a:br>
              <a:rPr lang="en-US" sz="1800" b="1" noProof="0" dirty="0"/>
            </a:br>
            <a:endParaRPr lang="en-US" sz="1800" b="1" noProof="0" dirty="0"/>
          </a:p>
        </p:txBody>
      </p:sp>
      <p:sp>
        <p:nvSpPr>
          <p:cNvPr id="20" name="Sub">
            <a:extLst>
              <a:ext uri="{FF2B5EF4-FFF2-40B4-BE49-F238E27FC236}">
                <a16:creationId xmlns:a16="http://schemas.microsoft.com/office/drawing/2014/main" id="{527D9326-0C89-4A46-1063-B0CB1C3D5B2E}"/>
              </a:ext>
            </a:extLst>
          </p:cNvPr>
          <p:cNvSpPr>
            <a:spLocks noGrp="1"/>
          </p:cNvSpPr>
          <p:nvPr/>
        </p:nvSpPr>
        <p:spPr>
          <a:xfrm>
            <a:off x="439525" y="743607"/>
            <a:ext cx="11609159" cy="450000"/>
          </a:xfrm>
          <a:prstGeom prst="rect">
            <a:avLst/>
          </a:prstGeom>
          <a:noFill/>
        </p:spPr>
        <p:txBody>
          <a:bodyPr wrap="square" lIns="91440" tIns="45720" rIns="91440" bIns="45720"/>
          <a:lstStyle/>
          <a:p>
            <a:endParaRPr lang="en-US" sz="1200" noProof="0" dirty="0">
              <a:solidFill>
                <a:srgbClr val="475569"/>
              </a:solidFill>
            </a:endParaRPr>
          </a:p>
        </p:txBody>
      </p:sp>
      <p:sp>
        <p:nvSpPr>
          <p:cNvPr id="5" name="Shape 4">
            <a:extLst>
              <a:ext uri="{FF2B5EF4-FFF2-40B4-BE49-F238E27FC236}">
                <a16:creationId xmlns:a16="http://schemas.microsoft.com/office/drawing/2014/main" id="{68E9E778-E3CB-8A86-47A1-9C4580A4ECDE}"/>
              </a:ext>
            </a:extLst>
          </p:cNvPr>
          <p:cNvSpPr/>
          <p:nvPr/>
        </p:nvSpPr>
        <p:spPr>
          <a:xfrm>
            <a:off x="586202" y="945747"/>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168" name="Rectangle 167"/>
          <p:cNvSpPr/>
          <p:nvPr/>
        </p:nvSpPr>
        <p:spPr>
          <a:xfrm>
            <a:off x="1586694" y="4650381"/>
            <a:ext cx="5138928" cy="512064"/>
          </a:xfrm>
          <a:prstGeom prst="rect">
            <a:avLst/>
          </a:prstGeom>
          <a:solidFill>
            <a:srgbClr val="064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169" name="TextBox 168"/>
          <p:cNvSpPr txBox="1"/>
          <p:nvPr/>
        </p:nvSpPr>
        <p:spPr>
          <a:xfrm>
            <a:off x="1678134" y="4686957"/>
            <a:ext cx="4956048" cy="438912"/>
          </a:xfrm>
          <a:prstGeom prst="rect">
            <a:avLst/>
          </a:prstGeom>
          <a:noFill/>
        </p:spPr>
        <p:txBody>
          <a:bodyPr wrap="square">
            <a:spAutoFit/>
          </a:bodyPr>
          <a:lstStyle/>
          <a:p>
            <a:pPr algn="l"/>
            <a:r>
              <a:rPr lang="en-US" sz="950" b="0" i="0" noProof="0" dirty="0">
                <a:solidFill>
                  <a:srgbClr val="CCFBF1"/>
                </a:solidFill>
              </a:rPr>
              <a:t>💡 Why it matters : without RAG, the AI invents answers (hallucinations).
With RAG, every answer is grounded in real STM32 documents.</a:t>
            </a:r>
          </a:p>
        </p:txBody>
      </p:sp>
      <p:sp>
        <p:nvSpPr>
          <p:cNvPr id="193" name="Rectangle 192"/>
          <p:cNvSpPr/>
          <p:nvPr/>
        </p:nvSpPr>
        <p:spPr>
          <a:xfrm>
            <a:off x="1531830" y="4485789"/>
            <a:ext cx="8869680" cy="1426464"/>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195" name="Rectangle 194"/>
          <p:cNvSpPr/>
          <p:nvPr/>
        </p:nvSpPr>
        <p:spPr>
          <a:xfrm>
            <a:off x="1623270" y="4851549"/>
            <a:ext cx="256032" cy="2560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200" name="Rectangle 199"/>
          <p:cNvSpPr/>
          <p:nvPr/>
        </p:nvSpPr>
        <p:spPr>
          <a:xfrm>
            <a:off x="3836118" y="4851549"/>
            <a:ext cx="256032" cy="25603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201" name="TextBox 200"/>
          <p:cNvSpPr txBox="1"/>
          <p:nvPr/>
        </p:nvSpPr>
        <p:spPr>
          <a:xfrm>
            <a:off x="3836118" y="4851549"/>
            <a:ext cx="256032" cy="256032"/>
          </a:xfrm>
          <a:prstGeom prst="rect">
            <a:avLst/>
          </a:prstGeom>
          <a:noFill/>
        </p:spPr>
        <p:txBody>
          <a:bodyPr wrap="square" anchor="ctr">
            <a:spAutoFit/>
          </a:bodyPr>
          <a:lstStyle/>
          <a:p>
            <a:pPr algn="ctr"/>
            <a:r>
              <a:rPr lang="en-US" sz="1000" b="1" i="0" noProof="0" dirty="0">
                <a:solidFill>
                  <a:srgbClr val="FFFFFF"/>
                </a:solidFill>
              </a:rPr>
              <a:t>2</a:t>
            </a:r>
          </a:p>
        </p:txBody>
      </p:sp>
      <p:sp>
        <p:nvSpPr>
          <p:cNvPr id="205" name="Rectangle 204"/>
          <p:cNvSpPr/>
          <p:nvPr/>
        </p:nvSpPr>
        <p:spPr>
          <a:xfrm>
            <a:off x="6048966" y="4851549"/>
            <a:ext cx="256032" cy="256032"/>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210" name="Rectangle 209"/>
          <p:cNvSpPr/>
          <p:nvPr/>
        </p:nvSpPr>
        <p:spPr>
          <a:xfrm>
            <a:off x="8261814" y="4851549"/>
            <a:ext cx="256032" cy="25603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6" name="Rectangle 5"/>
          <p:cNvSpPr/>
          <p:nvPr/>
        </p:nvSpPr>
        <p:spPr>
          <a:xfrm>
            <a:off x="2103330" y="1823642"/>
            <a:ext cx="4160520" cy="21488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12" name="TextBox 175"/>
          <p:cNvSpPr txBox="1"/>
          <p:nvPr/>
        </p:nvSpPr>
        <p:spPr>
          <a:xfrm>
            <a:off x="1323767" y="1692837"/>
            <a:ext cx="4050791" cy="261610"/>
          </a:xfrm>
          <a:prstGeom prst="rect">
            <a:avLst/>
          </a:prstGeom>
          <a:solidFill>
            <a:srgbClr val="0D9488"/>
          </a:solidFill>
        </p:spPr>
        <p:txBody>
          <a:bodyPr wrap="square" anchor="ctr">
            <a:spAutoFit/>
          </a:bodyPr>
          <a:lstStyle/>
          <a:p>
            <a:pPr algn="ctr"/>
            <a:r>
              <a:rPr lang="en-US" sz="1100" b="1" i="0" noProof="0" dirty="0"/>
              <a:t>  Standard ChatGPT</a:t>
            </a:r>
          </a:p>
        </p:txBody>
      </p:sp>
      <p:sp>
        <p:nvSpPr>
          <p:cNvPr id="16" name="TextBox 176"/>
          <p:cNvSpPr txBox="1"/>
          <p:nvPr/>
        </p:nvSpPr>
        <p:spPr>
          <a:xfrm>
            <a:off x="1323767" y="2227938"/>
            <a:ext cx="3977639" cy="238527"/>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171450" indent="-171450" algn="l">
              <a:buFont typeface="Arial" panose="020B0604020202020204" pitchFamily="34" charset="0"/>
              <a:buChar char="•"/>
            </a:pPr>
            <a:r>
              <a:rPr lang="en-US" sz="950" b="0" i="0" noProof="0" dirty="0"/>
              <a:t>Trained on generic internet data</a:t>
            </a:r>
          </a:p>
        </p:txBody>
      </p:sp>
      <p:sp>
        <p:nvSpPr>
          <p:cNvPr id="17" name="TextBox 177"/>
          <p:cNvSpPr txBox="1"/>
          <p:nvPr/>
        </p:nvSpPr>
        <p:spPr>
          <a:xfrm>
            <a:off x="1323767" y="2566266"/>
            <a:ext cx="3977639" cy="238527"/>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171450" indent="-171450" algn="l">
              <a:buFont typeface="Arial" panose="020B0604020202020204" pitchFamily="34" charset="0"/>
              <a:buChar char="•"/>
            </a:pPr>
            <a:r>
              <a:rPr lang="en-US" sz="950" b="0" i="0" noProof="0" dirty="0"/>
              <a:t> No knowledge of your STM32 project</a:t>
            </a:r>
          </a:p>
        </p:txBody>
      </p:sp>
      <p:sp>
        <p:nvSpPr>
          <p:cNvPr id="18" name="TextBox 178"/>
          <p:cNvSpPr txBox="1"/>
          <p:nvPr/>
        </p:nvSpPr>
        <p:spPr>
          <a:xfrm>
            <a:off x="1323767" y="2904594"/>
            <a:ext cx="3977639" cy="238527"/>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171450" indent="-171450" algn="l">
              <a:buFont typeface="Arial" panose="020B0604020202020204" pitchFamily="34" charset="0"/>
              <a:buChar char="•"/>
            </a:pPr>
            <a:r>
              <a:rPr lang="en-US" sz="950" b="0" i="0" noProof="0" dirty="0"/>
              <a:t>Invents plausible-sounding answers</a:t>
            </a:r>
          </a:p>
        </p:txBody>
      </p:sp>
      <p:sp>
        <p:nvSpPr>
          <p:cNvPr id="19" name="TextBox 179"/>
          <p:cNvSpPr txBox="1"/>
          <p:nvPr/>
        </p:nvSpPr>
        <p:spPr>
          <a:xfrm>
            <a:off x="1323767" y="3242922"/>
            <a:ext cx="3977639" cy="238527"/>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171450" indent="-171450" algn="l">
              <a:buFont typeface="Arial" panose="020B0604020202020204" pitchFamily="34" charset="0"/>
              <a:buChar char="•"/>
            </a:pPr>
            <a:r>
              <a:rPr lang="en-US" sz="950" b="0" i="0" noProof="0" dirty="0"/>
              <a:t>Cannot cite the source of its answer</a:t>
            </a:r>
          </a:p>
        </p:txBody>
      </p:sp>
      <p:sp>
        <p:nvSpPr>
          <p:cNvPr id="21" name="TextBox 180"/>
          <p:cNvSpPr txBox="1"/>
          <p:nvPr/>
        </p:nvSpPr>
        <p:spPr>
          <a:xfrm>
            <a:off x="1323767" y="3581250"/>
            <a:ext cx="3977639" cy="238527"/>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171450" indent="-171450" algn="l">
              <a:buFont typeface="Arial" panose="020B0604020202020204" pitchFamily="34" charset="0"/>
              <a:buChar char="•"/>
            </a:pPr>
            <a:r>
              <a:rPr lang="en-US" sz="950" b="0" i="0" noProof="0" dirty="0"/>
              <a:t>Dangerous for technical support</a:t>
            </a:r>
          </a:p>
        </p:txBody>
      </p:sp>
      <p:sp>
        <p:nvSpPr>
          <p:cNvPr id="22" name="Rectangle 21"/>
          <p:cNvSpPr/>
          <p:nvPr/>
        </p:nvSpPr>
        <p:spPr>
          <a:xfrm>
            <a:off x="7613844" y="1924172"/>
            <a:ext cx="4434840" cy="21488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23" name="TextBox 183"/>
          <p:cNvSpPr txBox="1"/>
          <p:nvPr/>
        </p:nvSpPr>
        <p:spPr>
          <a:xfrm>
            <a:off x="6757837" y="1753009"/>
            <a:ext cx="4251960" cy="261610"/>
          </a:xfrm>
          <a:prstGeom prst="rect">
            <a:avLst/>
          </a:prstGeom>
          <a:solidFill>
            <a:srgbClr val="0D9488"/>
          </a:solidFill>
        </p:spPr>
        <p:txBody>
          <a:bodyPr wrap="square" anchor="ctr">
            <a:spAutoFit/>
          </a:bodyPr>
          <a:lstStyle/>
          <a:p>
            <a:pPr algn="ctr"/>
            <a:r>
              <a:rPr lang="en-US" sz="1100" b="1" i="0" noProof="0" dirty="0"/>
              <a:t> ST ChatGPT with RAG</a:t>
            </a:r>
          </a:p>
        </p:txBody>
      </p:sp>
      <p:sp>
        <p:nvSpPr>
          <p:cNvPr id="24" name="TextBox 184"/>
          <p:cNvSpPr txBox="1"/>
          <p:nvPr/>
        </p:nvSpPr>
        <p:spPr>
          <a:xfrm>
            <a:off x="6757837" y="2344090"/>
            <a:ext cx="4251960" cy="238527"/>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171450" indent="-171450" algn="l">
              <a:buFont typeface="Arial" panose="020B0604020202020204" pitchFamily="34" charset="0"/>
              <a:buChar char="•"/>
            </a:pPr>
            <a:r>
              <a:rPr lang="en-US" sz="950" b="0" i="0" noProof="0" dirty="0"/>
              <a:t>Trained on real STM32 data (issues, docs, fixes)</a:t>
            </a:r>
          </a:p>
        </p:txBody>
      </p:sp>
      <p:sp>
        <p:nvSpPr>
          <p:cNvPr id="25" name="TextBox 185"/>
          <p:cNvSpPr txBox="1"/>
          <p:nvPr/>
        </p:nvSpPr>
        <p:spPr>
          <a:xfrm>
            <a:off x="6757837" y="2682418"/>
            <a:ext cx="4251960" cy="238527"/>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171450" indent="-171450" algn="l">
              <a:buFont typeface="Arial" panose="020B0604020202020204" pitchFamily="34" charset="0"/>
              <a:buChar char="•"/>
            </a:pPr>
            <a:r>
              <a:rPr lang="en-US" sz="950" b="0" i="0" noProof="0" dirty="0"/>
              <a:t>Knows your exact project context</a:t>
            </a:r>
          </a:p>
        </p:txBody>
      </p:sp>
      <p:sp>
        <p:nvSpPr>
          <p:cNvPr id="26" name="TextBox 186"/>
          <p:cNvSpPr txBox="1"/>
          <p:nvPr/>
        </p:nvSpPr>
        <p:spPr>
          <a:xfrm>
            <a:off x="6757837" y="3020746"/>
            <a:ext cx="4251960" cy="238527"/>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171450" indent="-171450" algn="l">
              <a:buFont typeface="Arial" panose="020B0604020202020204" pitchFamily="34" charset="0"/>
              <a:buChar char="•"/>
            </a:pPr>
            <a:r>
              <a:rPr lang="en-US" sz="950" b="0" i="0" noProof="0" dirty="0"/>
              <a:t>Answers are built from retrieved passages</a:t>
            </a:r>
          </a:p>
        </p:txBody>
      </p:sp>
      <p:sp>
        <p:nvSpPr>
          <p:cNvPr id="27" name="TextBox 187"/>
          <p:cNvSpPr txBox="1"/>
          <p:nvPr/>
        </p:nvSpPr>
        <p:spPr>
          <a:xfrm>
            <a:off x="6757837" y="3359074"/>
            <a:ext cx="4251960" cy="238527"/>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171450" indent="-171450" algn="l">
              <a:buFont typeface="Arial" panose="020B0604020202020204" pitchFamily="34" charset="0"/>
              <a:buChar char="•"/>
            </a:pPr>
            <a:r>
              <a:rPr lang="en-US" sz="950" b="0" i="0" noProof="0" dirty="0"/>
              <a:t>Always cites the source (issue/PR/doc)</a:t>
            </a:r>
          </a:p>
        </p:txBody>
      </p:sp>
      <p:sp>
        <p:nvSpPr>
          <p:cNvPr id="28" name="TextBox 188"/>
          <p:cNvSpPr txBox="1"/>
          <p:nvPr/>
        </p:nvSpPr>
        <p:spPr>
          <a:xfrm>
            <a:off x="6757837" y="3697402"/>
            <a:ext cx="4251960" cy="238527"/>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171450" indent="-171450" algn="l">
              <a:buFont typeface="Arial" panose="020B0604020202020204" pitchFamily="34" charset="0"/>
              <a:buChar char="•"/>
            </a:pPr>
            <a:r>
              <a:rPr lang="en-US" sz="950" b="0" i="0" noProof="0" dirty="0"/>
              <a:t>Reliable for technical support teams</a:t>
            </a:r>
          </a:p>
        </p:txBody>
      </p:sp>
      <p:sp>
        <p:nvSpPr>
          <p:cNvPr id="29" name="TextBox 190"/>
          <p:cNvSpPr txBox="1"/>
          <p:nvPr/>
        </p:nvSpPr>
        <p:spPr>
          <a:xfrm>
            <a:off x="5875230" y="2706038"/>
            <a:ext cx="292608" cy="384048"/>
          </a:xfrm>
          <a:prstGeom prst="rect">
            <a:avLst/>
          </a:prstGeom>
          <a:noFill/>
        </p:spPr>
        <p:txBody>
          <a:bodyPr wrap="square">
            <a:spAutoFit/>
          </a:bodyPr>
          <a:lstStyle/>
          <a:p>
            <a:pPr algn="ctr"/>
            <a:r>
              <a:rPr lang="en-US" sz="1100" b="1" i="0" noProof="0" dirty="0">
                <a:solidFill>
                  <a:srgbClr val="64748B"/>
                </a:solidFill>
              </a:rPr>
              <a:t>VS</a:t>
            </a:r>
          </a:p>
        </p:txBody>
      </p:sp>
      <p:sp>
        <p:nvSpPr>
          <p:cNvPr id="30" name="TextBox 193"/>
          <p:cNvSpPr txBox="1"/>
          <p:nvPr/>
        </p:nvSpPr>
        <p:spPr>
          <a:xfrm>
            <a:off x="1531830" y="4396911"/>
            <a:ext cx="8686800" cy="274320"/>
          </a:xfrm>
          <a:prstGeom prst="rect">
            <a:avLst/>
          </a:prstGeom>
          <a:noFill/>
        </p:spPr>
        <p:txBody>
          <a:bodyPr wrap="square">
            <a:spAutoFit/>
          </a:bodyPr>
          <a:lstStyle/>
          <a:p>
            <a:pPr algn="l"/>
            <a:r>
              <a:rPr lang="en-US" sz="1000" b="1" i="0" noProof="0" dirty="0">
                <a:solidFill>
                  <a:srgbClr val="F59E0B"/>
                </a:solidFill>
              </a:rPr>
              <a:t>The full story in 4 steps :</a:t>
            </a:r>
          </a:p>
        </p:txBody>
      </p:sp>
      <p:sp>
        <p:nvSpPr>
          <p:cNvPr id="31" name="TextBox 195"/>
          <p:cNvSpPr txBox="1"/>
          <p:nvPr/>
        </p:nvSpPr>
        <p:spPr>
          <a:xfrm>
            <a:off x="1641559" y="4842405"/>
            <a:ext cx="256032" cy="256032"/>
          </a:xfrm>
          <a:prstGeom prst="rect">
            <a:avLst/>
          </a:prstGeom>
          <a:noFill/>
        </p:spPr>
        <p:txBody>
          <a:bodyPr wrap="square" anchor="ctr">
            <a:spAutoFit/>
          </a:bodyPr>
          <a:lstStyle/>
          <a:p>
            <a:pPr algn="ctr"/>
            <a:r>
              <a:rPr lang="en-US" sz="1000" b="1" i="0" noProof="0" dirty="0">
                <a:solidFill>
                  <a:srgbClr val="FFFFFF"/>
                </a:solidFill>
              </a:rPr>
              <a:t>1</a:t>
            </a:r>
          </a:p>
        </p:txBody>
      </p:sp>
      <p:sp>
        <p:nvSpPr>
          <p:cNvPr id="32" name="TextBox 196"/>
          <p:cNvSpPr txBox="1"/>
          <p:nvPr/>
        </p:nvSpPr>
        <p:spPr>
          <a:xfrm>
            <a:off x="2080471" y="4829479"/>
            <a:ext cx="1828800" cy="256032"/>
          </a:xfrm>
          <a:prstGeom prst="rect">
            <a:avLst/>
          </a:prstGeom>
          <a:noFill/>
        </p:spPr>
        <p:txBody>
          <a:bodyPr wrap="square">
            <a:spAutoFit/>
          </a:bodyPr>
          <a:lstStyle/>
          <a:p>
            <a:pPr algn="l"/>
            <a:r>
              <a:rPr lang="en-US" sz="1000" b="1" i="0" noProof="0" dirty="0">
                <a:solidFill>
                  <a:srgbClr val="0D9488"/>
                </a:solidFill>
              </a:rPr>
              <a:t>You ask</a:t>
            </a:r>
          </a:p>
        </p:txBody>
      </p:sp>
      <p:sp>
        <p:nvSpPr>
          <p:cNvPr id="33" name="TextBox 197"/>
          <p:cNvSpPr txBox="1"/>
          <p:nvPr/>
        </p:nvSpPr>
        <p:spPr>
          <a:xfrm>
            <a:off x="2080471" y="5103799"/>
            <a:ext cx="1828800" cy="347472"/>
          </a:xfrm>
          <a:prstGeom prst="rect">
            <a:avLst/>
          </a:prstGeom>
          <a:noFill/>
        </p:spPr>
        <p:txBody>
          <a:bodyPr wrap="square">
            <a:spAutoFit/>
          </a:bodyPr>
          <a:lstStyle/>
          <a:p>
            <a:pPr algn="l"/>
            <a:r>
              <a:rPr lang="en-US" sz="850" b="0" i="1" noProof="0" dirty="0">
                <a:solidFill>
                  <a:srgbClr val="64748B"/>
                </a:solidFill>
              </a:rPr>
              <a:t>"Why does my STM32H7 DMA give wrong values after cache is enabled?"</a:t>
            </a:r>
          </a:p>
        </p:txBody>
      </p:sp>
      <p:sp>
        <p:nvSpPr>
          <p:cNvPr id="34" name="TextBox 198"/>
          <p:cNvSpPr txBox="1"/>
          <p:nvPr/>
        </p:nvSpPr>
        <p:spPr>
          <a:xfrm>
            <a:off x="3479503" y="4800467"/>
            <a:ext cx="201168" cy="256032"/>
          </a:xfrm>
          <a:prstGeom prst="rect">
            <a:avLst/>
          </a:prstGeom>
          <a:noFill/>
        </p:spPr>
        <p:txBody>
          <a:bodyPr wrap="square">
            <a:spAutoFit/>
          </a:bodyPr>
          <a:lstStyle/>
          <a:p>
            <a:pPr algn="ctr"/>
            <a:r>
              <a:rPr lang="en-US" sz="1400" b="1" i="0" noProof="0" dirty="0">
                <a:solidFill>
                  <a:srgbClr val="14B8A6"/>
                </a:solidFill>
              </a:rPr>
              <a:t>→</a:t>
            </a:r>
          </a:p>
        </p:txBody>
      </p:sp>
      <p:sp>
        <p:nvSpPr>
          <p:cNvPr id="35" name="TextBox 201"/>
          <p:cNvSpPr txBox="1"/>
          <p:nvPr/>
        </p:nvSpPr>
        <p:spPr>
          <a:xfrm>
            <a:off x="4293319" y="4829479"/>
            <a:ext cx="1828800" cy="256032"/>
          </a:xfrm>
          <a:prstGeom prst="rect">
            <a:avLst/>
          </a:prstGeom>
          <a:noFill/>
        </p:spPr>
        <p:txBody>
          <a:bodyPr wrap="square">
            <a:spAutoFit/>
          </a:bodyPr>
          <a:lstStyle/>
          <a:p>
            <a:pPr algn="l"/>
            <a:r>
              <a:rPr lang="en-US" sz="1000" b="1" i="0" noProof="0" dirty="0">
                <a:solidFill>
                  <a:srgbClr val="F59E0B"/>
                </a:solidFill>
              </a:rPr>
              <a:t>RAG searches</a:t>
            </a:r>
          </a:p>
        </p:txBody>
      </p:sp>
      <p:sp>
        <p:nvSpPr>
          <p:cNvPr id="36" name="TextBox 202"/>
          <p:cNvSpPr txBox="1"/>
          <p:nvPr/>
        </p:nvSpPr>
        <p:spPr>
          <a:xfrm>
            <a:off x="4293319" y="5103799"/>
            <a:ext cx="1828800" cy="353943"/>
          </a:xfrm>
          <a:prstGeom prst="rect">
            <a:avLst/>
          </a:prstGeom>
          <a:noFill/>
        </p:spPr>
        <p:txBody>
          <a:bodyPr wrap="square">
            <a:spAutoFit/>
          </a:bodyPr>
          <a:lstStyle/>
          <a:p>
            <a:pPr algn="l"/>
            <a:r>
              <a:rPr lang="en-US" sz="850" b="0" i="1" noProof="0" dirty="0">
                <a:solidFill>
                  <a:srgbClr val="64748B"/>
                </a:solidFill>
              </a:rPr>
              <a:t>Finds the 3 most relevant passages in STM32 documents</a:t>
            </a:r>
          </a:p>
        </p:txBody>
      </p:sp>
      <p:sp>
        <p:nvSpPr>
          <p:cNvPr id="37" name="TextBox 203"/>
          <p:cNvSpPr txBox="1"/>
          <p:nvPr/>
        </p:nvSpPr>
        <p:spPr>
          <a:xfrm>
            <a:off x="5728926" y="4766785"/>
            <a:ext cx="201168" cy="256032"/>
          </a:xfrm>
          <a:prstGeom prst="rect">
            <a:avLst/>
          </a:prstGeom>
          <a:noFill/>
        </p:spPr>
        <p:txBody>
          <a:bodyPr wrap="square">
            <a:spAutoFit/>
          </a:bodyPr>
          <a:lstStyle/>
          <a:p>
            <a:pPr algn="ctr"/>
            <a:r>
              <a:rPr lang="en-US" sz="1400" b="1" i="0" noProof="0" dirty="0">
                <a:solidFill>
                  <a:srgbClr val="14B8A6"/>
                </a:solidFill>
              </a:rPr>
              <a:t>→</a:t>
            </a:r>
          </a:p>
        </p:txBody>
      </p:sp>
      <p:sp>
        <p:nvSpPr>
          <p:cNvPr id="38" name="TextBox 205"/>
          <p:cNvSpPr txBox="1"/>
          <p:nvPr/>
        </p:nvSpPr>
        <p:spPr>
          <a:xfrm>
            <a:off x="6077358" y="4829479"/>
            <a:ext cx="256032" cy="256032"/>
          </a:xfrm>
          <a:prstGeom prst="rect">
            <a:avLst/>
          </a:prstGeom>
          <a:noFill/>
        </p:spPr>
        <p:txBody>
          <a:bodyPr wrap="square" anchor="ctr">
            <a:spAutoFit/>
          </a:bodyPr>
          <a:lstStyle/>
          <a:p>
            <a:pPr algn="ctr"/>
            <a:r>
              <a:rPr lang="en-US" sz="1000" b="1" i="0" noProof="0" dirty="0">
                <a:solidFill>
                  <a:srgbClr val="FFFFFF"/>
                </a:solidFill>
              </a:rPr>
              <a:t>3</a:t>
            </a:r>
          </a:p>
        </p:txBody>
      </p:sp>
      <p:sp>
        <p:nvSpPr>
          <p:cNvPr id="39" name="TextBox 206"/>
          <p:cNvSpPr txBox="1"/>
          <p:nvPr/>
        </p:nvSpPr>
        <p:spPr>
          <a:xfrm>
            <a:off x="6506167" y="4829479"/>
            <a:ext cx="1828800" cy="256032"/>
          </a:xfrm>
          <a:prstGeom prst="rect">
            <a:avLst/>
          </a:prstGeom>
          <a:noFill/>
        </p:spPr>
        <p:txBody>
          <a:bodyPr wrap="square">
            <a:spAutoFit/>
          </a:bodyPr>
          <a:lstStyle/>
          <a:p>
            <a:pPr algn="l"/>
            <a:r>
              <a:rPr lang="en-US" sz="1000" b="1" i="0" noProof="0" dirty="0">
                <a:solidFill>
                  <a:srgbClr val="6D28D9"/>
                </a:solidFill>
              </a:rPr>
              <a:t>RAG injects</a:t>
            </a:r>
          </a:p>
        </p:txBody>
      </p:sp>
      <p:sp>
        <p:nvSpPr>
          <p:cNvPr id="40" name="TextBox 207"/>
          <p:cNvSpPr txBox="1"/>
          <p:nvPr/>
        </p:nvSpPr>
        <p:spPr>
          <a:xfrm>
            <a:off x="6506167" y="5103799"/>
            <a:ext cx="1828800" cy="347472"/>
          </a:xfrm>
          <a:prstGeom prst="rect">
            <a:avLst/>
          </a:prstGeom>
          <a:noFill/>
        </p:spPr>
        <p:txBody>
          <a:bodyPr wrap="square">
            <a:spAutoFit/>
          </a:bodyPr>
          <a:lstStyle/>
          <a:p>
            <a:pPr algn="l"/>
            <a:r>
              <a:rPr lang="en-US" sz="850" b="0" i="1" noProof="0" dirty="0">
                <a:solidFill>
                  <a:srgbClr val="64748B"/>
                </a:solidFill>
              </a:rPr>
              <a:t>Passes those passages to the AI as context (augmented input)</a:t>
            </a:r>
          </a:p>
        </p:txBody>
      </p:sp>
      <p:sp>
        <p:nvSpPr>
          <p:cNvPr id="41" name="TextBox 208"/>
          <p:cNvSpPr txBox="1"/>
          <p:nvPr/>
        </p:nvSpPr>
        <p:spPr>
          <a:xfrm>
            <a:off x="7902865" y="4767238"/>
            <a:ext cx="201168" cy="256032"/>
          </a:xfrm>
          <a:prstGeom prst="rect">
            <a:avLst/>
          </a:prstGeom>
          <a:noFill/>
        </p:spPr>
        <p:txBody>
          <a:bodyPr wrap="square">
            <a:spAutoFit/>
          </a:bodyPr>
          <a:lstStyle/>
          <a:p>
            <a:pPr algn="ctr"/>
            <a:r>
              <a:rPr lang="en-US" sz="1400" b="1" i="0" noProof="0" dirty="0">
                <a:solidFill>
                  <a:srgbClr val="14B8A6"/>
                </a:solidFill>
              </a:rPr>
              <a:t>→</a:t>
            </a:r>
          </a:p>
        </p:txBody>
      </p:sp>
      <p:sp>
        <p:nvSpPr>
          <p:cNvPr id="42" name="TextBox 210"/>
          <p:cNvSpPr txBox="1"/>
          <p:nvPr/>
        </p:nvSpPr>
        <p:spPr>
          <a:xfrm>
            <a:off x="8294186" y="4829479"/>
            <a:ext cx="256032" cy="256032"/>
          </a:xfrm>
          <a:prstGeom prst="rect">
            <a:avLst/>
          </a:prstGeom>
          <a:noFill/>
        </p:spPr>
        <p:txBody>
          <a:bodyPr wrap="square" anchor="ctr">
            <a:spAutoFit/>
          </a:bodyPr>
          <a:lstStyle/>
          <a:p>
            <a:pPr algn="ctr"/>
            <a:r>
              <a:rPr lang="en-US" sz="1000" b="1" i="0" noProof="0" dirty="0">
                <a:solidFill>
                  <a:srgbClr val="FFFFFF"/>
                </a:solidFill>
              </a:rPr>
              <a:t>4</a:t>
            </a:r>
          </a:p>
        </p:txBody>
      </p:sp>
      <p:sp>
        <p:nvSpPr>
          <p:cNvPr id="43" name="TextBox 211"/>
          <p:cNvSpPr txBox="1"/>
          <p:nvPr/>
        </p:nvSpPr>
        <p:spPr>
          <a:xfrm>
            <a:off x="8719015" y="4829479"/>
            <a:ext cx="1828800" cy="256032"/>
          </a:xfrm>
          <a:prstGeom prst="rect">
            <a:avLst/>
          </a:prstGeom>
          <a:noFill/>
        </p:spPr>
        <p:txBody>
          <a:bodyPr wrap="square">
            <a:spAutoFit/>
          </a:bodyPr>
          <a:lstStyle/>
          <a:p>
            <a:pPr algn="l"/>
            <a:r>
              <a:rPr lang="en-US" sz="1000" b="1" i="0" noProof="0" dirty="0">
                <a:solidFill>
                  <a:srgbClr val="22C55E"/>
                </a:solidFill>
              </a:rPr>
              <a:t>AI answers</a:t>
            </a:r>
          </a:p>
        </p:txBody>
      </p:sp>
      <p:sp>
        <p:nvSpPr>
          <p:cNvPr id="44" name="TextBox 212"/>
          <p:cNvSpPr txBox="1"/>
          <p:nvPr/>
        </p:nvSpPr>
        <p:spPr>
          <a:xfrm>
            <a:off x="8719015" y="5103799"/>
            <a:ext cx="1828800" cy="347472"/>
          </a:xfrm>
          <a:prstGeom prst="rect">
            <a:avLst/>
          </a:prstGeom>
          <a:noFill/>
        </p:spPr>
        <p:txBody>
          <a:bodyPr wrap="square">
            <a:spAutoFit/>
          </a:bodyPr>
          <a:lstStyle/>
          <a:p>
            <a:pPr algn="l"/>
            <a:r>
              <a:rPr lang="en-US" sz="850" b="0" i="1" noProof="0" dirty="0">
                <a:solidFill>
                  <a:srgbClr val="64748B"/>
                </a:solidFill>
              </a:rPr>
              <a:t>Generates a precise answer — with source: Issue #1234, PR #456</a:t>
            </a:r>
          </a:p>
        </p:txBody>
      </p:sp>
      <p:sp>
        <p:nvSpPr>
          <p:cNvPr id="3" name="Slide Number Placeholder 2">
            <a:extLst>
              <a:ext uri="{FF2B5EF4-FFF2-40B4-BE49-F238E27FC236}">
                <a16:creationId xmlns:a16="http://schemas.microsoft.com/office/drawing/2014/main" id="{9A793288-1617-8490-CAFE-85BB2E32C983}"/>
              </a:ext>
            </a:extLst>
          </p:cNvPr>
          <p:cNvSpPr>
            <a:spLocks noGrp="1"/>
          </p:cNvSpPr>
          <p:nvPr>
            <p:ph type="sldNum" sz="quarter" idx="12"/>
          </p:nvPr>
        </p:nvSpPr>
        <p:spPr/>
        <p:txBody>
          <a:bodyPr/>
          <a:lstStyle/>
          <a:p>
            <a:fld id="{40A7B169-58CE-4E65-B1F9-ACF9E46440C2}" type="slidenum">
              <a:rPr lang="en-US" noProof="0" smtClean="0"/>
              <a:t>72</a:t>
            </a:fld>
            <a:endParaRPr lang="en-US" noProof="0" dirty="0"/>
          </a:p>
        </p:txBody>
      </p:sp>
    </p:spTree>
    <p:extLst>
      <p:ext uri="{BB962C8B-B14F-4D97-AF65-F5344CB8AC3E}">
        <p14:creationId xmlns:p14="http://schemas.microsoft.com/office/powerpoint/2010/main" val="40090268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5A68A-FED9-F17B-273A-06DC0C90F0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7796EE-26C7-7028-962D-7539C30A5134}"/>
              </a:ext>
            </a:extLst>
          </p:cNvPr>
          <p:cNvSpPr>
            <a:spLocks noGrp="1"/>
          </p:cNvSpPr>
          <p:nvPr>
            <p:ph type="title"/>
          </p:nvPr>
        </p:nvSpPr>
        <p:spPr>
          <a:xfrm>
            <a:off x="242477" y="-53443"/>
            <a:ext cx="11609159" cy="1247050"/>
          </a:xfrm>
        </p:spPr>
        <p:txBody>
          <a:bodyPr/>
          <a:lstStyle/>
          <a:p>
            <a:r>
              <a:rPr lang="en-US" sz="1800" b="1" noProof="0" dirty="0"/>
              <a:t>Resolver Cases — Tracing Bugs to Their Fix</a:t>
            </a:r>
            <a:endParaRPr lang="en-US" sz="1800" noProof="0" dirty="0"/>
          </a:p>
        </p:txBody>
      </p:sp>
      <p:sp>
        <p:nvSpPr>
          <p:cNvPr id="20" name="Sub">
            <a:extLst>
              <a:ext uri="{FF2B5EF4-FFF2-40B4-BE49-F238E27FC236}">
                <a16:creationId xmlns:a16="http://schemas.microsoft.com/office/drawing/2014/main" id="{76E59B97-B4D5-41E7-9714-F63F473C9089}"/>
              </a:ext>
            </a:extLst>
          </p:cNvPr>
          <p:cNvSpPr>
            <a:spLocks noGrp="1"/>
          </p:cNvSpPr>
          <p:nvPr/>
        </p:nvSpPr>
        <p:spPr>
          <a:xfrm>
            <a:off x="145420" y="659139"/>
            <a:ext cx="11609159" cy="450000"/>
          </a:xfrm>
          <a:prstGeom prst="rect">
            <a:avLst/>
          </a:prstGeom>
          <a:noFill/>
        </p:spPr>
        <p:txBody>
          <a:bodyPr wrap="square" lIns="91440" tIns="45720" rIns="91440" bIns="45720"/>
          <a:lstStyle/>
          <a:p>
            <a:r>
              <a:rPr lang="en-US" sz="1200" b="0" noProof="0" dirty="0">
                <a:solidFill>
                  <a:srgbClr val="475569"/>
                </a:solidFill>
              </a:rPr>
              <a:t>Going beyond issue similarity: linking confirmed resolutions</a:t>
            </a:r>
          </a:p>
        </p:txBody>
      </p:sp>
      <p:sp>
        <p:nvSpPr>
          <p:cNvPr id="10" name="C10">
            <a:extLst>
              <a:ext uri="{FF2B5EF4-FFF2-40B4-BE49-F238E27FC236}">
                <a16:creationId xmlns:a16="http://schemas.microsoft.com/office/drawing/2014/main" id="{687BF859-29AB-BCB2-C43E-32102527B306}"/>
              </a:ext>
            </a:extLst>
          </p:cNvPr>
          <p:cNvSpPr>
            <a:spLocks noGrp="1"/>
          </p:cNvSpPr>
          <p:nvPr/>
        </p:nvSpPr>
        <p:spPr>
          <a:xfrm>
            <a:off x="242477" y="2313315"/>
            <a:ext cx="11333852" cy="2830120"/>
          </a:xfrm>
          <a:prstGeom prst="rect">
            <a:avLst/>
          </a:prstGeom>
          <a:solidFill>
            <a:srgbClr val="FFFFFF"/>
          </a:solidFill>
          <a:ln w="12700">
            <a:noFill/>
          </a:ln>
        </p:spPr>
        <p:txBody>
          <a:bodyPr wrap="square" lIns="182880" tIns="182880" rIns="182880" bIns="182880"/>
          <a:lstStyle/>
          <a:p>
            <a:r>
              <a:rPr lang="en-US" sz="1100" b="1" noProof="0" dirty="0">
                <a:solidFill>
                  <a:srgbClr val="03217B"/>
                </a:solidFill>
              </a:rPr>
              <a:t>Construction process:</a:t>
            </a:r>
          </a:p>
          <a:p>
            <a:endParaRPr lang="en-US" sz="1100" b="1" noProof="0" dirty="0">
              <a:solidFill>
                <a:srgbClr val="03217B"/>
              </a:solidFill>
            </a:endParaRPr>
          </a:p>
        </p:txBody>
      </p:sp>
      <p:sp>
        <p:nvSpPr>
          <p:cNvPr id="3" name="Shape 4">
            <a:extLst>
              <a:ext uri="{FF2B5EF4-FFF2-40B4-BE49-F238E27FC236}">
                <a16:creationId xmlns:a16="http://schemas.microsoft.com/office/drawing/2014/main" id="{3B747919-CBFA-9125-FA97-12F210549647}"/>
              </a:ext>
            </a:extLst>
          </p:cNvPr>
          <p:cNvSpPr/>
          <p:nvPr/>
        </p:nvSpPr>
        <p:spPr>
          <a:xfrm>
            <a:off x="242477" y="1024577"/>
            <a:ext cx="8229600" cy="22860"/>
          </a:xfrm>
          <a:prstGeom prst="rect">
            <a:avLst/>
          </a:prstGeom>
          <a:solidFill>
            <a:srgbClr val="CBD5E1"/>
          </a:solidFill>
          <a:ln w="12700">
            <a:solidFill>
              <a:srgbClr val="000000"/>
            </a:solidFill>
            <a:prstDash val="solid"/>
          </a:ln>
        </p:spPr>
        <p:txBody>
          <a:bodyPr/>
          <a:lstStyle/>
          <a:p>
            <a:endParaRPr lang="en-US" noProof="0" dirty="0"/>
          </a:p>
        </p:txBody>
      </p:sp>
      <p:pic>
        <p:nvPicPr>
          <p:cNvPr id="14" name="Picture 13">
            <a:extLst>
              <a:ext uri="{FF2B5EF4-FFF2-40B4-BE49-F238E27FC236}">
                <a16:creationId xmlns:a16="http://schemas.microsoft.com/office/drawing/2014/main" id="{33994FCD-2776-E08F-7AB1-F6AF9236A9CB}"/>
              </a:ext>
            </a:extLst>
          </p:cNvPr>
          <p:cNvPicPr>
            <a:picLocks noChangeAspect="1"/>
          </p:cNvPicPr>
          <p:nvPr/>
        </p:nvPicPr>
        <p:blipFill>
          <a:blip r:embed="rId3"/>
          <a:srcRect t="39798" b="31201"/>
          <a:stretch>
            <a:fillRect/>
          </a:stretch>
        </p:blipFill>
        <p:spPr>
          <a:xfrm>
            <a:off x="-269775" y="2829515"/>
            <a:ext cx="12731549" cy="1632748"/>
          </a:xfrm>
          <a:prstGeom prst="rect">
            <a:avLst/>
          </a:prstGeom>
        </p:spPr>
      </p:pic>
      <p:sp>
        <p:nvSpPr>
          <p:cNvPr id="4" name="Slide Number Placeholder 3">
            <a:extLst>
              <a:ext uri="{FF2B5EF4-FFF2-40B4-BE49-F238E27FC236}">
                <a16:creationId xmlns:a16="http://schemas.microsoft.com/office/drawing/2014/main" id="{6AF0649B-65E4-9B7E-E4C9-2A55D2B41AF8}"/>
              </a:ext>
            </a:extLst>
          </p:cNvPr>
          <p:cNvSpPr>
            <a:spLocks noGrp="1"/>
          </p:cNvSpPr>
          <p:nvPr>
            <p:ph type="sldNum" sz="quarter" idx="12"/>
          </p:nvPr>
        </p:nvSpPr>
        <p:spPr/>
        <p:txBody>
          <a:bodyPr/>
          <a:lstStyle/>
          <a:p>
            <a:fld id="{40A7B169-58CE-4E65-B1F9-ACF9E46440C2}" type="slidenum">
              <a:rPr lang="en-US" noProof="0" smtClean="0"/>
              <a:t>73</a:t>
            </a:fld>
            <a:endParaRPr lang="en-US" noProof="0" dirty="0"/>
          </a:p>
        </p:txBody>
      </p:sp>
    </p:spTree>
    <p:extLst>
      <p:ext uri="{BB962C8B-B14F-4D97-AF65-F5344CB8AC3E}">
        <p14:creationId xmlns:p14="http://schemas.microsoft.com/office/powerpoint/2010/main" val="49303767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7B6AE-485B-1D98-B5C2-35D701107F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F0A09E-EBD4-BD9E-D565-0CF9FA4964E9}"/>
              </a:ext>
            </a:extLst>
          </p:cNvPr>
          <p:cNvSpPr>
            <a:spLocks noGrp="1"/>
          </p:cNvSpPr>
          <p:nvPr>
            <p:ph type="title"/>
          </p:nvPr>
        </p:nvSpPr>
        <p:spPr>
          <a:xfrm>
            <a:off x="242477" y="-53443"/>
            <a:ext cx="11609159" cy="1247050"/>
          </a:xfrm>
        </p:spPr>
        <p:txBody>
          <a:bodyPr/>
          <a:lstStyle/>
          <a:p>
            <a:r>
              <a:rPr lang="en-US" sz="1800" b="1" noProof="0" dirty="0"/>
              <a:t>Resolver Cases — Tracing Bugs to Their Fix</a:t>
            </a:r>
            <a:endParaRPr lang="en-US" sz="1800" noProof="0" dirty="0"/>
          </a:p>
        </p:txBody>
      </p:sp>
      <p:sp>
        <p:nvSpPr>
          <p:cNvPr id="20" name="Sub">
            <a:extLst>
              <a:ext uri="{FF2B5EF4-FFF2-40B4-BE49-F238E27FC236}">
                <a16:creationId xmlns:a16="http://schemas.microsoft.com/office/drawing/2014/main" id="{A94175AD-C8F9-FF22-ED9B-FD2F14314D60}"/>
              </a:ext>
            </a:extLst>
          </p:cNvPr>
          <p:cNvSpPr>
            <a:spLocks noGrp="1"/>
          </p:cNvSpPr>
          <p:nvPr/>
        </p:nvSpPr>
        <p:spPr>
          <a:xfrm>
            <a:off x="145420" y="659139"/>
            <a:ext cx="11609159" cy="450000"/>
          </a:xfrm>
          <a:prstGeom prst="rect">
            <a:avLst/>
          </a:prstGeom>
          <a:noFill/>
        </p:spPr>
        <p:txBody>
          <a:bodyPr wrap="square" lIns="91440" tIns="45720" rIns="91440" bIns="45720"/>
          <a:lstStyle/>
          <a:p>
            <a:r>
              <a:rPr lang="en-US" sz="1200" b="0" noProof="0" dirty="0">
                <a:solidFill>
                  <a:srgbClr val="475569"/>
                </a:solidFill>
              </a:rPr>
              <a:t>Going beyond issue similarity: linking confirmed resolutions</a:t>
            </a:r>
          </a:p>
        </p:txBody>
      </p:sp>
      <p:sp>
        <p:nvSpPr>
          <p:cNvPr id="10" name="C10">
            <a:extLst>
              <a:ext uri="{FF2B5EF4-FFF2-40B4-BE49-F238E27FC236}">
                <a16:creationId xmlns:a16="http://schemas.microsoft.com/office/drawing/2014/main" id="{5FF6ACE6-197F-C722-BCAF-5994368F7452}"/>
              </a:ext>
            </a:extLst>
          </p:cNvPr>
          <p:cNvSpPr>
            <a:spLocks noGrp="1"/>
          </p:cNvSpPr>
          <p:nvPr/>
        </p:nvSpPr>
        <p:spPr>
          <a:xfrm>
            <a:off x="242477" y="2313315"/>
            <a:ext cx="11333852" cy="2830120"/>
          </a:xfrm>
          <a:prstGeom prst="rect">
            <a:avLst/>
          </a:prstGeom>
          <a:solidFill>
            <a:srgbClr val="FFFFFF"/>
          </a:solidFill>
          <a:ln w="12700">
            <a:noFill/>
          </a:ln>
        </p:spPr>
        <p:txBody>
          <a:bodyPr wrap="square" lIns="182880" tIns="182880" rIns="182880" bIns="182880"/>
          <a:lstStyle/>
          <a:p>
            <a:r>
              <a:rPr lang="en-US" sz="1100" b="1" noProof="0" dirty="0">
                <a:solidFill>
                  <a:srgbClr val="03217B"/>
                </a:solidFill>
              </a:rPr>
              <a:t>Construction process:</a:t>
            </a:r>
          </a:p>
          <a:p>
            <a:endParaRPr lang="en-US" sz="1100" b="1" noProof="0" dirty="0">
              <a:solidFill>
                <a:srgbClr val="03217B"/>
              </a:solidFill>
            </a:endParaRPr>
          </a:p>
        </p:txBody>
      </p:sp>
      <p:sp>
        <p:nvSpPr>
          <p:cNvPr id="3" name="Shape 4">
            <a:extLst>
              <a:ext uri="{FF2B5EF4-FFF2-40B4-BE49-F238E27FC236}">
                <a16:creationId xmlns:a16="http://schemas.microsoft.com/office/drawing/2014/main" id="{A3CD9819-6CFF-8D8F-9AEA-4BE769F42271}"/>
              </a:ext>
            </a:extLst>
          </p:cNvPr>
          <p:cNvSpPr/>
          <p:nvPr/>
        </p:nvSpPr>
        <p:spPr>
          <a:xfrm>
            <a:off x="242477" y="1024577"/>
            <a:ext cx="8229600" cy="22860"/>
          </a:xfrm>
          <a:prstGeom prst="rect">
            <a:avLst/>
          </a:prstGeom>
          <a:solidFill>
            <a:srgbClr val="CBD5E1"/>
          </a:solidFill>
          <a:ln w="12700">
            <a:solidFill>
              <a:srgbClr val="000000"/>
            </a:solidFill>
            <a:prstDash val="solid"/>
          </a:ln>
        </p:spPr>
        <p:txBody>
          <a:bodyPr/>
          <a:lstStyle/>
          <a:p>
            <a:endParaRPr lang="en-US" noProof="0" dirty="0"/>
          </a:p>
        </p:txBody>
      </p:sp>
      <p:pic>
        <p:nvPicPr>
          <p:cNvPr id="14" name="Picture 13">
            <a:extLst>
              <a:ext uri="{FF2B5EF4-FFF2-40B4-BE49-F238E27FC236}">
                <a16:creationId xmlns:a16="http://schemas.microsoft.com/office/drawing/2014/main" id="{0CF05987-CEED-582C-7DBA-80B9A836D4C1}"/>
              </a:ext>
            </a:extLst>
          </p:cNvPr>
          <p:cNvPicPr>
            <a:picLocks noChangeAspect="1"/>
          </p:cNvPicPr>
          <p:nvPr/>
        </p:nvPicPr>
        <p:blipFill>
          <a:blip r:embed="rId3"/>
          <a:srcRect t="39798" b="31201"/>
          <a:stretch>
            <a:fillRect/>
          </a:stretch>
        </p:blipFill>
        <p:spPr>
          <a:xfrm>
            <a:off x="-269775" y="2829515"/>
            <a:ext cx="12731549" cy="1632748"/>
          </a:xfrm>
          <a:prstGeom prst="rect">
            <a:avLst/>
          </a:prstGeom>
        </p:spPr>
      </p:pic>
      <p:sp>
        <p:nvSpPr>
          <p:cNvPr id="4" name="Rectangle 3">
            <a:extLst>
              <a:ext uri="{FF2B5EF4-FFF2-40B4-BE49-F238E27FC236}">
                <a16:creationId xmlns:a16="http://schemas.microsoft.com/office/drawing/2014/main" id="{5B8753C1-B41F-5298-75E4-3FD9BA1C6485}"/>
              </a:ext>
            </a:extLst>
          </p:cNvPr>
          <p:cNvSpPr/>
          <p:nvPr/>
        </p:nvSpPr>
        <p:spPr>
          <a:xfrm>
            <a:off x="3804183" y="3167244"/>
            <a:ext cx="2554735" cy="523511"/>
          </a:xfrm>
          <a:prstGeom prst="rect">
            <a:avLst/>
          </a:prstGeom>
          <a:noFill/>
          <a:ln>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buClr>
                <a:schemeClr val="bg1"/>
              </a:buClr>
            </a:pPr>
            <a:endParaRPr lang="en-US" noProof="0" dirty="0"/>
          </a:p>
        </p:txBody>
      </p:sp>
      <p:sp>
        <p:nvSpPr>
          <p:cNvPr id="5" name="Rectangle 4">
            <a:extLst>
              <a:ext uri="{FF2B5EF4-FFF2-40B4-BE49-F238E27FC236}">
                <a16:creationId xmlns:a16="http://schemas.microsoft.com/office/drawing/2014/main" id="{A1519C3A-0C26-AE27-22BA-D33ECE5B46B3}"/>
              </a:ext>
            </a:extLst>
          </p:cNvPr>
          <p:cNvSpPr/>
          <p:nvPr/>
        </p:nvSpPr>
        <p:spPr>
          <a:xfrm>
            <a:off x="6463621" y="3167243"/>
            <a:ext cx="1926523" cy="523511"/>
          </a:xfrm>
          <a:prstGeom prst="rect">
            <a:avLst/>
          </a:prstGeom>
          <a:noFill/>
          <a:ln>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buClr>
                <a:schemeClr val="bg1"/>
              </a:buClr>
            </a:pPr>
            <a:endParaRPr lang="en-US" noProof="0" dirty="0"/>
          </a:p>
        </p:txBody>
      </p:sp>
      <p:sp>
        <p:nvSpPr>
          <p:cNvPr id="6" name="Slide Number Placeholder 5">
            <a:extLst>
              <a:ext uri="{FF2B5EF4-FFF2-40B4-BE49-F238E27FC236}">
                <a16:creationId xmlns:a16="http://schemas.microsoft.com/office/drawing/2014/main" id="{D3B60B81-2105-F046-60C8-FBFBA9102E5E}"/>
              </a:ext>
            </a:extLst>
          </p:cNvPr>
          <p:cNvSpPr>
            <a:spLocks noGrp="1"/>
          </p:cNvSpPr>
          <p:nvPr>
            <p:ph type="sldNum" sz="quarter" idx="12"/>
          </p:nvPr>
        </p:nvSpPr>
        <p:spPr/>
        <p:txBody>
          <a:bodyPr/>
          <a:lstStyle/>
          <a:p>
            <a:fld id="{40A7B169-58CE-4E65-B1F9-ACF9E46440C2}" type="slidenum">
              <a:rPr lang="en-US" noProof="0" smtClean="0"/>
              <a:t>74</a:t>
            </a:fld>
            <a:endParaRPr lang="en-US" noProof="0" dirty="0"/>
          </a:p>
        </p:txBody>
      </p:sp>
    </p:spTree>
    <p:extLst>
      <p:ext uri="{BB962C8B-B14F-4D97-AF65-F5344CB8AC3E}">
        <p14:creationId xmlns:p14="http://schemas.microsoft.com/office/powerpoint/2010/main" val="405253509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4BA0F-6D5A-C8F9-37FA-CE2F347442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F3C4C4-EFA9-D3F1-948B-4325296EB4A7}"/>
              </a:ext>
            </a:extLst>
          </p:cNvPr>
          <p:cNvSpPr>
            <a:spLocks noGrp="1"/>
          </p:cNvSpPr>
          <p:nvPr>
            <p:ph type="title"/>
          </p:nvPr>
        </p:nvSpPr>
        <p:spPr>
          <a:xfrm>
            <a:off x="242477" y="-53443"/>
            <a:ext cx="11609159" cy="1247050"/>
          </a:xfrm>
        </p:spPr>
        <p:txBody>
          <a:bodyPr/>
          <a:lstStyle/>
          <a:p>
            <a:r>
              <a:rPr lang="en-US" sz="1800" b="1" noProof="0" dirty="0"/>
              <a:t>Resolver Cases — Tracing Bugs to Their Fix</a:t>
            </a:r>
            <a:endParaRPr lang="en-US" sz="1800" noProof="0" dirty="0"/>
          </a:p>
        </p:txBody>
      </p:sp>
      <p:sp>
        <p:nvSpPr>
          <p:cNvPr id="20" name="Sub">
            <a:extLst>
              <a:ext uri="{FF2B5EF4-FFF2-40B4-BE49-F238E27FC236}">
                <a16:creationId xmlns:a16="http://schemas.microsoft.com/office/drawing/2014/main" id="{0D4087D8-48A3-2697-2146-18AD761B16DC}"/>
              </a:ext>
            </a:extLst>
          </p:cNvPr>
          <p:cNvSpPr>
            <a:spLocks noGrp="1"/>
          </p:cNvSpPr>
          <p:nvPr/>
        </p:nvSpPr>
        <p:spPr>
          <a:xfrm>
            <a:off x="145420" y="659139"/>
            <a:ext cx="11609159" cy="450000"/>
          </a:xfrm>
          <a:prstGeom prst="rect">
            <a:avLst/>
          </a:prstGeom>
          <a:noFill/>
        </p:spPr>
        <p:txBody>
          <a:bodyPr wrap="square" lIns="91440" tIns="45720" rIns="91440" bIns="45720"/>
          <a:lstStyle/>
          <a:p>
            <a:r>
              <a:rPr lang="en-US" sz="1200" b="0" noProof="0" dirty="0">
                <a:solidFill>
                  <a:srgbClr val="475569"/>
                </a:solidFill>
              </a:rPr>
              <a:t>Going beyond issue similarity: linking confirmed resolutions</a:t>
            </a:r>
          </a:p>
        </p:txBody>
      </p:sp>
      <p:sp>
        <p:nvSpPr>
          <p:cNvPr id="3" name="Shape 4">
            <a:extLst>
              <a:ext uri="{FF2B5EF4-FFF2-40B4-BE49-F238E27FC236}">
                <a16:creationId xmlns:a16="http://schemas.microsoft.com/office/drawing/2014/main" id="{B1B191A6-F719-ED8E-F744-11AB8D5F8EB1}"/>
              </a:ext>
            </a:extLst>
          </p:cNvPr>
          <p:cNvSpPr/>
          <p:nvPr/>
        </p:nvSpPr>
        <p:spPr>
          <a:xfrm>
            <a:off x="242477" y="1024577"/>
            <a:ext cx="8229600" cy="22860"/>
          </a:xfrm>
          <a:prstGeom prst="rect">
            <a:avLst/>
          </a:prstGeom>
          <a:solidFill>
            <a:srgbClr val="CBD5E1"/>
          </a:solidFill>
          <a:ln w="12700">
            <a:solidFill>
              <a:srgbClr val="000000"/>
            </a:solidFill>
            <a:prstDash val="solid"/>
          </a:ln>
        </p:spPr>
        <p:txBody>
          <a:bodyPr/>
          <a:lstStyle/>
          <a:p>
            <a:endParaRPr lang="en-US" noProof="0" dirty="0"/>
          </a:p>
        </p:txBody>
      </p:sp>
      <p:pic>
        <p:nvPicPr>
          <p:cNvPr id="14" name="Picture 13">
            <a:extLst>
              <a:ext uri="{FF2B5EF4-FFF2-40B4-BE49-F238E27FC236}">
                <a16:creationId xmlns:a16="http://schemas.microsoft.com/office/drawing/2014/main" id="{72C08261-0190-7483-4E11-D65CC82D30AB}"/>
              </a:ext>
            </a:extLst>
          </p:cNvPr>
          <p:cNvPicPr>
            <a:picLocks noChangeAspect="1"/>
          </p:cNvPicPr>
          <p:nvPr/>
        </p:nvPicPr>
        <p:blipFill>
          <a:blip r:embed="rId3"/>
          <a:srcRect t="39798" b="31201"/>
          <a:stretch>
            <a:fillRect/>
          </a:stretch>
        </p:blipFill>
        <p:spPr>
          <a:xfrm>
            <a:off x="0" y="1906189"/>
            <a:ext cx="12192000" cy="1563554"/>
          </a:xfrm>
          <a:prstGeom prst="rect">
            <a:avLst/>
          </a:prstGeom>
        </p:spPr>
      </p:pic>
      <p:sp>
        <p:nvSpPr>
          <p:cNvPr id="15" name="Rectangle 14">
            <a:extLst>
              <a:ext uri="{FF2B5EF4-FFF2-40B4-BE49-F238E27FC236}">
                <a16:creationId xmlns:a16="http://schemas.microsoft.com/office/drawing/2014/main" id="{EB42A4A8-180C-1DD0-7E7B-42BCFF80648F}"/>
              </a:ext>
            </a:extLst>
          </p:cNvPr>
          <p:cNvSpPr/>
          <p:nvPr/>
        </p:nvSpPr>
        <p:spPr>
          <a:xfrm>
            <a:off x="3853044" y="2191768"/>
            <a:ext cx="2554735" cy="523511"/>
          </a:xfrm>
          <a:prstGeom prst="rect">
            <a:avLst/>
          </a:prstGeom>
          <a:noFill/>
          <a:ln>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buClr>
                <a:schemeClr val="bg1"/>
              </a:buClr>
            </a:pPr>
            <a:endParaRPr lang="en-US" noProof="0" dirty="0"/>
          </a:p>
        </p:txBody>
      </p:sp>
      <p:sp>
        <p:nvSpPr>
          <p:cNvPr id="7" name="TextBox 6">
            <a:extLst>
              <a:ext uri="{FF2B5EF4-FFF2-40B4-BE49-F238E27FC236}">
                <a16:creationId xmlns:a16="http://schemas.microsoft.com/office/drawing/2014/main" id="{3A0BDE4F-780C-E24B-F82E-6EDBF717D11B}"/>
              </a:ext>
            </a:extLst>
          </p:cNvPr>
          <p:cNvSpPr txBox="1"/>
          <p:nvPr/>
        </p:nvSpPr>
        <p:spPr>
          <a:xfrm>
            <a:off x="455455" y="1437304"/>
            <a:ext cx="6271666" cy="307777"/>
          </a:xfrm>
          <a:prstGeom prst="rect">
            <a:avLst/>
          </a:prstGeom>
          <a:noFill/>
        </p:spPr>
        <p:txBody>
          <a:bodyPr wrap="square">
            <a:spAutoFit/>
          </a:bodyPr>
          <a:lstStyle/>
          <a:p>
            <a:r>
              <a:rPr lang="en-US" sz="1400" b="1" noProof="0" dirty="0">
                <a:solidFill>
                  <a:srgbClr val="03217B"/>
                </a:solidFill>
              </a:rPr>
              <a:t>Construction process:</a:t>
            </a:r>
          </a:p>
        </p:txBody>
      </p:sp>
      <p:sp>
        <p:nvSpPr>
          <p:cNvPr id="8" name="TextBox 7">
            <a:extLst>
              <a:ext uri="{FF2B5EF4-FFF2-40B4-BE49-F238E27FC236}">
                <a16:creationId xmlns:a16="http://schemas.microsoft.com/office/drawing/2014/main" id="{69E8049B-2EA2-A7B2-8020-11F02684EAB1}"/>
              </a:ext>
            </a:extLst>
          </p:cNvPr>
          <p:cNvSpPr txBox="1"/>
          <p:nvPr/>
        </p:nvSpPr>
        <p:spPr>
          <a:xfrm>
            <a:off x="1429768" y="3382441"/>
            <a:ext cx="6271666" cy="307777"/>
          </a:xfrm>
          <a:prstGeom prst="rect">
            <a:avLst/>
          </a:prstGeom>
          <a:noFill/>
        </p:spPr>
        <p:txBody>
          <a:bodyPr wrap="square">
            <a:spAutoFit/>
          </a:bodyPr>
          <a:lstStyle/>
          <a:p>
            <a:r>
              <a:rPr lang="en-US" sz="1400" b="1" noProof="0" dirty="0">
                <a:solidFill>
                  <a:srgbClr val="03217B"/>
                </a:solidFill>
              </a:rPr>
              <a:t>Score calculation: </a:t>
            </a:r>
          </a:p>
        </p:txBody>
      </p:sp>
      <p:sp>
        <p:nvSpPr>
          <p:cNvPr id="12" name="TextBox 11">
            <a:extLst>
              <a:ext uri="{FF2B5EF4-FFF2-40B4-BE49-F238E27FC236}">
                <a16:creationId xmlns:a16="http://schemas.microsoft.com/office/drawing/2014/main" id="{CFD3856F-F1FA-1FBB-DCE1-52FFD5B8DD7E}"/>
              </a:ext>
            </a:extLst>
          </p:cNvPr>
          <p:cNvSpPr txBox="1"/>
          <p:nvPr/>
        </p:nvSpPr>
        <p:spPr>
          <a:xfrm>
            <a:off x="1429768" y="3774236"/>
            <a:ext cx="3929826" cy="276999"/>
          </a:xfrm>
          <a:prstGeom prst="rect">
            <a:avLst/>
          </a:prstGeom>
          <a:noFill/>
        </p:spPr>
        <p:txBody>
          <a:bodyPr wrap="square">
            <a:spAutoFit/>
          </a:bodyPr>
          <a:lstStyle/>
          <a:p>
            <a:r>
              <a:rPr lang="en-US" sz="1200" b="0" i="1" noProof="0" dirty="0" err="1">
                <a:solidFill>
                  <a:schemeClr val="bg2">
                    <a:lumMod val="10000"/>
                  </a:schemeClr>
                </a:solidFill>
                <a:effectLst/>
              </a:rPr>
              <a:t>link_score</a:t>
            </a:r>
            <a:r>
              <a:rPr lang="en-US" sz="1200" b="0" i="1" noProof="0" dirty="0">
                <a:solidFill>
                  <a:schemeClr val="bg2">
                    <a:lumMod val="10000"/>
                  </a:schemeClr>
                </a:solidFill>
                <a:effectLst/>
              </a:rPr>
              <a:t>=min(1,PR+MergeBonus+Commit)</a:t>
            </a:r>
            <a:endParaRPr lang="en-US" sz="1200" i="1" noProof="0" dirty="0">
              <a:solidFill>
                <a:schemeClr val="bg2">
                  <a:lumMod val="10000"/>
                </a:schemeClr>
              </a:solidFill>
            </a:endParaRPr>
          </a:p>
        </p:txBody>
      </p:sp>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12DF9468-B893-BAE1-ED5B-985CDEEDDF5B}"/>
                  </a:ext>
                </a:extLst>
              </p:cNvPr>
              <p:cNvSpPr txBox="1"/>
              <p:nvPr/>
            </p:nvSpPr>
            <p:spPr>
              <a:xfrm>
                <a:off x="145420" y="4135253"/>
                <a:ext cx="8465179" cy="276999"/>
              </a:xfrm>
              <a:prstGeom prst="rect">
                <a:avLst/>
              </a:prstGeom>
              <a:noFill/>
            </p:spPr>
            <p:txBody>
              <a:bodyPr wrap="square">
                <a:spAutoFit/>
              </a:bodyPr>
              <a:lstStyle/>
              <a:p>
                <a:pPr algn="l">
                  <a:spcAft>
                    <a:spcPts val="1200"/>
                  </a:spcAft>
                  <a:buNone/>
                </a:pPr>
                <a:r>
                  <a:rPr lang="en-US" sz="1200" b="0" i="0" noProof="0" dirty="0">
                    <a:solidFill>
                      <a:schemeClr val="bg2">
                        <a:lumMod val="10000"/>
                      </a:schemeClr>
                    </a:solidFill>
                    <a:effectLst/>
                  </a:rPr>
                  <a:t>                              Avec: </a:t>
                </a:r>
                <a14:m>
                  <m:oMath xmlns:m="http://schemas.openxmlformats.org/officeDocument/2006/math">
                    <m:r>
                      <a:rPr lang="en-US" sz="1200" b="0" i="0" noProof="0" smtClean="0">
                        <a:solidFill>
                          <a:schemeClr val="bg2">
                            <a:lumMod val="10000"/>
                          </a:schemeClr>
                        </a:solidFill>
                        <a:latin typeface="Cambria Math" panose="02040503050406030204" pitchFamily="18" charset="0"/>
                      </a:rPr>
                      <m:t> </m:t>
                    </m:r>
                    <m:r>
                      <a:rPr lang="en-US" sz="1200" i="1" noProof="0">
                        <a:solidFill>
                          <a:schemeClr val="bg2">
                            <a:lumMod val="10000"/>
                          </a:schemeClr>
                        </a:solidFill>
                        <a:latin typeface="Cambria Math" panose="02040503050406030204" pitchFamily="18" charset="0"/>
                      </a:rPr>
                      <m:t>𝑃𝑅</m:t>
                    </m:r>
                    <m:r>
                      <a:rPr lang="en-US" sz="1200" i="0" noProof="0">
                        <a:solidFill>
                          <a:schemeClr val="bg2">
                            <a:lumMod val="10000"/>
                          </a:schemeClr>
                        </a:solidFill>
                        <a:latin typeface="Cambria Math" panose="02040503050406030204" pitchFamily="18" charset="0"/>
                      </a:rPr>
                      <m:t>∈</m:t>
                    </m:r>
                    <m:d>
                      <m:dPr>
                        <m:begChr m:val="{"/>
                        <m:endChr m:val="}"/>
                        <m:sepChr m:val=","/>
                        <m:ctrlPr>
                          <a:rPr lang="en-US" sz="1200" i="1" noProof="0" smtClean="0">
                            <a:solidFill>
                              <a:schemeClr val="bg2">
                                <a:lumMod val="10000"/>
                              </a:schemeClr>
                            </a:solidFill>
                            <a:latin typeface="Cambria Math" panose="02040503050406030204" pitchFamily="18" charset="0"/>
                          </a:rPr>
                        </m:ctrlPr>
                      </m:dPr>
                      <m:e>
                        <m:r>
                          <a:rPr lang="en-US" sz="1200" i="0" noProof="0" smtClean="0">
                            <a:solidFill>
                              <a:schemeClr val="bg2">
                                <a:lumMod val="10000"/>
                              </a:schemeClr>
                            </a:solidFill>
                            <a:latin typeface="Cambria Math" panose="02040503050406030204" pitchFamily="18" charset="0"/>
                          </a:rPr>
                          <m:t>0</m:t>
                        </m:r>
                      </m:e>
                      <m:e>
                        <m:r>
                          <a:rPr lang="en-US" sz="1200" i="0" noProof="0" smtClean="0">
                            <a:solidFill>
                              <a:schemeClr val="bg2">
                                <a:lumMod val="10000"/>
                              </a:schemeClr>
                            </a:solidFill>
                            <a:latin typeface="Cambria Math" panose="02040503050406030204" pitchFamily="18" charset="0"/>
                          </a:rPr>
                          <m:t>0.5</m:t>
                        </m:r>
                      </m:e>
                    </m:d>
                    <m:r>
                      <a:rPr lang="en-US" sz="1200" i="0" noProof="0" smtClean="0">
                        <a:solidFill>
                          <a:schemeClr val="bg2">
                            <a:lumMod val="10000"/>
                          </a:schemeClr>
                        </a:solidFill>
                        <a:latin typeface="Cambria Math" panose="02040503050406030204" pitchFamily="18" charset="0"/>
                      </a:rPr>
                      <m:t>, </m:t>
                    </m:r>
                    <m:r>
                      <a:rPr lang="en-US" sz="1200" b="0" i="1" noProof="0" smtClean="0">
                        <a:solidFill>
                          <a:schemeClr val="bg2">
                            <a:lumMod val="10000"/>
                          </a:schemeClr>
                        </a:solidFill>
                        <a:latin typeface="Cambria Math" panose="02040503050406030204" pitchFamily="18" charset="0"/>
                      </a:rPr>
                      <m:t> </m:t>
                    </m:r>
                    <m:r>
                      <a:rPr lang="en-US" sz="1200" i="1" noProof="0" smtClean="0">
                        <a:solidFill>
                          <a:schemeClr val="bg2">
                            <a:lumMod val="10000"/>
                          </a:schemeClr>
                        </a:solidFill>
                        <a:latin typeface="Cambria Math" panose="02040503050406030204" pitchFamily="18" charset="0"/>
                      </a:rPr>
                      <m:t>𝑀𝑒𝑟𝑔𝑒𝐵𝑜𝑛𝑢𝑠</m:t>
                    </m:r>
                    <m:r>
                      <a:rPr lang="en-US" sz="1200" i="0" noProof="0" smtClean="0">
                        <a:solidFill>
                          <a:schemeClr val="bg2">
                            <a:lumMod val="10000"/>
                          </a:schemeClr>
                        </a:solidFill>
                        <a:latin typeface="Cambria Math" panose="02040503050406030204" pitchFamily="18" charset="0"/>
                      </a:rPr>
                      <m:t>∈</m:t>
                    </m:r>
                    <m:d>
                      <m:dPr>
                        <m:begChr m:val="{"/>
                        <m:endChr m:val="}"/>
                        <m:sepChr m:val=","/>
                        <m:ctrlPr>
                          <a:rPr lang="en-US" sz="1200" i="1" noProof="0" smtClean="0">
                            <a:solidFill>
                              <a:schemeClr val="bg2">
                                <a:lumMod val="10000"/>
                              </a:schemeClr>
                            </a:solidFill>
                            <a:latin typeface="Cambria Math" panose="02040503050406030204" pitchFamily="18" charset="0"/>
                          </a:rPr>
                        </m:ctrlPr>
                      </m:dPr>
                      <m:e>
                        <m:r>
                          <a:rPr lang="en-US" sz="1200" i="0" noProof="0" smtClean="0">
                            <a:solidFill>
                              <a:schemeClr val="bg2">
                                <a:lumMod val="10000"/>
                              </a:schemeClr>
                            </a:solidFill>
                            <a:latin typeface="Cambria Math" panose="02040503050406030204" pitchFamily="18" charset="0"/>
                          </a:rPr>
                          <m:t>0</m:t>
                        </m:r>
                      </m:e>
                      <m:e>
                        <m:r>
                          <a:rPr lang="en-US" sz="1200" i="0" noProof="0" smtClean="0">
                            <a:solidFill>
                              <a:schemeClr val="bg2">
                                <a:lumMod val="10000"/>
                              </a:schemeClr>
                            </a:solidFill>
                            <a:latin typeface="Cambria Math" panose="02040503050406030204" pitchFamily="18" charset="0"/>
                          </a:rPr>
                          <m:t>0.1</m:t>
                        </m:r>
                      </m:e>
                      <m:e>
                        <m:r>
                          <a:rPr lang="en-US" sz="1200" i="0" noProof="0" smtClean="0">
                            <a:solidFill>
                              <a:schemeClr val="bg2">
                                <a:lumMod val="10000"/>
                              </a:schemeClr>
                            </a:solidFill>
                            <a:latin typeface="Cambria Math" panose="02040503050406030204" pitchFamily="18" charset="0"/>
                          </a:rPr>
                          <m:t>0.3</m:t>
                        </m:r>
                      </m:e>
                    </m:d>
                    <m:r>
                      <a:rPr lang="en-US" sz="1200" b="0" i="0" noProof="0" smtClean="0">
                        <a:solidFill>
                          <a:schemeClr val="bg2">
                            <a:lumMod val="10000"/>
                          </a:schemeClr>
                        </a:solidFill>
                        <a:latin typeface="Cambria Math" panose="02040503050406030204" pitchFamily="18" charset="0"/>
                      </a:rPr>
                      <m:t>  </m:t>
                    </m:r>
                    <m:r>
                      <a:rPr lang="en-US" sz="1200" i="0" noProof="0" smtClean="0">
                        <a:solidFill>
                          <a:schemeClr val="bg2">
                            <a:lumMod val="10000"/>
                          </a:schemeClr>
                        </a:solidFill>
                        <a:latin typeface="Cambria Math" panose="02040503050406030204" pitchFamily="18" charset="0"/>
                      </a:rPr>
                      <m:t>,</m:t>
                    </m:r>
                    <m:r>
                      <a:rPr lang="en-US" sz="1200" b="0" i="0" noProof="0" smtClean="0">
                        <a:solidFill>
                          <a:schemeClr val="bg2">
                            <a:lumMod val="10000"/>
                          </a:schemeClr>
                        </a:solidFill>
                        <a:latin typeface="Cambria Math" panose="02040503050406030204" pitchFamily="18" charset="0"/>
                      </a:rPr>
                      <m:t> </m:t>
                    </m:r>
                    <m:r>
                      <a:rPr lang="en-US" sz="1200" i="0" noProof="0" smtClean="0">
                        <a:solidFill>
                          <a:schemeClr val="bg2">
                            <a:lumMod val="10000"/>
                          </a:schemeClr>
                        </a:solidFill>
                        <a:latin typeface="Cambria Math" panose="02040503050406030204" pitchFamily="18" charset="0"/>
                      </a:rPr>
                      <m:t> </m:t>
                    </m:r>
                    <m:r>
                      <a:rPr lang="en-US" sz="1200" i="1" noProof="0" smtClean="0">
                        <a:solidFill>
                          <a:schemeClr val="bg2">
                            <a:lumMod val="10000"/>
                          </a:schemeClr>
                        </a:solidFill>
                        <a:latin typeface="Cambria Math" panose="02040503050406030204" pitchFamily="18" charset="0"/>
                      </a:rPr>
                      <m:t>𝐶𝑜𝑚𝑚𝑖𝑡</m:t>
                    </m:r>
                    <m:r>
                      <a:rPr lang="en-US" sz="1200" i="0" noProof="0" smtClean="0">
                        <a:solidFill>
                          <a:schemeClr val="bg2">
                            <a:lumMod val="10000"/>
                          </a:schemeClr>
                        </a:solidFill>
                        <a:latin typeface="Cambria Math" panose="02040503050406030204" pitchFamily="18" charset="0"/>
                      </a:rPr>
                      <m:t>∈</m:t>
                    </m:r>
                    <m:d>
                      <m:dPr>
                        <m:begChr m:val="{"/>
                        <m:endChr m:val="}"/>
                        <m:sepChr m:val=","/>
                        <m:ctrlPr>
                          <a:rPr lang="en-US" sz="1200" i="1" noProof="0" smtClean="0">
                            <a:solidFill>
                              <a:schemeClr val="bg2">
                                <a:lumMod val="10000"/>
                              </a:schemeClr>
                            </a:solidFill>
                            <a:latin typeface="Cambria Math" panose="02040503050406030204" pitchFamily="18" charset="0"/>
                          </a:rPr>
                        </m:ctrlPr>
                      </m:dPr>
                      <m:e>
                        <m:r>
                          <a:rPr lang="en-US" sz="1200" i="0" noProof="0" smtClean="0">
                            <a:solidFill>
                              <a:schemeClr val="bg2">
                                <a:lumMod val="10000"/>
                              </a:schemeClr>
                            </a:solidFill>
                            <a:latin typeface="Cambria Math" panose="02040503050406030204" pitchFamily="18" charset="0"/>
                          </a:rPr>
                          <m:t>0</m:t>
                        </m:r>
                      </m:e>
                      <m:e>
                        <m:r>
                          <a:rPr lang="en-US" sz="1200" i="0" noProof="0" smtClean="0">
                            <a:solidFill>
                              <a:schemeClr val="bg2">
                                <a:lumMod val="10000"/>
                              </a:schemeClr>
                            </a:solidFill>
                            <a:latin typeface="Cambria Math" panose="02040503050406030204" pitchFamily="18" charset="0"/>
                          </a:rPr>
                          <m:t>0.2</m:t>
                        </m:r>
                      </m:e>
                    </m:d>
                  </m:oMath>
                </a14:m>
                <a:endParaRPr lang="en-US" sz="1200" b="0" i="0" noProof="0" dirty="0">
                  <a:solidFill>
                    <a:schemeClr val="bg2">
                      <a:lumMod val="10000"/>
                    </a:schemeClr>
                  </a:solidFill>
                  <a:effectLst/>
                </a:endParaRPr>
              </a:p>
            </p:txBody>
          </p:sp>
        </mc:Choice>
        <mc:Fallback>
          <p:sp>
            <p:nvSpPr>
              <p:cNvPr id="16" name="TextBox 15">
                <a:extLst>
                  <a:ext uri="{FF2B5EF4-FFF2-40B4-BE49-F238E27FC236}">
                    <a16:creationId xmlns:a16="http://schemas.microsoft.com/office/drawing/2014/main" id="{12DF9468-B893-BAE1-ED5B-985CDEEDDF5B}"/>
                  </a:ext>
                </a:extLst>
              </p:cNvPr>
              <p:cNvSpPr txBox="1">
                <a:spLocks noRot="1" noChangeAspect="1" noMove="1" noResize="1" noEditPoints="1" noAdjustHandles="1" noChangeArrowheads="1" noChangeShapeType="1" noTextEdit="1"/>
              </p:cNvSpPr>
              <p:nvPr/>
            </p:nvSpPr>
            <p:spPr>
              <a:xfrm>
                <a:off x="145420" y="4135253"/>
                <a:ext cx="8465179" cy="276999"/>
              </a:xfrm>
              <a:prstGeom prst="rect">
                <a:avLst/>
              </a:prstGeom>
              <a:blipFill>
                <a:blip r:embed="rId4"/>
                <a:stretch>
                  <a:fillRect t="-2174" b="-13043"/>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720B7B7A-EDEF-3AC1-D416-EFCFA65666AF}"/>
              </a:ext>
            </a:extLst>
          </p:cNvPr>
          <p:cNvSpPr txBox="1"/>
          <p:nvPr/>
        </p:nvSpPr>
        <p:spPr>
          <a:xfrm>
            <a:off x="1429768" y="4808268"/>
            <a:ext cx="6271666" cy="1323439"/>
          </a:xfrm>
          <a:prstGeom prst="rect">
            <a:avLst/>
          </a:prstGeom>
          <a:noFill/>
        </p:spPr>
        <p:txBody>
          <a:bodyPr wrap="square">
            <a:spAutoFit/>
          </a:bodyPr>
          <a:lstStyle/>
          <a:p>
            <a:pPr algn="l">
              <a:spcBef>
                <a:spcPts val="300"/>
              </a:spcBef>
              <a:spcAft>
                <a:spcPts val="300"/>
              </a:spcAft>
              <a:buFont typeface="Arial" panose="020B0604020202020204" pitchFamily="34" charset="0"/>
              <a:buChar char="•"/>
            </a:pPr>
            <a:r>
              <a:rPr lang="en-US" sz="1200" b="0" i="0" noProof="0" dirty="0">
                <a:solidFill>
                  <a:schemeClr val="bg2">
                    <a:lumMod val="10000"/>
                  </a:schemeClr>
                </a:solidFill>
                <a:effectLst/>
              </a:rPr>
              <a:t> Explicit PR found: </a:t>
            </a:r>
            <a:r>
              <a:rPr lang="en-US" sz="1200" b="1" i="0" noProof="0" dirty="0">
                <a:solidFill>
                  <a:srgbClr val="425A78"/>
                </a:solidFill>
                <a:effectLst/>
              </a:rPr>
              <a:t>+0.5</a:t>
            </a:r>
          </a:p>
          <a:p>
            <a:pPr algn="l">
              <a:spcBef>
                <a:spcPts val="300"/>
              </a:spcBef>
              <a:spcAft>
                <a:spcPts val="300"/>
              </a:spcAft>
              <a:buFont typeface="Arial" panose="020B0604020202020204" pitchFamily="34" charset="0"/>
              <a:buChar char="•"/>
            </a:pPr>
            <a:r>
              <a:rPr lang="en-US" sz="1200" b="0" i="0" noProof="0" dirty="0">
                <a:solidFill>
                  <a:schemeClr val="bg2">
                    <a:lumMod val="10000"/>
                  </a:schemeClr>
                </a:solidFill>
                <a:effectLst/>
              </a:rPr>
              <a:t> Merged PR: </a:t>
            </a:r>
            <a:r>
              <a:rPr lang="en-US" sz="1200" b="1" i="0" noProof="0" dirty="0">
                <a:solidFill>
                  <a:srgbClr val="425A78"/>
                </a:solidFill>
                <a:effectLst/>
              </a:rPr>
              <a:t>+0.3</a:t>
            </a:r>
          </a:p>
          <a:p>
            <a:pPr algn="l">
              <a:spcBef>
                <a:spcPts val="300"/>
              </a:spcBef>
              <a:spcAft>
                <a:spcPts val="300"/>
              </a:spcAft>
              <a:buFont typeface="Arial" panose="020B0604020202020204" pitchFamily="34" charset="0"/>
              <a:buChar char="•"/>
            </a:pPr>
            <a:r>
              <a:rPr lang="en-US" sz="1200" b="0" i="0" noProof="0" dirty="0">
                <a:solidFill>
                  <a:schemeClr val="bg2">
                    <a:lumMod val="10000"/>
                  </a:schemeClr>
                </a:solidFill>
                <a:effectLst/>
              </a:rPr>
              <a:t> If PR found but not merged: </a:t>
            </a:r>
            <a:r>
              <a:rPr lang="en-US" sz="1200" b="1" i="0" noProof="0" dirty="0">
                <a:solidFill>
                  <a:srgbClr val="425A78"/>
                </a:solidFill>
                <a:effectLst/>
              </a:rPr>
              <a:t>+0.1 </a:t>
            </a:r>
            <a:r>
              <a:rPr lang="en-US" sz="1200" b="0" i="0" noProof="0" dirty="0">
                <a:solidFill>
                  <a:schemeClr val="bg2">
                    <a:lumMod val="10000"/>
                  </a:schemeClr>
                </a:solidFill>
                <a:effectLst/>
              </a:rPr>
              <a:t>(au lieu of +0.3)</a:t>
            </a:r>
          </a:p>
          <a:p>
            <a:pPr algn="l">
              <a:spcBef>
                <a:spcPts val="300"/>
              </a:spcBef>
              <a:spcAft>
                <a:spcPts val="300"/>
              </a:spcAft>
              <a:buFont typeface="Arial" panose="020B0604020202020204" pitchFamily="34" charset="0"/>
              <a:buChar char="•"/>
            </a:pPr>
            <a:r>
              <a:rPr lang="en-US" sz="1200" b="0" i="0" noProof="0" dirty="0">
                <a:solidFill>
                  <a:schemeClr val="bg2">
                    <a:lumMod val="10000"/>
                  </a:schemeClr>
                </a:solidFill>
                <a:effectLst/>
              </a:rPr>
              <a:t> Commit </a:t>
            </a:r>
            <a:r>
              <a:rPr lang="en-US" sz="1200" noProof="0" dirty="0">
                <a:solidFill>
                  <a:schemeClr val="bg2">
                    <a:lumMod val="10000"/>
                  </a:schemeClr>
                </a:solidFill>
              </a:rPr>
              <a:t>"</a:t>
            </a:r>
            <a:r>
              <a:rPr lang="en-US" sz="1200" b="0" i="0" noProof="0" dirty="0">
                <a:solidFill>
                  <a:schemeClr val="bg2">
                    <a:lumMod val="10000"/>
                  </a:schemeClr>
                </a:solidFill>
                <a:effectLst/>
              </a:rPr>
              <a:t>meaningful trouvé" does: </a:t>
            </a:r>
            <a:r>
              <a:rPr lang="en-US" sz="1200" b="1" i="0" noProof="0" dirty="0">
                <a:solidFill>
                  <a:srgbClr val="425A78"/>
                </a:solidFill>
                <a:effectLst/>
              </a:rPr>
              <a:t>+0.2</a:t>
            </a:r>
          </a:p>
          <a:p>
            <a:pPr algn="l">
              <a:spcBef>
                <a:spcPts val="300"/>
              </a:spcBef>
              <a:spcAft>
                <a:spcPts val="300"/>
              </a:spcAft>
              <a:buFont typeface="Arial" panose="020B0604020202020204" pitchFamily="34" charset="0"/>
              <a:buChar char="•"/>
            </a:pPr>
            <a:r>
              <a:rPr lang="en-US" sz="1200" b="0" i="0" noProof="0" dirty="0">
                <a:solidFill>
                  <a:schemeClr val="bg2">
                    <a:lumMod val="10000"/>
                  </a:schemeClr>
                </a:solidFill>
                <a:effectLst/>
              </a:rPr>
              <a:t> Final score capped at </a:t>
            </a:r>
            <a:r>
              <a:rPr lang="en-US" sz="1200" b="1" i="0" noProof="0" dirty="0">
                <a:solidFill>
                  <a:srgbClr val="425A78"/>
                </a:solidFill>
                <a:effectLst/>
              </a:rPr>
              <a:t>1.0</a:t>
            </a:r>
          </a:p>
        </p:txBody>
      </p:sp>
      <p:pic>
        <p:nvPicPr>
          <p:cNvPr id="21" name="Graphic 20" descr="Arrow Right with solid fill">
            <a:extLst>
              <a:ext uri="{FF2B5EF4-FFF2-40B4-BE49-F238E27FC236}">
                <a16:creationId xmlns:a16="http://schemas.microsoft.com/office/drawing/2014/main" id="{F12C3C76-EACA-06E8-094E-C8EA5ABC040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8263501">
            <a:off x="3637276" y="2902537"/>
            <a:ext cx="431535" cy="431535"/>
          </a:xfrm>
          <a:prstGeom prst="rect">
            <a:avLst/>
          </a:prstGeom>
        </p:spPr>
      </p:pic>
      <p:pic>
        <p:nvPicPr>
          <p:cNvPr id="23" name="Graphic 22" descr="Arrow Right with solid fill">
            <a:extLst>
              <a:ext uri="{FF2B5EF4-FFF2-40B4-BE49-F238E27FC236}">
                <a16:creationId xmlns:a16="http://schemas.microsoft.com/office/drawing/2014/main" id="{B014555E-E712-218A-F2C8-B72A0861801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70109" y="4468301"/>
            <a:ext cx="431535" cy="431535"/>
          </a:xfrm>
          <a:prstGeom prst="rect">
            <a:avLst/>
          </a:prstGeom>
        </p:spPr>
      </p:pic>
      <p:sp>
        <p:nvSpPr>
          <p:cNvPr id="33" name="TextBox 32">
            <a:extLst>
              <a:ext uri="{FF2B5EF4-FFF2-40B4-BE49-F238E27FC236}">
                <a16:creationId xmlns:a16="http://schemas.microsoft.com/office/drawing/2014/main" id="{A0A8D5B7-EAC4-3BEF-9483-14AF9ED3C0BE}"/>
              </a:ext>
            </a:extLst>
          </p:cNvPr>
          <p:cNvSpPr txBox="1"/>
          <p:nvPr/>
        </p:nvSpPr>
        <p:spPr>
          <a:xfrm>
            <a:off x="6645950" y="3424450"/>
            <a:ext cx="1587455" cy="307777"/>
          </a:xfrm>
          <a:prstGeom prst="rect">
            <a:avLst/>
          </a:prstGeom>
          <a:noFill/>
        </p:spPr>
        <p:txBody>
          <a:bodyPr wrap="square">
            <a:spAutoFit/>
          </a:bodyPr>
          <a:lstStyle/>
          <a:p>
            <a:r>
              <a:rPr lang="en-US" sz="1400" b="1" noProof="0" dirty="0">
                <a:solidFill>
                  <a:srgbClr val="03217B"/>
                </a:solidFill>
              </a:rPr>
              <a:t>Confidence: </a:t>
            </a:r>
          </a:p>
        </p:txBody>
      </p:sp>
      <mc:AlternateContent xmlns:mc="http://schemas.openxmlformats.org/markup-compatibility/2006">
        <mc:Choice xmlns:a14="http://schemas.microsoft.com/office/drawing/2010/main" Requires="a14">
          <p:sp>
            <p:nvSpPr>
              <p:cNvPr id="34" name="TextBox 33">
                <a:extLst>
                  <a:ext uri="{FF2B5EF4-FFF2-40B4-BE49-F238E27FC236}">
                    <a16:creationId xmlns:a16="http://schemas.microsoft.com/office/drawing/2014/main" id="{9F0457C6-C116-44B1-C68F-D2C12F55EF30}"/>
                  </a:ext>
                </a:extLst>
              </p:cNvPr>
              <p:cNvSpPr txBox="1"/>
              <p:nvPr/>
            </p:nvSpPr>
            <p:spPr>
              <a:xfrm>
                <a:off x="6662556" y="3806116"/>
                <a:ext cx="2331371" cy="1061829"/>
              </a:xfrm>
              <a:prstGeom prst="rect">
                <a:avLst/>
              </a:prstGeom>
              <a:noFill/>
            </p:spPr>
            <p:txBody>
              <a:bodyPr wrap="square">
                <a:spAutoFit/>
              </a:bodyPr>
              <a:lstStyle/>
              <a:p>
                <a:pPr algn="l">
                  <a:spcBef>
                    <a:spcPts val="300"/>
                  </a:spcBef>
                  <a:spcAft>
                    <a:spcPts val="300"/>
                  </a:spcAft>
                  <a:buFont typeface="Arial" panose="020B0604020202020204" pitchFamily="34" charset="0"/>
                  <a:buChar char="•"/>
                </a:pPr>
                <a:r>
                  <a:rPr lang="en-US" sz="1200" b="0" i="0" noProof="0" dirty="0">
                    <a:solidFill>
                      <a:schemeClr val="bg2">
                        <a:lumMod val="10000"/>
                      </a:schemeClr>
                    </a:solidFill>
                    <a:effectLst/>
                  </a:rPr>
                  <a:t> high if score </a:t>
                </a:r>
                <a14:m>
                  <m:oMath xmlns:m="http://schemas.openxmlformats.org/officeDocument/2006/math">
                    <m:r>
                      <a:rPr lang="en-US" sz="1200" noProof="0" smtClean="0">
                        <a:solidFill>
                          <a:schemeClr val="bg2">
                            <a:lumMod val="10000"/>
                          </a:schemeClr>
                        </a:solidFill>
                        <a:latin typeface="Cambria Math" panose="02040503050406030204" pitchFamily="18" charset="0"/>
                      </a:rPr>
                      <m:t>≥</m:t>
                    </m:r>
                    <m:r>
                      <a:rPr lang="en-US" sz="1200" i="0" noProof="0" smtClean="0">
                        <a:solidFill>
                          <a:schemeClr val="bg2">
                            <a:lumMod val="10000"/>
                          </a:schemeClr>
                        </a:solidFill>
                        <a:latin typeface="Cambria Math" panose="02040503050406030204" pitchFamily="18" charset="0"/>
                      </a:rPr>
                      <m:t>0.9</m:t>
                    </m:r>
                  </m:oMath>
                </a14:m>
                <a:endParaRPr lang="en-US" sz="1200" b="0" i="0" noProof="0" dirty="0">
                  <a:solidFill>
                    <a:schemeClr val="bg2">
                      <a:lumMod val="10000"/>
                    </a:schemeClr>
                  </a:solidFill>
                  <a:effectLst/>
                </a:endParaRPr>
              </a:p>
              <a:p>
                <a:pPr algn="l">
                  <a:spcBef>
                    <a:spcPts val="300"/>
                  </a:spcBef>
                  <a:spcAft>
                    <a:spcPts val="300"/>
                  </a:spcAft>
                  <a:buFont typeface="Arial" panose="020B0604020202020204" pitchFamily="34" charset="0"/>
                  <a:buChar char="•"/>
                </a:pPr>
                <a:r>
                  <a:rPr lang="en-US" sz="1200" b="0" i="0" noProof="0" dirty="0">
                    <a:solidFill>
                      <a:schemeClr val="bg2">
                        <a:lumMod val="10000"/>
                      </a:schemeClr>
                    </a:solidFill>
                    <a:effectLst/>
                  </a:rPr>
                  <a:t> medium if score </a:t>
                </a:r>
                <a14:m>
                  <m:oMath xmlns:m="http://schemas.openxmlformats.org/officeDocument/2006/math">
                    <m:r>
                      <a:rPr lang="en-US" sz="1200" noProof="0" smtClean="0">
                        <a:solidFill>
                          <a:schemeClr val="bg2">
                            <a:lumMod val="10000"/>
                          </a:schemeClr>
                        </a:solidFill>
                        <a:latin typeface="Cambria Math" panose="02040503050406030204" pitchFamily="18" charset="0"/>
                      </a:rPr>
                      <m:t>≥</m:t>
                    </m:r>
                    <m:r>
                      <a:rPr lang="en-US" sz="1200" i="0" noProof="0" smtClean="0">
                        <a:solidFill>
                          <a:schemeClr val="bg2">
                            <a:lumMod val="10000"/>
                          </a:schemeClr>
                        </a:solidFill>
                        <a:latin typeface="Cambria Math" panose="02040503050406030204" pitchFamily="18" charset="0"/>
                      </a:rPr>
                      <m:t>0.5</m:t>
                    </m:r>
                  </m:oMath>
                </a14:m>
                <a:endParaRPr lang="en-US" sz="1200" b="0" i="0" noProof="0" dirty="0">
                  <a:solidFill>
                    <a:schemeClr val="bg2">
                      <a:lumMod val="10000"/>
                    </a:schemeClr>
                  </a:solidFill>
                  <a:effectLst/>
                </a:endParaRPr>
              </a:p>
              <a:p>
                <a:pPr algn="l">
                  <a:spcBef>
                    <a:spcPts val="300"/>
                  </a:spcBef>
                  <a:spcAft>
                    <a:spcPts val="300"/>
                  </a:spcAft>
                  <a:buFont typeface="Arial" panose="020B0604020202020204" pitchFamily="34" charset="0"/>
                  <a:buChar char="•"/>
                </a:pPr>
                <a:r>
                  <a:rPr lang="en-US" sz="1200" b="0" i="0" noProof="0" dirty="0">
                    <a:solidFill>
                      <a:schemeClr val="bg2">
                        <a:lumMod val="10000"/>
                      </a:schemeClr>
                    </a:solidFill>
                    <a:effectLst/>
                  </a:rPr>
                  <a:t> low if score </a:t>
                </a:r>
                <a14:m>
                  <m:oMath xmlns:m="http://schemas.openxmlformats.org/officeDocument/2006/math">
                    <m:r>
                      <a:rPr lang="en-US" sz="1200" noProof="0" smtClean="0">
                        <a:solidFill>
                          <a:schemeClr val="bg2">
                            <a:lumMod val="10000"/>
                          </a:schemeClr>
                        </a:solidFill>
                        <a:latin typeface="Cambria Math" panose="02040503050406030204" pitchFamily="18" charset="0"/>
                      </a:rPr>
                      <m:t>&gt;</m:t>
                    </m:r>
                    <m:r>
                      <a:rPr lang="en-US" sz="1200" i="0" noProof="0" smtClean="0">
                        <a:solidFill>
                          <a:schemeClr val="bg2">
                            <a:lumMod val="10000"/>
                          </a:schemeClr>
                        </a:solidFill>
                        <a:latin typeface="Cambria Math" panose="02040503050406030204" pitchFamily="18" charset="0"/>
                      </a:rPr>
                      <m:t>0</m:t>
                    </m:r>
                  </m:oMath>
                </a14:m>
                <a:endParaRPr lang="en-US" sz="1200" b="0" i="0" noProof="0" dirty="0">
                  <a:solidFill>
                    <a:schemeClr val="bg2">
                      <a:lumMod val="10000"/>
                    </a:schemeClr>
                  </a:solidFill>
                  <a:effectLst/>
                </a:endParaRPr>
              </a:p>
              <a:p>
                <a:pPr algn="l">
                  <a:spcBef>
                    <a:spcPts val="300"/>
                  </a:spcBef>
                  <a:spcAft>
                    <a:spcPts val="300"/>
                  </a:spcAft>
                  <a:buFont typeface="Arial" panose="020B0604020202020204" pitchFamily="34" charset="0"/>
                  <a:buChar char="•"/>
                </a:pPr>
                <a:r>
                  <a:rPr lang="en-US" sz="1200" b="0" i="0" noProof="0" dirty="0">
                    <a:solidFill>
                      <a:schemeClr val="bg2">
                        <a:lumMod val="10000"/>
                      </a:schemeClr>
                    </a:solidFill>
                    <a:effectLst/>
                  </a:rPr>
                  <a:t> none if score </a:t>
                </a:r>
                <a14:m>
                  <m:oMath xmlns:m="http://schemas.openxmlformats.org/officeDocument/2006/math">
                    <m:r>
                      <a:rPr lang="en-US" sz="1200" noProof="0" smtClean="0">
                        <a:solidFill>
                          <a:schemeClr val="bg2">
                            <a:lumMod val="10000"/>
                          </a:schemeClr>
                        </a:solidFill>
                        <a:latin typeface="Cambria Math" panose="02040503050406030204" pitchFamily="18" charset="0"/>
                      </a:rPr>
                      <m:t>=</m:t>
                    </m:r>
                    <m:r>
                      <a:rPr lang="en-US" sz="1200" i="0" noProof="0" smtClean="0">
                        <a:solidFill>
                          <a:schemeClr val="bg2">
                            <a:lumMod val="10000"/>
                          </a:schemeClr>
                        </a:solidFill>
                        <a:latin typeface="Cambria Math" panose="02040503050406030204" pitchFamily="18" charset="0"/>
                      </a:rPr>
                      <m:t>0</m:t>
                    </m:r>
                  </m:oMath>
                </a14:m>
                <a:endParaRPr lang="en-US" sz="1200" b="0" i="0" noProof="0" dirty="0">
                  <a:solidFill>
                    <a:schemeClr val="bg2">
                      <a:lumMod val="10000"/>
                    </a:schemeClr>
                  </a:solidFill>
                  <a:effectLst/>
                </a:endParaRPr>
              </a:p>
            </p:txBody>
          </p:sp>
        </mc:Choice>
        <mc:Fallback>
          <p:sp>
            <p:nvSpPr>
              <p:cNvPr id="34" name="TextBox 33">
                <a:extLst>
                  <a:ext uri="{FF2B5EF4-FFF2-40B4-BE49-F238E27FC236}">
                    <a16:creationId xmlns:a16="http://schemas.microsoft.com/office/drawing/2014/main" id="{9F0457C6-C116-44B1-C68F-D2C12F55EF30}"/>
                  </a:ext>
                </a:extLst>
              </p:cNvPr>
              <p:cNvSpPr txBox="1">
                <a:spLocks noRot="1" noChangeAspect="1" noMove="1" noResize="1" noEditPoints="1" noAdjustHandles="1" noChangeArrowheads="1" noChangeShapeType="1" noTextEdit="1"/>
              </p:cNvSpPr>
              <p:nvPr/>
            </p:nvSpPr>
            <p:spPr>
              <a:xfrm>
                <a:off x="6662556" y="3806116"/>
                <a:ext cx="2331371" cy="1061829"/>
              </a:xfrm>
              <a:prstGeom prst="rect">
                <a:avLst/>
              </a:prstGeom>
              <a:blipFill>
                <a:blip r:embed="rId7"/>
                <a:stretch>
                  <a:fillRect t="-571" b="-2857"/>
                </a:stretch>
              </a:blipFill>
            </p:spPr>
            <p:txBody>
              <a:bodyPr/>
              <a:lstStyle/>
              <a:p>
                <a:r>
                  <a:rPr lang="en-US">
                    <a:noFill/>
                  </a:rPr>
                  <a:t> </a:t>
                </a:r>
              </a:p>
            </p:txBody>
          </p:sp>
        </mc:Fallback>
      </mc:AlternateContent>
      <p:pic>
        <p:nvPicPr>
          <p:cNvPr id="41" name="Graphic 40" descr="Arrow Right with solid fill">
            <a:extLst>
              <a:ext uri="{FF2B5EF4-FFF2-40B4-BE49-F238E27FC236}">
                <a16:creationId xmlns:a16="http://schemas.microsoft.com/office/drawing/2014/main" id="{D2F45B98-9C28-2AE6-FA5D-84C292CB758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2741392">
            <a:off x="6206235" y="2927225"/>
            <a:ext cx="431535" cy="431535"/>
          </a:xfrm>
          <a:prstGeom prst="rect">
            <a:avLst/>
          </a:prstGeom>
        </p:spPr>
      </p:pic>
      <p:sp>
        <p:nvSpPr>
          <p:cNvPr id="4" name="Slide Number Placeholder 3">
            <a:extLst>
              <a:ext uri="{FF2B5EF4-FFF2-40B4-BE49-F238E27FC236}">
                <a16:creationId xmlns:a16="http://schemas.microsoft.com/office/drawing/2014/main" id="{F767892E-869D-4E96-1FE1-26703AAE2167}"/>
              </a:ext>
            </a:extLst>
          </p:cNvPr>
          <p:cNvSpPr>
            <a:spLocks noGrp="1"/>
          </p:cNvSpPr>
          <p:nvPr>
            <p:ph type="sldNum" sz="quarter" idx="12"/>
          </p:nvPr>
        </p:nvSpPr>
        <p:spPr/>
        <p:txBody>
          <a:bodyPr/>
          <a:lstStyle/>
          <a:p>
            <a:fld id="{40A7B169-58CE-4E65-B1F9-ACF9E46440C2}" type="slidenum">
              <a:rPr lang="en-US" noProof="0" smtClean="0"/>
              <a:t>75</a:t>
            </a:fld>
            <a:endParaRPr lang="en-US" noProof="0" dirty="0"/>
          </a:p>
        </p:txBody>
      </p:sp>
    </p:spTree>
    <p:extLst>
      <p:ext uri="{BB962C8B-B14F-4D97-AF65-F5344CB8AC3E}">
        <p14:creationId xmlns:p14="http://schemas.microsoft.com/office/powerpoint/2010/main" val="334041143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8EE9F-DB24-5D6A-1899-CC17153810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6E35A8-EB2C-741D-2150-D679F824391B}"/>
              </a:ext>
            </a:extLst>
          </p:cNvPr>
          <p:cNvSpPr>
            <a:spLocks noGrp="1"/>
          </p:cNvSpPr>
          <p:nvPr>
            <p:ph type="title"/>
          </p:nvPr>
        </p:nvSpPr>
        <p:spPr>
          <a:xfrm>
            <a:off x="242477" y="-53443"/>
            <a:ext cx="11609159" cy="1247050"/>
          </a:xfrm>
        </p:spPr>
        <p:txBody>
          <a:bodyPr/>
          <a:lstStyle/>
          <a:p>
            <a:r>
              <a:rPr lang="en-US" sz="1800" b="1" noProof="0" dirty="0"/>
              <a:t>Resolver Cases — Tracing Bugs to Their Fix</a:t>
            </a:r>
            <a:endParaRPr lang="en-US" sz="1800" noProof="0" dirty="0"/>
          </a:p>
        </p:txBody>
      </p:sp>
      <p:sp>
        <p:nvSpPr>
          <p:cNvPr id="20" name="Sub">
            <a:extLst>
              <a:ext uri="{FF2B5EF4-FFF2-40B4-BE49-F238E27FC236}">
                <a16:creationId xmlns:a16="http://schemas.microsoft.com/office/drawing/2014/main" id="{9A9ECA2A-33BE-303A-9FEE-1A501DB996AE}"/>
              </a:ext>
            </a:extLst>
          </p:cNvPr>
          <p:cNvSpPr>
            <a:spLocks noGrp="1"/>
          </p:cNvSpPr>
          <p:nvPr/>
        </p:nvSpPr>
        <p:spPr>
          <a:xfrm>
            <a:off x="145420" y="659139"/>
            <a:ext cx="11609159" cy="450000"/>
          </a:xfrm>
          <a:prstGeom prst="rect">
            <a:avLst/>
          </a:prstGeom>
          <a:noFill/>
        </p:spPr>
        <p:txBody>
          <a:bodyPr wrap="square" lIns="91440" tIns="45720" rIns="91440" bIns="45720"/>
          <a:lstStyle/>
          <a:p>
            <a:r>
              <a:rPr lang="en-US" sz="1200" b="0" noProof="0" dirty="0">
                <a:solidFill>
                  <a:srgbClr val="475569"/>
                </a:solidFill>
              </a:rPr>
              <a:t>Going beyond issue similarity: linking confirmed resolutions</a:t>
            </a:r>
          </a:p>
        </p:txBody>
      </p:sp>
      <p:sp>
        <p:nvSpPr>
          <p:cNvPr id="3" name="Shape 4">
            <a:extLst>
              <a:ext uri="{FF2B5EF4-FFF2-40B4-BE49-F238E27FC236}">
                <a16:creationId xmlns:a16="http://schemas.microsoft.com/office/drawing/2014/main" id="{5A2270B4-3549-9BC3-EF8D-ACF002D674E3}"/>
              </a:ext>
            </a:extLst>
          </p:cNvPr>
          <p:cNvSpPr/>
          <p:nvPr/>
        </p:nvSpPr>
        <p:spPr>
          <a:xfrm>
            <a:off x="242477" y="1024577"/>
            <a:ext cx="8229600" cy="22860"/>
          </a:xfrm>
          <a:prstGeom prst="rect">
            <a:avLst/>
          </a:prstGeom>
          <a:solidFill>
            <a:srgbClr val="CBD5E1"/>
          </a:solidFill>
          <a:ln w="12700">
            <a:solidFill>
              <a:srgbClr val="000000"/>
            </a:solidFill>
            <a:prstDash val="solid"/>
          </a:ln>
        </p:spPr>
        <p:txBody>
          <a:bodyPr/>
          <a:lstStyle/>
          <a:p>
            <a:endParaRPr lang="en-US" noProof="0" dirty="0"/>
          </a:p>
        </p:txBody>
      </p:sp>
      <p:pic>
        <p:nvPicPr>
          <p:cNvPr id="14" name="Picture 13">
            <a:extLst>
              <a:ext uri="{FF2B5EF4-FFF2-40B4-BE49-F238E27FC236}">
                <a16:creationId xmlns:a16="http://schemas.microsoft.com/office/drawing/2014/main" id="{3AEEABC3-1EEF-36D8-C8EA-87605F76143C}"/>
              </a:ext>
            </a:extLst>
          </p:cNvPr>
          <p:cNvPicPr>
            <a:picLocks noChangeAspect="1"/>
          </p:cNvPicPr>
          <p:nvPr/>
        </p:nvPicPr>
        <p:blipFill>
          <a:blip r:embed="rId3"/>
          <a:srcRect t="39798" b="31201"/>
          <a:stretch>
            <a:fillRect/>
          </a:stretch>
        </p:blipFill>
        <p:spPr>
          <a:xfrm>
            <a:off x="0" y="1906189"/>
            <a:ext cx="12192000" cy="1563554"/>
          </a:xfrm>
          <a:prstGeom prst="rect">
            <a:avLst/>
          </a:prstGeom>
        </p:spPr>
      </p:pic>
      <p:sp>
        <p:nvSpPr>
          <p:cNvPr id="15" name="Rectangle 14">
            <a:extLst>
              <a:ext uri="{FF2B5EF4-FFF2-40B4-BE49-F238E27FC236}">
                <a16:creationId xmlns:a16="http://schemas.microsoft.com/office/drawing/2014/main" id="{69AE51E1-C55C-8EBA-F77B-7BA14FA5AEFC}"/>
              </a:ext>
            </a:extLst>
          </p:cNvPr>
          <p:cNvSpPr/>
          <p:nvPr/>
        </p:nvSpPr>
        <p:spPr>
          <a:xfrm>
            <a:off x="3853044" y="2191768"/>
            <a:ext cx="2554735" cy="523511"/>
          </a:xfrm>
          <a:prstGeom prst="rect">
            <a:avLst/>
          </a:prstGeom>
          <a:noFill/>
          <a:ln>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buClr>
                <a:schemeClr val="bg1"/>
              </a:buClr>
            </a:pPr>
            <a:endParaRPr lang="en-US" noProof="0" dirty="0"/>
          </a:p>
        </p:txBody>
      </p:sp>
      <p:sp>
        <p:nvSpPr>
          <p:cNvPr id="7" name="TextBox 6">
            <a:extLst>
              <a:ext uri="{FF2B5EF4-FFF2-40B4-BE49-F238E27FC236}">
                <a16:creationId xmlns:a16="http://schemas.microsoft.com/office/drawing/2014/main" id="{929236EC-1BE6-D51D-D0D3-03E53D5CF2C8}"/>
              </a:ext>
            </a:extLst>
          </p:cNvPr>
          <p:cNvSpPr txBox="1"/>
          <p:nvPr/>
        </p:nvSpPr>
        <p:spPr>
          <a:xfrm>
            <a:off x="455455" y="1437304"/>
            <a:ext cx="6271666" cy="307777"/>
          </a:xfrm>
          <a:prstGeom prst="rect">
            <a:avLst/>
          </a:prstGeom>
          <a:noFill/>
        </p:spPr>
        <p:txBody>
          <a:bodyPr wrap="square">
            <a:spAutoFit/>
          </a:bodyPr>
          <a:lstStyle/>
          <a:p>
            <a:r>
              <a:rPr lang="en-US" sz="1400" b="1" noProof="0" dirty="0">
                <a:solidFill>
                  <a:srgbClr val="03217B"/>
                </a:solidFill>
              </a:rPr>
              <a:t>Construction process:</a:t>
            </a:r>
          </a:p>
        </p:txBody>
      </p:sp>
      <p:sp>
        <p:nvSpPr>
          <p:cNvPr id="8" name="TextBox 7">
            <a:extLst>
              <a:ext uri="{FF2B5EF4-FFF2-40B4-BE49-F238E27FC236}">
                <a16:creationId xmlns:a16="http://schemas.microsoft.com/office/drawing/2014/main" id="{34114943-FDEC-8D65-2E68-E78B15A8C4C4}"/>
              </a:ext>
            </a:extLst>
          </p:cNvPr>
          <p:cNvSpPr txBox="1"/>
          <p:nvPr/>
        </p:nvSpPr>
        <p:spPr>
          <a:xfrm>
            <a:off x="717211" y="3180933"/>
            <a:ext cx="6271666" cy="307777"/>
          </a:xfrm>
          <a:prstGeom prst="rect">
            <a:avLst/>
          </a:prstGeom>
          <a:noFill/>
        </p:spPr>
        <p:txBody>
          <a:bodyPr wrap="square">
            <a:spAutoFit/>
          </a:bodyPr>
          <a:lstStyle/>
          <a:p>
            <a:r>
              <a:rPr lang="en-US" sz="1400" b="1" noProof="0" dirty="0">
                <a:solidFill>
                  <a:srgbClr val="03217B"/>
                </a:solidFill>
              </a:rPr>
              <a:t>Score calculation: </a:t>
            </a:r>
          </a:p>
        </p:txBody>
      </p:sp>
      <p:sp>
        <p:nvSpPr>
          <p:cNvPr id="12" name="TextBox 11">
            <a:extLst>
              <a:ext uri="{FF2B5EF4-FFF2-40B4-BE49-F238E27FC236}">
                <a16:creationId xmlns:a16="http://schemas.microsoft.com/office/drawing/2014/main" id="{61EDCD65-3579-98DA-A220-FD20301219AD}"/>
              </a:ext>
            </a:extLst>
          </p:cNvPr>
          <p:cNvSpPr txBox="1"/>
          <p:nvPr/>
        </p:nvSpPr>
        <p:spPr>
          <a:xfrm>
            <a:off x="717211" y="3572728"/>
            <a:ext cx="3929826" cy="276999"/>
          </a:xfrm>
          <a:prstGeom prst="rect">
            <a:avLst/>
          </a:prstGeom>
          <a:noFill/>
        </p:spPr>
        <p:txBody>
          <a:bodyPr wrap="square">
            <a:spAutoFit/>
          </a:bodyPr>
          <a:lstStyle/>
          <a:p>
            <a:r>
              <a:rPr lang="en-US" sz="1200" b="0" i="1" noProof="0" dirty="0" err="1">
                <a:solidFill>
                  <a:schemeClr val="bg2">
                    <a:lumMod val="10000"/>
                  </a:schemeClr>
                </a:solidFill>
                <a:effectLst/>
              </a:rPr>
              <a:t>link_score</a:t>
            </a:r>
            <a:r>
              <a:rPr lang="en-US" sz="1200" b="0" i="1" noProof="0" dirty="0">
                <a:solidFill>
                  <a:schemeClr val="bg2">
                    <a:lumMod val="10000"/>
                  </a:schemeClr>
                </a:solidFill>
                <a:effectLst/>
              </a:rPr>
              <a:t>=min(1,PR+MergeBonus+Commit)</a:t>
            </a:r>
            <a:endParaRPr lang="en-US" sz="1200" i="1" noProof="0" dirty="0">
              <a:solidFill>
                <a:schemeClr val="bg2">
                  <a:lumMod val="10000"/>
                </a:schemeClr>
              </a:solidFill>
            </a:endParaRPr>
          </a:p>
        </p:txBody>
      </p:sp>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BC90B78C-2171-3012-D504-0CAE0BC662F2}"/>
                  </a:ext>
                </a:extLst>
              </p:cNvPr>
              <p:cNvSpPr txBox="1"/>
              <p:nvPr/>
            </p:nvSpPr>
            <p:spPr>
              <a:xfrm>
                <a:off x="-567137" y="3933745"/>
                <a:ext cx="8465179" cy="276999"/>
              </a:xfrm>
              <a:prstGeom prst="rect">
                <a:avLst/>
              </a:prstGeom>
              <a:noFill/>
            </p:spPr>
            <p:txBody>
              <a:bodyPr wrap="square">
                <a:spAutoFit/>
              </a:bodyPr>
              <a:lstStyle/>
              <a:p>
                <a:pPr algn="l">
                  <a:spcAft>
                    <a:spcPts val="1200"/>
                  </a:spcAft>
                  <a:buNone/>
                </a:pPr>
                <a:r>
                  <a:rPr lang="en-US" sz="1200" b="0" i="0" noProof="0" dirty="0">
                    <a:solidFill>
                      <a:schemeClr val="bg2">
                        <a:lumMod val="10000"/>
                      </a:schemeClr>
                    </a:solidFill>
                    <a:effectLst/>
                  </a:rPr>
                  <a:t>                              Avec: </a:t>
                </a:r>
                <a14:m>
                  <m:oMath xmlns:m="http://schemas.openxmlformats.org/officeDocument/2006/math">
                    <m:r>
                      <a:rPr lang="en-US" sz="1200" b="0" i="0" noProof="0" smtClean="0">
                        <a:solidFill>
                          <a:schemeClr val="bg2">
                            <a:lumMod val="10000"/>
                          </a:schemeClr>
                        </a:solidFill>
                        <a:latin typeface="Cambria Math" panose="02040503050406030204" pitchFamily="18" charset="0"/>
                      </a:rPr>
                      <m:t> </m:t>
                    </m:r>
                    <m:r>
                      <a:rPr lang="en-US" sz="1200" i="1" noProof="0">
                        <a:solidFill>
                          <a:schemeClr val="bg2">
                            <a:lumMod val="10000"/>
                          </a:schemeClr>
                        </a:solidFill>
                        <a:latin typeface="Cambria Math" panose="02040503050406030204" pitchFamily="18" charset="0"/>
                      </a:rPr>
                      <m:t>𝑃𝑅</m:t>
                    </m:r>
                    <m:r>
                      <a:rPr lang="en-US" sz="1200" i="0" noProof="0">
                        <a:solidFill>
                          <a:schemeClr val="bg2">
                            <a:lumMod val="10000"/>
                          </a:schemeClr>
                        </a:solidFill>
                        <a:latin typeface="Cambria Math" panose="02040503050406030204" pitchFamily="18" charset="0"/>
                      </a:rPr>
                      <m:t>∈</m:t>
                    </m:r>
                    <m:d>
                      <m:dPr>
                        <m:begChr m:val="{"/>
                        <m:endChr m:val="}"/>
                        <m:sepChr m:val=","/>
                        <m:ctrlPr>
                          <a:rPr lang="en-US" sz="1200" i="1" noProof="0" smtClean="0">
                            <a:solidFill>
                              <a:schemeClr val="bg2">
                                <a:lumMod val="10000"/>
                              </a:schemeClr>
                            </a:solidFill>
                            <a:latin typeface="Cambria Math" panose="02040503050406030204" pitchFamily="18" charset="0"/>
                          </a:rPr>
                        </m:ctrlPr>
                      </m:dPr>
                      <m:e>
                        <m:r>
                          <a:rPr lang="en-US" sz="1200" i="0" noProof="0" smtClean="0">
                            <a:solidFill>
                              <a:schemeClr val="bg2">
                                <a:lumMod val="10000"/>
                              </a:schemeClr>
                            </a:solidFill>
                            <a:latin typeface="Cambria Math" panose="02040503050406030204" pitchFamily="18" charset="0"/>
                          </a:rPr>
                          <m:t>0</m:t>
                        </m:r>
                      </m:e>
                      <m:e>
                        <m:r>
                          <a:rPr lang="en-US" sz="1200" i="0" noProof="0" smtClean="0">
                            <a:solidFill>
                              <a:schemeClr val="bg2">
                                <a:lumMod val="10000"/>
                              </a:schemeClr>
                            </a:solidFill>
                            <a:latin typeface="Cambria Math" panose="02040503050406030204" pitchFamily="18" charset="0"/>
                          </a:rPr>
                          <m:t>0.5</m:t>
                        </m:r>
                      </m:e>
                    </m:d>
                    <m:r>
                      <a:rPr lang="en-US" sz="1200" i="0" noProof="0" smtClean="0">
                        <a:solidFill>
                          <a:schemeClr val="bg2">
                            <a:lumMod val="10000"/>
                          </a:schemeClr>
                        </a:solidFill>
                        <a:latin typeface="Cambria Math" panose="02040503050406030204" pitchFamily="18" charset="0"/>
                      </a:rPr>
                      <m:t>, </m:t>
                    </m:r>
                    <m:r>
                      <a:rPr lang="en-US" sz="1200" b="0" i="1" noProof="0" smtClean="0">
                        <a:solidFill>
                          <a:schemeClr val="bg2">
                            <a:lumMod val="10000"/>
                          </a:schemeClr>
                        </a:solidFill>
                        <a:latin typeface="Cambria Math" panose="02040503050406030204" pitchFamily="18" charset="0"/>
                      </a:rPr>
                      <m:t> </m:t>
                    </m:r>
                    <m:r>
                      <a:rPr lang="en-US" sz="1200" i="1" noProof="0" smtClean="0">
                        <a:solidFill>
                          <a:schemeClr val="bg2">
                            <a:lumMod val="10000"/>
                          </a:schemeClr>
                        </a:solidFill>
                        <a:latin typeface="Cambria Math" panose="02040503050406030204" pitchFamily="18" charset="0"/>
                      </a:rPr>
                      <m:t>𝑀𝑒𝑟𝑔𝑒𝐵𝑜𝑛𝑢𝑠</m:t>
                    </m:r>
                    <m:r>
                      <a:rPr lang="en-US" sz="1200" i="0" noProof="0" smtClean="0">
                        <a:solidFill>
                          <a:schemeClr val="bg2">
                            <a:lumMod val="10000"/>
                          </a:schemeClr>
                        </a:solidFill>
                        <a:latin typeface="Cambria Math" panose="02040503050406030204" pitchFamily="18" charset="0"/>
                      </a:rPr>
                      <m:t>∈</m:t>
                    </m:r>
                    <m:d>
                      <m:dPr>
                        <m:begChr m:val="{"/>
                        <m:endChr m:val="}"/>
                        <m:sepChr m:val=","/>
                        <m:ctrlPr>
                          <a:rPr lang="en-US" sz="1200" i="1" noProof="0" smtClean="0">
                            <a:solidFill>
                              <a:schemeClr val="bg2">
                                <a:lumMod val="10000"/>
                              </a:schemeClr>
                            </a:solidFill>
                            <a:latin typeface="Cambria Math" panose="02040503050406030204" pitchFamily="18" charset="0"/>
                          </a:rPr>
                        </m:ctrlPr>
                      </m:dPr>
                      <m:e>
                        <m:r>
                          <a:rPr lang="en-US" sz="1200" i="0" noProof="0" smtClean="0">
                            <a:solidFill>
                              <a:schemeClr val="bg2">
                                <a:lumMod val="10000"/>
                              </a:schemeClr>
                            </a:solidFill>
                            <a:latin typeface="Cambria Math" panose="02040503050406030204" pitchFamily="18" charset="0"/>
                          </a:rPr>
                          <m:t>0</m:t>
                        </m:r>
                      </m:e>
                      <m:e>
                        <m:r>
                          <a:rPr lang="en-US" sz="1200" i="0" noProof="0" smtClean="0">
                            <a:solidFill>
                              <a:schemeClr val="bg2">
                                <a:lumMod val="10000"/>
                              </a:schemeClr>
                            </a:solidFill>
                            <a:latin typeface="Cambria Math" panose="02040503050406030204" pitchFamily="18" charset="0"/>
                          </a:rPr>
                          <m:t>0.1</m:t>
                        </m:r>
                      </m:e>
                      <m:e>
                        <m:r>
                          <a:rPr lang="en-US" sz="1200" i="0" noProof="0" smtClean="0">
                            <a:solidFill>
                              <a:schemeClr val="bg2">
                                <a:lumMod val="10000"/>
                              </a:schemeClr>
                            </a:solidFill>
                            <a:latin typeface="Cambria Math" panose="02040503050406030204" pitchFamily="18" charset="0"/>
                          </a:rPr>
                          <m:t>0.3</m:t>
                        </m:r>
                      </m:e>
                    </m:d>
                    <m:r>
                      <a:rPr lang="en-US" sz="1200" b="0" i="0" noProof="0" smtClean="0">
                        <a:solidFill>
                          <a:schemeClr val="bg2">
                            <a:lumMod val="10000"/>
                          </a:schemeClr>
                        </a:solidFill>
                        <a:latin typeface="Cambria Math" panose="02040503050406030204" pitchFamily="18" charset="0"/>
                      </a:rPr>
                      <m:t>  </m:t>
                    </m:r>
                    <m:r>
                      <a:rPr lang="en-US" sz="1200" i="0" noProof="0" smtClean="0">
                        <a:solidFill>
                          <a:schemeClr val="bg2">
                            <a:lumMod val="10000"/>
                          </a:schemeClr>
                        </a:solidFill>
                        <a:latin typeface="Cambria Math" panose="02040503050406030204" pitchFamily="18" charset="0"/>
                      </a:rPr>
                      <m:t>,</m:t>
                    </m:r>
                    <m:r>
                      <a:rPr lang="en-US" sz="1200" b="0" i="0" noProof="0" smtClean="0">
                        <a:solidFill>
                          <a:schemeClr val="bg2">
                            <a:lumMod val="10000"/>
                          </a:schemeClr>
                        </a:solidFill>
                        <a:latin typeface="Cambria Math" panose="02040503050406030204" pitchFamily="18" charset="0"/>
                      </a:rPr>
                      <m:t> </m:t>
                    </m:r>
                    <m:r>
                      <a:rPr lang="en-US" sz="1200" i="0" noProof="0" smtClean="0">
                        <a:solidFill>
                          <a:schemeClr val="bg2">
                            <a:lumMod val="10000"/>
                          </a:schemeClr>
                        </a:solidFill>
                        <a:latin typeface="Cambria Math" panose="02040503050406030204" pitchFamily="18" charset="0"/>
                      </a:rPr>
                      <m:t> </m:t>
                    </m:r>
                    <m:r>
                      <a:rPr lang="en-US" sz="1200" i="1" noProof="0" smtClean="0">
                        <a:solidFill>
                          <a:schemeClr val="bg2">
                            <a:lumMod val="10000"/>
                          </a:schemeClr>
                        </a:solidFill>
                        <a:latin typeface="Cambria Math" panose="02040503050406030204" pitchFamily="18" charset="0"/>
                      </a:rPr>
                      <m:t>𝐶𝑜𝑚𝑚𝑖𝑡</m:t>
                    </m:r>
                    <m:r>
                      <a:rPr lang="en-US" sz="1200" i="0" noProof="0" smtClean="0">
                        <a:solidFill>
                          <a:schemeClr val="bg2">
                            <a:lumMod val="10000"/>
                          </a:schemeClr>
                        </a:solidFill>
                        <a:latin typeface="Cambria Math" panose="02040503050406030204" pitchFamily="18" charset="0"/>
                      </a:rPr>
                      <m:t>∈</m:t>
                    </m:r>
                    <m:d>
                      <m:dPr>
                        <m:begChr m:val="{"/>
                        <m:endChr m:val="}"/>
                        <m:sepChr m:val=","/>
                        <m:ctrlPr>
                          <a:rPr lang="en-US" sz="1200" i="1" noProof="0" smtClean="0">
                            <a:solidFill>
                              <a:schemeClr val="bg2">
                                <a:lumMod val="10000"/>
                              </a:schemeClr>
                            </a:solidFill>
                            <a:latin typeface="Cambria Math" panose="02040503050406030204" pitchFamily="18" charset="0"/>
                          </a:rPr>
                        </m:ctrlPr>
                      </m:dPr>
                      <m:e>
                        <m:r>
                          <a:rPr lang="en-US" sz="1200" i="0" noProof="0" smtClean="0">
                            <a:solidFill>
                              <a:schemeClr val="bg2">
                                <a:lumMod val="10000"/>
                              </a:schemeClr>
                            </a:solidFill>
                            <a:latin typeface="Cambria Math" panose="02040503050406030204" pitchFamily="18" charset="0"/>
                          </a:rPr>
                          <m:t>0</m:t>
                        </m:r>
                      </m:e>
                      <m:e>
                        <m:r>
                          <a:rPr lang="en-US" sz="1200" i="0" noProof="0" smtClean="0">
                            <a:solidFill>
                              <a:schemeClr val="bg2">
                                <a:lumMod val="10000"/>
                              </a:schemeClr>
                            </a:solidFill>
                            <a:latin typeface="Cambria Math" panose="02040503050406030204" pitchFamily="18" charset="0"/>
                          </a:rPr>
                          <m:t>0.2</m:t>
                        </m:r>
                      </m:e>
                    </m:d>
                  </m:oMath>
                </a14:m>
                <a:endParaRPr lang="en-US" sz="1200" b="0" i="0" noProof="0" dirty="0">
                  <a:solidFill>
                    <a:schemeClr val="bg2">
                      <a:lumMod val="10000"/>
                    </a:schemeClr>
                  </a:solidFill>
                  <a:effectLst/>
                </a:endParaRPr>
              </a:p>
            </p:txBody>
          </p:sp>
        </mc:Choice>
        <mc:Fallback>
          <p:sp>
            <p:nvSpPr>
              <p:cNvPr id="16" name="TextBox 15">
                <a:extLst>
                  <a:ext uri="{FF2B5EF4-FFF2-40B4-BE49-F238E27FC236}">
                    <a16:creationId xmlns:a16="http://schemas.microsoft.com/office/drawing/2014/main" id="{BC90B78C-2171-3012-D504-0CAE0BC662F2}"/>
                  </a:ext>
                </a:extLst>
              </p:cNvPr>
              <p:cNvSpPr txBox="1">
                <a:spLocks noRot="1" noChangeAspect="1" noMove="1" noResize="1" noEditPoints="1" noAdjustHandles="1" noChangeArrowheads="1" noChangeShapeType="1" noTextEdit="1"/>
              </p:cNvSpPr>
              <p:nvPr/>
            </p:nvSpPr>
            <p:spPr>
              <a:xfrm>
                <a:off x="-567137" y="3933745"/>
                <a:ext cx="8465179" cy="276999"/>
              </a:xfrm>
              <a:prstGeom prst="rect">
                <a:avLst/>
              </a:prstGeom>
              <a:blipFill>
                <a:blip r:embed="rId4"/>
                <a:stretch>
                  <a:fillRect t="-2174" b="-13043"/>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F7BAE5B2-7C55-4CFC-0877-0CF6C7AEB278}"/>
              </a:ext>
            </a:extLst>
          </p:cNvPr>
          <p:cNvSpPr txBox="1"/>
          <p:nvPr/>
        </p:nvSpPr>
        <p:spPr>
          <a:xfrm>
            <a:off x="717211" y="4606760"/>
            <a:ext cx="6271666" cy="1323439"/>
          </a:xfrm>
          <a:prstGeom prst="rect">
            <a:avLst/>
          </a:prstGeom>
          <a:noFill/>
        </p:spPr>
        <p:txBody>
          <a:bodyPr wrap="square">
            <a:spAutoFit/>
          </a:bodyPr>
          <a:lstStyle/>
          <a:p>
            <a:pPr algn="l">
              <a:spcBef>
                <a:spcPts val="300"/>
              </a:spcBef>
              <a:spcAft>
                <a:spcPts val="300"/>
              </a:spcAft>
              <a:buFont typeface="Arial" panose="020B0604020202020204" pitchFamily="34" charset="0"/>
              <a:buChar char="•"/>
            </a:pPr>
            <a:r>
              <a:rPr lang="en-US" sz="1200" b="0" i="0" noProof="0" dirty="0">
                <a:solidFill>
                  <a:schemeClr val="bg2">
                    <a:lumMod val="10000"/>
                  </a:schemeClr>
                </a:solidFill>
                <a:effectLst/>
              </a:rPr>
              <a:t> Explicit PR found: </a:t>
            </a:r>
            <a:r>
              <a:rPr lang="en-US" sz="1200" b="1" i="0" noProof="0" dirty="0">
                <a:solidFill>
                  <a:srgbClr val="425A78"/>
                </a:solidFill>
                <a:effectLst/>
              </a:rPr>
              <a:t>+0.5</a:t>
            </a:r>
          </a:p>
          <a:p>
            <a:pPr algn="l">
              <a:spcBef>
                <a:spcPts val="300"/>
              </a:spcBef>
              <a:spcAft>
                <a:spcPts val="300"/>
              </a:spcAft>
              <a:buFont typeface="Arial" panose="020B0604020202020204" pitchFamily="34" charset="0"/>
              <a:buChar char="•"/>
            </a:pPr>
            <a:r>
              <a:rPr lang="en-US" sz="1200" b="0" i="0" noProof="0" dirty="0">
                <a:solidFill>
                  <a:schemeClr val="bg2">
                    <a:lumMod val="10000"/>
                  </a:schemeClr>
                </a:solidFill>
                <a:effectLst/>
              </a:rPr>
              <a:t> Merged PR: </a:t>
            </a:r>
            <a:r>
              <a:rPr lang="en-US" sz="1200" b="1" i="0" noProof="0" dirty="0">
                <a:solidFill>
                  <a:srgbClr val="425A78"/>
                </a:solidFill>
                <a:effectLst/>
              </a:rPr>
              <a:t>+0.3</a:t>
            </a:r>
          </a:p>
          <a:p>
            <a:pPr algn="l">
              <a:spcBef>
                <a:spcPts val="300"/>
              </a:spcBef>
              <a:spcAft>
                <a:spcPts val="300"/>
              </a:spcAft>
              <a:buFont typeface="Arial" panose="020B0604020202020204" pitchFamily="34" charset="0"/>
              <a:buChar char="•"/>
            </a:pPr>
            <a:r>
              <a:rPr lang="en-US" sz="1200" b="0" i="0" noProof="0" dirty="0">
                <a:solidFill>
                  <a:schemeClr val="bg2">
                    <a:lumMod val="10000"/>
                  </a:schemeClr>
                </a:solidFill>
                <a:effectLst/>
              </a:rPr>
              <a:t> If PR found but not merged: </a:t>
            </a:r>
            <a:r>
              <a:rPr lang="en-US" sz="1200" b="1" i="0" noProof="0" dirty="0">
                <a:solidFill>
                  <a:srgbClr val="425A78"/>
                </a:solidFill>
                <a:effectLst/>
              </a:rPr>
              <a:t>+0.1 </a:t>
            </a:r>
            <a:r>
              <a:rPr lang="en-US" sz="1200" b="0" i="0" noProof="0" dirty="0">
                <a:solidFill>
                  <a:schemeClr val="bg2">
                    <a:lumMod val="10000"/>
                  </a:schemeClr>
                </a:solidFill>
                <a:effectLst/>
              </a:rPr>
              <a:t>(au lieu of +0.3)</a:t>
            </a:r>
          </a:p>
          <a:p>
            <a:pPr algn="l">
              <a:spcBef>
                <a:spcPts val="300"/>
              </a:spcBef>
              <a:spcAft>
                <a:spcPts val="300"/>
              </a:spcAft>
              <a:buFont typeface="Arial" panose="020B0604020202020204" pitchFamily="34" charset="0"/>
              <a:buChar char="•"/>
            </a:pPr>
            <a:r>
              <a:rPr lang="en-US" sz="1200" b="0" i="0" noProof="0" dirty="0">
                <a:solidFill>
                  <a:schemeClr val="bg2">
                    <a:lumMod val="10000"/>
                  </a:schemeClr>
                </a:solidFill>
                <a:effectLst/>
              </a:rPr>
              <a:t> Commit </a:t>
            </a:r>
            <a:r>
              <a:rPr lang="en-US" sz="1200" noProof="0" dirty="0">
                <a:solidFill>
                  <a:schemeClr val="bg2">
                    <a:lumMod val="10000"/>
                  </a:schemeClr>
                </a:solidFill>
              </a:rPr>
              <a:t>"</a:t>
            </a:r>
            <a:r>
              <a:rPr lang="en-US" sz="1200" b="0" i="0" noProof="0" dirty="0">
                <a:solidFill>
                  <a:schemeClr val="bg2">
                    <a:lumMod val="10000"/>
                  </a:schemeClr>
                </a:solidFill>
                <a:effectLst/>
              </a:rPr>
              <a:t>meaningful trouvé" does: </a:t>
            </a:r>
            <a:r>
              <a:rPr lang="en-US" sz="1200" b="1" i="0" noProof="0" dirty="0">
                <a:solidFill>
                  <a:srgbClr val="425A78"/>
                </a:solidFill>
                <a:effectLst/>
              </a:rPr>
              <a:t>+0.2</a:t>
            </a:r>
          </a:p>
          <a:p>
            <a:pPr algn="l">
              <a:spcBef>
                <a:spcPts val="300"/>
              </a:spcBef>
              <a:spcAft>
                <a:spcPts val="300"/>
              </a:spcAft>
              <a:buFont typeface="Arial" panose="020B0604020202020204" pitchFamily="34" charset="0"/>
              <a:buChar char="•"/>
            </a:pPr>
            <a:r>
              <a:rPr lang="en-US" sz="1200" b="0" i="0" noProof="0" dirty="0">
                <a:solidFill>
                  <a:schemeClr val="bg2">
                    <a:lumMod val="10000"/>
                  </a:schemeClr>
                </a:solidFill>
                <a:effectLst/>
              </a:rPr>
              <a:t> Final score capped at </a:t>
            </a:r>
            <a:r>
              <a:rPr lang="en-US" sz="1200" b="1" i="0" noProof="0" dirty="0">
                <a:solidFill>
                  <a:srgbClr val="425A78"/>
                </a:solidFill>
                <a:effectLst/>
              </a:rPr>
              <a:t>1.0</a:t>
            </a:r>
          </a:p>
        </p:txBody>
      </p:sp>
      <p:pic>
        <p:nvPicPr>
          <p:cNvPr id="21" name="Graphic 20" descr="Arrow Right with solid fill">
            <a:extLst>
              <a:ext uri="{FF2B5EF4-FFF2-40B4-BE49-F238E27FC236}">
                <a16:creationId xmlns:a16="http://schemas.microsoft.com/office/drawing/2014/main" id="{0068E255-AAB0-C276-CC16-2FEFC4EF114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8263501">
            <a:off x="3836714" y="2859976"/>
            <a:ext cx="431535" cy="431535"/>
          </a:xfrm>
          <a:prstGeom prst="rect">
            <a:avLst/>
          </a:prstGeom>
        </p:spPr>
      </p:pic>
      <p:pic>
        <p:nvPicPr>
          <p:cNvPr id="23" name="Graphic 22" descr="Arrow Right with solid fill">
            <a:extLst>
              <a:ext uri="{FF2B5EF4-FFF2-40B4-BE49-F238E27FC236}">
                <a16:creationId xmlns:a16="http://schemas.microsoft.com/office/drawing/2014/main" id="{D59FCA83-7ECF-FD19-AE03-B19AD47CFC3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57552" y="4266793"/>
            <a:ext cx="431535" cy="431535"/>
          </a:xfrm>
          <a:prstGeom prst="rect">
            <a:avLst/>
          </a:prstGeom>
        </p:spPr>
      </p:pic>
      <p:sp>
        <p:nvSpPr>
          <p:cNvPr id="31" name="TextBox 30">
            <a:extLst>
              <a:ext uri="{FF2B5EF4-FFF2-40B4-BE49-F238E27FC236}">
                <a16:creationId xmlns:a16="http://schemas.microsoft.com/office/drawing/2014/main" id="{C82F8DE2-B72D-0C0D-EF62-643A2AF58886}"/>
              </a:ext>
            </a:extLst>
          </p:cNvPr>
          <p:cNvSpPr txBox="1"/>
          <p:nvPr/>
        </p:nvSpPr>
        <p:spPr>
          <a:xfrm>
            <a:off x="8186150" y="3192632"/>
            <a:ext cx="2406405" cy="523220"/>
          </a:xfrm>
          <a:prstGeom prst="rect">
            <a:avLst/>
          </a:prstGeom>
          <a:noFill/>
        </p:spPr>
        <p:txBody>
          <a:bodyPr wrap="square">
            <a:spAutoFit/>
          </a:bodyPr>
          <a:lstStyle/>
          <a:p>
            <a:r>
              <a:rPr lang="en-US" sz="1400" b="1" noProof="0" dirty="0">
                <a:solidFill>
                  <a:srgbClr val="03217B"/>
                </a:solidFill>
              </a:rPr>
              <a:t>Resolution status:</a:t>
            </a:r>
          </a:p>
          <a:p>
            <a:endParaRPr lang="en-US" sz="1400" b="1" noProof="0" dirty="0">
              <a:solidFill>
                <a:srgbClr val="03217B"/>
              </a:solidFill>
            </a:endParaRPr>
          </a:p>
        </p:txBody>
      </p:sp>
      <p:sp>
        <p:nvSpPr>
          <p:cNvPr id="33" name="TextBox 32">
            <a:extLst>
              <a:ext uri="{FF2B5EF4-FFF2-40B4-BE49-F238E27FC236}">
                <a16:creationId xmlns:a16="http://schemas.microsoft.com/office/drawing/2014/main" id="{5A71F2C5-681F-3E74-D408-CD4DA1135DC5}"/>
              </a:ext>
            </a:extLst>
          </p:cNvPr>
          <p:cNvSpPr txBox="1"/>
          <p:nvPr/>
        </p:nvSpPr>
        <p:spPr>
          <a:xfrm>
            <a:off x="5933393" y="3222942"/>
            <a:ext cx="1587455" cy="307777"/>
          </a:xfrm>
          <a:prstGeom prst="rect">
            <a:avLst/>
          </a:prstGeom>
          <a:noFill/>
        </p:spPr>
        <p:txBody>
          <a:bodyPr wrap="square">
            <a:spAutoFit/>
          </a:bodyPr>
          <a:lstStyle/>
          <a:p>
            <a:r>
              <a:rPr lang="en-US" sz="1400" b="1" noProof="0" dirty="0">
                <a:solidFill>
                  <a:srgbClr val="03217B"/>
                </a:solidFill>
              </a:rPr>
              <a:t>Confidence: </a:t>
            </a:r>
          </a:p>
        </p:txBody>
      </p:sp>
      <mc:AlternateContent xmlns:mc="http://schemas.openxmlformats.org/markup-compatibility/2006">
        <mc:Choice xmlns:a14="http://schemas.microsoft.com/office/drawing/2010/main" Requires="a14">
          <p:sp>
            <p:nvSpPr>
              <p:cNvPr id="34" name="TextBox 33">
                <a:extLst>
                  <a:ext uri="{FF2B5EF4-FFF2-40B4-BE49-F238E27FC236}">
                    <a16:creationId xmlns:a16="http://schemas.microsoft.com/office/drawing/2014/main" id="{15B654E1-4082-00B2-0752-6B16EA05C4AD}"/>
                  </a:ext>
                </a:extLst>
              </p:cNvPr>
              <p:cNvSpPr txBox="1"/>
              <p:nvPr/>
            </p:nvSpPr>
            <p:spPr>
              <a:xfrm>
                <a:off x="5949999" y="3604608"/>
                <a:ext cx="2331371" cy="1061829"/>
              </a:xfrm>
              <a:prstGeom prst="rect">
                <a:avLst/>
              </a:prstGeom>
              <a:noFill/>
            </p:spPr>
            <p:txBody>
              <a:bodyPr wrap="square">
                <a:spAutoFit/>
              </a:bodyPr>
              <a:lstStyle/>
              <a:p>
                <a:pPr algn="l">
                  <a:spcBef>
                    <a:spcPts val="300"/>
                  </a:spcBef>
                  <a:spcAft>
                    <a:spcPts val="300"/>
                  </a:spcAft>
                  <a:buFont typeface="Arial" panose="020B0604020202020204" pitchFamily="34" charset="0"/>
                  <a:buChar char="•"/>
                </a:pPr>
                <a:r>
                  <a:rPr lang="en-US" sz="1200" b="0" i="0" noProof="0" dirty="0">
                    <a:solidFill>
                      <a:schemeClr val="bg2">
                        <a:lumMod val="10000"/>
                      </a:schemeClr>
                    </a:solidFill>
                    <a:effectLst/>
                  </a:rPr>
                  <a:t> high if score </a:t>
                </a:r>
                <a14:m>
                  <m:oMath xmlns:m="http://schemas.openxmlformats.org/officeDocument/2006/math">
                    <m:r>
                      <a:rPr lang="en-US" sz="1200" noProof="0" smtClean="0">
                        <a:solidFill>
                          <a:schemeClr val="bg2">
                            <a:lumMod val="10000"/>
                          </a:schemeClr>
                        </a:solidFill>
                        <a:latin typeface="Cambria Math" panose="02040503050406030204" pitchFamily="18" charset="0"/>
                      </a:rPr>
                      <m:t>≥</m:t>
                    </m:r>
                    <m:r>
                      <a:rPr lang="en-US" sz="1200" i="0" noProof="0" smtClean="0">
                        <a:solidFill>
                          <a:schemeClr val="bg2">
                            <a:lumMod val="10000"/>
                          </a:schemeClr>
                        </a:solidFill>
                        <a:latin typeface="Cambria Math" panose="02040503050406030204" pitchFamily="18" charset="0"/>
                      </a:rPr>
                      <m:t>0.9</m:t>
                    </m:r>
                  </m:oMath>
                </a14:m>
                <a:endParaRPr lang="en-US" sz="1200" b="0" i="0" noProof="0" dirty="0">
                  <a:solidFill>
                    <a:schemeClr val="bg2">
                      <a:lumMod val="10000"/>
                    </a:schemeClr>
                  </a:solidFill>
                  <a:effectLst/>
                </a:endParaRPr>
              </a:p>
              <a:p>
                <a:pPr algn="l">
                  <a:spcBef>
                    <a:spcPts val="300"/>
                  </a:spcBef>
                  <a:spcAft>
                    <a:spcPts val="300"/>
                  </a:spcAft>
                  <a:buFont typeface="Arial" panose="020B0604020202020204" pitchFamily="34" charset="0"/>
                  <a:buChar char="•"/>
                </a:pPr>
                <a:r>
                  <a:rPr lang="en-US" sz="1200" b="0" i="0" noProof="0" dirty="0">
                    <a:solidFill>
                      <a:schemeClr val="bg2">
                        <a:lumMod val="10000"/>
                      </a:schemeClr>
                    </a:solidFill>
                    <a:effectLst/>
                  </a:rPr>
                  <a:t> medium if score </a:t>
                </a:r>
                <a14:m>
                  <m:oMath xmlns:m="http://schemas.openxmlformats.org/officeDocument/2006/math">
                    <m:r>
                      <a:rPr lang="en-US" sz="1200" noProof="0" smtClean="0">
                        <a:solidFill>
                          <a:schemeClr val="bg2">
                            <a:lumMod val="10000"/>
                          </a:schemeClr>
                        </a:solidFill>
                        <a:latin typeface="Cambria Math" panose="02040503050406030204" pitchFamily="18" charset="0"/>
                      </a:rPr>
                      <m:t>≥</m:t>
                    </m:r>
                    <m:r>
                      <a:rPr lang="en-US" sz="1200" i="0" noProof="0" smtClean="0">
                        <a:solidFill>
                          <a:schemeClr val="bg2">
                            <a:lumMod val="10000"/>
                          </a:schemeClr>
                        </a:solidFill>
                        <a:latin typeface="Cambria Math" panose="02040503050406030204" pitchFamily="18" charset="0"/>
                      </a:rPr>
                      <m:t>0.5</m:t>
                    </m:r>
                  </m:oMath>
                </a14:m>
                <a:endParaRPr lang="en-US" sz="1200" b="0" i="0" noProof="0" dirty="0">
                  <a:solidFill>
                    <a:schemeClr val="bg2">
                      <a:lumMod val="10000"/>
                    </a:schemeClr>
                  </a:solidFill>
                  <a:effectLst/>
                </a:endParaRPr>
              </a:p>
              <a:p>
                <a:pPr algn="l">
                  <a:spcBef>
                    <a:spcPts val="300"/>
                  </a:spcBef>
                  <a:spcAft>
                    <a:spcPts val="300"/>
                  </a:spcAft>
                  <a:buFont typeface="Arial" panose="020B0604020202020204" pitchFamily="34" charset="0"/>
                  <a:buChar char="•"/>
                </a:pPr>
                <a:r>
                  <a:rPr lang="en-US" sz="1200" b="0" i="0" noProof="0" dirty="0">
                    <a:solidFill>
                      <a:schemeClr val="bg2">
                        <a:lumMod val="10000"/>
                      </a:schemeClr>
                    </a:solidFill>
                    <a:effectLst/>
                  </a:rPr>
                  <a:t> low if score </a:t>
                </a:r>
                <a14:m>
                  <m:oMath xmlns:m="http://schemas.openxmlformats.org/officeDocument/2006/math">
                    <m:r>
                      <a:rPr lang="en-US" sz="1200" noProof="0" smtClean="0">
                        <a:solidFill>
                          <a:schemeClr val="bg2">
                            <a:lumMod val="10000"/>
                          </a:schemeClr>
                        </a:solidFill>
                        <a:latin typeface="Cambria Math" panose="02040503050406030204" pitchFamily="18" charset="0"/>
                      </a:rPr>
                      <m:t>&gt;</m:t>
                    </m:r>
                    <m:r>
                      <a:rPr lang="en-US" sz="1200" i="0" noProof="0" smtClean="0">
                        <a:solidFill>
                          <a:schemeClr val="bg2">
                            <a:lumMod val="10000"/>
                          </a:schemeClr>
                        </a:solidFill>
                        <a:latin typeface="Cambria Math" panose="02040503050406030204" pitchFamily="18" charset="0"/>
                      </a:rPr>
                      <m:t>0</m:t>
                    </m:r>
                  </m:oMath>
                </a14:m>
                <a:endParaRPr lang="en-US" sz="1200" b="0" i="0" noProof="0" dirty="0">
                  <a:solidFill>
                    <a:schemeClr val="bg2">
                      <a:lumMod val="10000"/>
                    </a:schemeClr>
                  </a:solidFill>
                  <a:effectLst/>
                </a:endParaRPr>
              </a:p>
              <a:p>
                <a:pPr algn="l">
                  <a:spcBef>
                    <a:spcPts val="300"/>
                  </a:spcBef>
                  <a:spcAft>
                    <a:spcPts val="300"/>
                  </a:spcAft>
                  <a:buFont typeface="Arial" panose="020B0604020202020204" pitchFamily="34" charset="0"/>
                  <a:buChar char="•"/>
                </a:pPr>
                <a:r>
                  <a:rPr lang="en-US" sz="1200" b="0" i="0" noProof="0" dirty="0">
                    <a:solidFill>
                      <a:schemeClr val="bg2">
                        <a:lumMod val="10000"/>
                      </a:schemeClr>
                    </a:solidFill>
                    <a:effectLst/>
                  </a:rPr>
                  <a:t> none if score </a:t>
                </a:r>
                <a14:m>
                  <m:oMath xmlns:m="http://schemas.openxmlformats.org/officeDocument/2006/math">
                    <m:r>
                      <a:rPr lang="en-US" sz="1200" noProof="0" smtClean="0">
                        <a:solidFill>
                          <a:schemeClr val="bg2">
                            <a:lumMod val="10000"/>
                          </a:schemeClr>
                        </a:solidFill>
                        <a:latin typeface="Cambria Math" panose="02040503050406030204" pitchFamily="18" charset="0"/>
                      </a:rPr>
                      <m:t>=</m:t>
                    </m:r>
                    <m:r>
                      <a:rPr lang="en-US" sz="1200" i="0" noProof="0" smtClean="0">
                        <a:solidFill>
                          <a:schemeClr val="bg2">
                            <a:lumMod val="10000"/>
                          </a:schemeClr>
                        </a:solidFill>
                        <a:latin typeface="Cambria Math" panose="02040503050406030204" pitchFamily="18" charset="0"/>
                      </a:rPr>
                      <m:t>0</m:t>
                    </m:r>
                  </m:oMath>
                </a14:m>
                <a:endParaRPr lang="en-US" sz="1200" b="0" i="0" noProof="0" dirty="0">
                  <a:solidFill>
                    <a:schemeClr val="bg2">
                      <a:lumMod val="10000"/>
                    </a:schemeClr>
                  </a:solidFill>
                  <a:effectLst/>
                </a:endParaRPr>
              </a:p>
            </p:txBody>
          </p:sp>
        </mc:Choice>
        <mc:Fallback>
          <p:sp>
            <p:nvSpPr>
              <p:cNvPr id="34" name="TextBox 33">
                <a:extLst>
                  <a:ext uri="{FF2B5EF4-FFF2-40B4-BE49-F238E27FC236}">
                    <a16:creationId xmlns:a16="http://schemas.microsoft.com/office/drawing/2014/main" id="{15B654E1-4082-00B2-0752-6B16EA05C4AD}"/>
                  </a:ext>
                </a:extLst>
              </p:cNvPr>
              <p:cNvSpPr txBox="1">
                <a:spLocks noRot="1" noChangeAspect="1" noMove="1" noResize="1" noEditPoints="1" noAdjustHandles="1" noChangeArrowheads="1" noChangeShapeType="1" noTextEdit="1"/>
              </p:cNvSpPr>
              <p:nvPr/>
            </p:nvSpPr>
            <p:spPr>
              <a:xfrm>
                <a:off x="5949999" y="3604608"/>
                <a:ext cx="2331371" cy="1061829"/>
              </a:xfrm>
              <a:prstGeom prst="rect">
                <a:avLst/>
              </a:prstGeom>
              <a:blipFill>
                <a:blip r:embed="rId7"/>
                <a:stretch>
                  <a:fillRect t="-575" b="-3448"/>
                </a:stretch>
              </a:blipFill>
            </p:spPr>
            <p:txBody>
              <a:bodyPr/>
              <a:lstStyle/>
              <a:p>
                <a:r>
                  <a:rPr lang="en-US">
                    <a:noFill/>
                  </a:rPr>
                  <a:t> </a:t>
                </a:r>
              </a:p>
            </p:txBody>
          </p:sp>
        </mc:Fallback>
      </mc:AlternateContent>
      <p:sp>
        <p:nvSpPr>
          <p:cNvPr id="36" name="TextBox 35">
            <a:extLst>
              <a:ext uri="{FF2B5EF4-FFF2-40B4-BE49-F238E27FC236}">
                <a16:creationId xmlns:a16="http://schemas.microsoft.com/office/drawing/2014/main" id="{DCE9769F-35D7-6FB1-09A9-3D8C2ACDA742}"/>
              </a:ext>
            </a:extLst>
          </p:cNvPr>
          <p:cNvSpPr txBox="1"/>
          <p:nvPr/>
        </p:nvSpPr>
        <p:spPr>
          <a:xfrm>
            <a:off x="8186150" y="3543632"/>
            <a:ext cx="3798772" cy="1431161"/>
          </a:xfrm>
          <a:prstGeom prst="rect">
            <a:avLst/>
          </a:prstGeom>
          <a:noFill/>
        </p:spPr>
        <p:txBody>
          <a:bodyPr wrap="square">
            <a:spAutoFit/>
          </a:bodyPr>
          <a:lstStyle/>
          <a:p>
            <a:pPr>
              <a:spcBef>
                <a:spcPts val="300"/>
              </a:spcBef>
              <a:spcAft>
                <a:spcPts val="300"/>
              </a:spcAft>
              <a:buFont typeface="Arial" panose="020B0604020202020204" pitchFamily="34" charset="0"/>
              <a:buChar char="•"/>
            </a:pPr>
            <a:r>
              <a:rPr lang="en-US" sz="1200" noProof="0" dirty="0">
                <a:solidFill>
                  <a:schemeClr val="bg2">
                    <a:lumMod val="10000"/>
                  </a:schemeClr>
                </a:solidFill>
              </a:rPr>
              <a:t> </a:t>
            </a:r>
            <a:r>
              <a:rPr lang="en-US" sz="1200" noProof="0" dirty="0" err="1">
                <a:solidFill>
                  <a:schemeClr val="bg2">
                    <a:lumMod val="10000"/>
                  </a:schemeClr>
                </a:solidFill>
              </a:rPr>
              <a:t>merged_fix</a:t>
            </a:r>
            <a:r>
              <a:rPr lang="en-US" sz="1200" noProof="0" dirty="0">
                <a:solidFill>
                  <a:schemeClr val="bg2">
                    <a:lumMod val="10000"/>
                  </a:schemeClr>
                </a:solidFill>
              </a:rPr>
              <a:t>: PR </a:t>
            </a:r>
            <a:r>
              <a:rPr lang="en-US" sz="1200" noProof="0" dirty="0" err="1">
                <a:solidFill>
                  <a:schemeClr val="bg2">
                    <a:lumMod val="10000"/>
                  </a:schemeClr>
                </a:solidFill>
              </a:rPr>
              <a:t>mergée</a:t>
            </a:r>
            <a:r>
              <a:rPr lang="en-US" sz="1200" noProof="0" dirty="0">
                <a:solidFill>
                  <a:schemeClr val="bg2">
                    <a:lumMod val="10000"/>
                  </a:schemeClr>
                </a:solidFill>
              </a:rPr>
              <a:t> + commit meaningful</a:t>
            </a:r>
          </a:p>
          <a:p>
            <a:pPr>
              <a:spcBef>
                <a:spcPts val="300"/>
              </a:spcBef>
              <a:spcAft>
                <a:spcPts val="300"/>
              </a:spcAft>
              <a:buFont typeface="Arial" panose="020B0604020202020204" pitchFamily="34" charset="0"/>
              <a:buChar char="•"/>
            </a:pPr>
            <a:r>
              <a:rPr lang="en-US" sz="1200" noProof="0" dirty="0">
                <a:solidFill>
                  <a:schemeClr val="bg2">
                    <a:lumMod val="10000"/>
                  </a:schemeClr>
                </a:solidFill>
              </a:rPr>
              <a:t> </a:t>
            </a:r>
            <a:r>
              <a:rPr lang="en-US" sz="1200" noProof="0" dirty="0" err="1">
                <a:solidFill>
                  <a:schemeClr val="bg2">
                    <a:lumMod val="10000"/>
                  </a:schemeClr>
                </a:solidFill>
              </a:rPr>
              <a:t>candidate_fix</a:t>
            </a:r>
            <a:r>
              <a:rPr lang="en-US" sz="1200" noProof="0" dirty="0">
                <a:solidFill>
                  <a:schemeClr val="bg2">
                    <a:lumMod val="10000"/>
                  </a:schemeClr>
                </a:solidFill>
              </a:rPr>
              <a:t>: PR </a:t>
            </a:r>
            <a:r>
              <a:rPr lang="en-US" sz="1200" noProof="0" dirty="0" err="1">
                <a:solidFill>
                  <a:schemeClr val="bg2">
                    <a:lumMod val="10000"/>
                  </a:schemeClr>
                </a:solidFill>
              </a:rPr>
              <a:t>trouvée</a:t>
            </a:r>
            <a:r>
              <a:rPr lang="en-US" sz="1200" noProof="0" dirty="0">
                <a:solidFill>
                  <a:schemeClr val="bg2">
                    <a:lumMod val="10000"/>
                  </a:schemeClr>
                </a:solidFill>
              </a:rPr>
              <a:t> + commit meaningful (merge non </a:t>
            </a:r>
            <a:r>
              <a:rPr lang="en-US" sz="1200" noProof="0" dirty="0" err="1">
                <a:solidFill>
                  <a:schemeClr val="bg2">
                    <a:lumMod val="10000"/>
                  </a:schemeClr>
                </a:solidFill>
              </a:rPr>
              <a:t>confirmé</a:t>
            </a:r>
            <a:r>
              <a:rPr lang="en-US" sz="1200" noProof="0" dirty="0">
                <a:solidFill>
                  <a:schemeClr val="bg2">
                    <a:lumMod val="10000"/>
                  </a:schemeClr>
                </a:solidFill>
              </a:rPr>
              <a:t>)</a:t>
            </a:r>
          </a:p>
          <a:p>
            <a:pPr>
              <a:spcBef>
                <a:spcPts val="300"/>
              </a:spcBef>
              <a:spcAft>
                <a:spcPts val="300"/>
              </a:spcAft>
              <a:buFont typeface="Arial" panose="020B0604020202020204" pitchFamily="34" charset="0"/>
              <a:buChar char="•"/>
            </a:pPr>
            <a:r>
              <a:rPr lang="en-US" sz="1200" noProof="0" dirty="0">
                <a:solidFill>
                  <a:schemeClr val="bg2">
                    <a:lumMod val="10000"/>
                  </a:schemeClr>
                </a:solidFill>
              </a:rPr>
              <a:t> </a:t>
            </a:r>
            <a:r>
              <a:rPr lang="en-US" sz="1200" noProof="0" dirty="0" err="1">
                <a:solidFill>
                  <a:schemeClr val="bg2">
                    <a:lumMod val="10000"/>
                  </a:schemeClr>
                </a:solidFill>
              </a:rPr>
              <a:t>reference_only</a:t>
            </a:r>
            <a:r>
              <a:rPr lang="en-US" sz="1200" noProof="0" dirty="0">
                <a:solidFill>
                  <a:schemeClr val="bg2">
                    <a:lumMod val="10000"/>
                  </a:schemeClr>
                </a:solidFill>
              </a:rPr>
              <a:t>: PR </a:t>
            </a:r>
            <a:r>
              <a:rPr lang="en-US" sz="1200" noProof="0" dirty="0" err="1">
                <a:solidFill>
                  <a:schemeClr val="bg2">
                    <a:lumMod val="10000"/>
                  </a:schemeClr>
                </a:solidFill>
              </a:rPr>
              <a:t>trouvée</a:t>
            </a:r>
            <a:r>
              <a:rPr lang="en-US" sz="1200" noProof="0" dirty="0">
                <a:solidFill>
                  <a:schemeClr val="bg2">
                    <a:lumMod val="10000"/>
                  </a:schemeClr>
                </a:solidFill>
              </a:rPr>
              <a:t> </a:t>
            </a:r>
            <a:r>
              <a:rPr lang="en-US" sz="1200" noProof="0" dirty="0" err="1">
                <a:solidFill>
                  <a:schemeClr val="bg2">
                    <a:lumMod val="10000"/>
                  </a:schemeClr>
                </a:solidFill>
              </a:rPr>
              <a:t>mais</a:t>
            </a:r>
            <a:r>
              <a:rPr lang="en-US" sz="1200" noProof="0" dirty="0">
                <a:solidFill>
                  <a:schemeClr val="bg2">
                    <a:lumMod val="10000"/>
                  </a:schemeClr>
                </a:solidFill>
              </a:rPr>
              <a:t> pas of commit meaningful</a:t>
            </a:r>
          </a:p>
          <a:p>
            <a:pPr>
              <a:spcBef>
                <a:spcPts val="300"/>
              </a:spcBef>
              <a:spcAft>
                <a:spcPts val="300"/>
              </a:spcAft>
              <a:buFont typeface="Arial" panose="020B0604020202020204" pitchFamily="34" charset="0"/>
              <a:buChar char="•"/>
            </a:pPr>
            <a:r>
              <a:rPr lang="en-US" sz="1200" noProof="0" dirty="0">
                <a:solidFill>
                  <a:schemeClr val="bg2">
                    <a:lumMod val="10000"/>
                  </a:schemeClr>
                </a:solidFill>
              </a:rPr>
              <a:t> unlinked: pas of chemin of fix </a:t>
            </a:r>
            <a:r>
              <a:rPr lang="en-US" sz="1200" noProof="0" dirty="0" err="1">
                <a:solidFill>
                  <a:schemeClr val="bg2">
                    <a:lumMod val="10000"/>
                  </a:schemeClr>
                </a:solidFill>
              </a:rPr>
              <a:t>crédible</a:t>
            </a:r>
            <a:endParaRPr lang="en-US" sz="1200" b="0" i="0" noProof="0" dirty="0">
              <a:solidFill>
                <a:schemeClr val="bg2">
                  <a:lumMod val="10000"/>
                </a:schemeClr>
              </a:solidFill>
              <a:effectLst/>
            </a:endParaRPr>
          </a:p>
        </p:txBody>
      </p:sp>
      <p:pic>
        <p:nvPicPr>
          <p:cNvPr id="41" name="Graphic 40" descr="Arrow Right with solid fill">
            <a:extLst>
              <a:ext uri="{FF2B5EF4-FFF2-40B4-BE49-F238E27FC236}">
                <a16:creationId xmlns:a16="http://schemas.microsoft.com/office/drawing/2014/main" id="{E4A85812-76D7-C7AC-890E-FCFBC428A09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2741392">
            <a:off x="5310687" y="2871218"/>
            <a:ext cx="431535" cy="431535"/>
          </a:xfrm>
          <a:prstGeom prst="rect">
            <a:avLst/>
          </a:prstGeom>
        </p:spPr>
      </p:pic>
      <p:sp>
        <p:nvSpPr>
          <p:cNvPr id="42" name="Rectangle 41">
            <a:extLst>
              <a:ext uri="{FF2B5EF4-FFF2-40B4-BE49-F238E27FC236}">
                <a16:creationId xmlns:a16="http://schemas.microsoft.com/office/drawing/2014/main" id="{93975508-4600-1416-6C59-34CB5DDE1B76}"/>
              </a:ext>
            </a:extLst>
          </p:cNvPr>
          <p:cNvSpPr/>
          <p:nvPr/>
        </p:nvSpPr>
        <p:spPr>
          <a:xfrm>
            <a:off x="6462457" y="2184848"/>
            <a:ext cx="1818913" cy="523511"/>
          </a:xfrm>
          <a:prstGeom prst="rect">
            <a:avLst/>
          </a:prstGeom>
          <a:noFill/>
          <a:ln>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buClr>
                <a:schemeClr val="bg1"/>
              </a:buClr>
            </a:pPr>
            <a:endParaRPr lang="en-US" noProof="0" dirty="0"/>
          </a:p>
        </p:txBody>
      </p:sp>
      <p:pic>
        <p:nvPicPr>
          <p:cNvPr id="43" name="Graphic 42" descr="Arrow Right with solid fill">
            <a:extLst>
              <a:ext uri="{FF2B5EF4-FFF2-40B4-BE49-F238E27FC236}">
                <a16:creationId xmlns:a16="http://schemas.microsoft.com/office/drawing/2014/main" id="{67994CBD-F99C-FA9E-C7ED-DC248ED38E7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2741392">
            <a:off x="7799684" y="2791104"/>
            <a:ext cx="431535" cy="431535"/>
          </a:xfrm>
          <a:prstGeom prst="rect">
            <a:avLst/>
          </a:prstGeom>
        </p:spPr>
      </p:pic>
      <p:sp>
        <p:nvSpPr>
          <p:cNvPr id="4" name="Slide Number Placeholder 3">
            <a:extLst>
              <a:ext uri="{FF2B5EF4-FFF2-40B4-BE49-F238E27FC236}">
                <a16:creationId xmlns:a16="http://schemas.microsoft.com/office/drawing/2014/main" id="{F707BDFA-6A13-7605-8065-7A69F57FE343}"/>
              </a:ext>
            </a:extLst>
          </p:cNvPr>
          <p:cNvSpPr>
            <a:spLocks noGrp="1"/>
          </p:cNvSpPr>
          <p:nvPr>
            <p:ph type="sldNum" sz="quarter" idx="12"/>
          </p:nvPr>
        </p:nvSpPr>
        <p:spPr/>
        <p:txBody>
          <a:bodyPr/>
          <a:lstStyle/>
          <a:p>
            <a:fld id="{40A7B169-58CE-4E65-B1F9-ACF9E46440C2}" type="slidenum">
              <a:rPr lang="en-US" noProof="0" smtClean="0"/>
              <a:t>76</a:t>
            </a:fld>
            <a:endParaRPr lang="en-US" noProof="0" dirty="0"/>
          </a:p>
        </p:txBody>
      </p:sp>
    </p:spTree>
    <p:extLst>
      <p:ext uri="{BB962C8B-B14F-4D97-AF65-F5344CB8AC3E}">
        <p14:creationId xmlns:p14="http://schemas.microsoft.com/office/powerpoint/2010/main" val="170123032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477" y="-53443"/>
            <a:ext cx="11609159" cy="1247050"/>
          </a:xfrm>
        </p:spPr>
        <p:txBody>
          <a:bodyPr/>
          <a:lstStyle/>
          <a:p>
            <a:r>
              <a:rPr lang="en-US" sz="1800" b="1" noProof="0" dirty="0"/>
              <a:t>Diagnostic Cards — Structured Troubleshooting Knowledge</a:t>
            </a:r>
            <a:endParaRPr lang="en-US" sz="1800" noProof="0" dirty="0"/>
          </a:p>
        </p:txBody>
      </p:sp>
      <p:sp>
        <p:nvSpPr>
          <p:cNvPr id="20" name="Sub"/>
          <p:cNvSpPr>
            <a:spLocks noGrp="1"/>
          </p:cNvSpPr>
          <p:nvPr/>
        </p:nvSpPr>
        <p:spPr>
          <a:xfrm>
            <a:off x="240841" y="842873"/>
            <a:ext cx="11609159" cy="450000"/>
          </a:xfrm>
          <a:prstGeom prst="rect">
            <a:avLst/>
          </a:prstGeom>
          <a:noFill/>
        </p:spPr>
        <p:txBody>
          <a:bodyPr wrap="square" lIns="91440" tIns="45720" rIns="91440" bIns="45720"/>
          <a:lstStyle/>
          <a:p>
            <a:endParaRPr lang="en-US" sz="1200" b="0" noProof="0" dirty="0">
              <a:solidFill>
                <a:srgbClr val="475569"/>
              </a:solidFill>
            </a:endParaRPr>
          </a:p>
        </p:txBody>
      </p:sp>
      <p:sp>
        <p:nvSpPr>
          <p:cNvPr id="3" name="Shape 4">
            <a:extLst>
              <a:ext uri="{FF2B5EF4-FFF2-40B4-BE49-F238E27FC236}">
                <a16:creationId xmlns:a16="http://schemas.microsoft.com/office/drawing/2014/main" id="{0655831E-B312-82E8-50A6-C3E668863480}"/>
              </a:ext>
            </a:extLst>
          </p:cNvPr>
          <p:cNvSpPr/>
          <p:nvPr/>
        </p:nvSpPr>
        <p:spPr>
          <a:xfrm>
            <a:off x="239205" y="945746"/>
            <a:ext cx="8229600" cy="22860"/>
          </a:xfrm>
          <a:prstGeom prst="rect">
            <a:avLst/>
          </a:prstGeom>
          <a:solidFill>
            <a:srgbClr val="CBD5E1"/>
          </a:solidFill>
          <a:ln w="12700">
            <a:solidFill>
              <a:srgbClr val="000000"/>
            </a:solidFill>
            <a:prstDash val="solid"/>
          </a:ln>
        </p:spPr>
        <p:txBody>
          <a:bodyPr/>
          <a:lstStyle/>
          <a:p>
            <a:endParaRPr lang="en-US" noProof="0" dirty="0"/>
          </a:p>
        </p:txBody>
      </p:sp>
      <p:pic>
        <p:nvPicPr>
          <p:cNvPr id="7" name="Picture 6">
            <a:extLst>
              <a:ext uri="{FF2B5EF4-FFF2-40B4-BE49-F238E27FC236}">
                <a16:creationId xmlns:a16="http://schemas.microsoft.com/office/drawing/2014/main" id="{4C4EAA9F-891B-4482-2856-0EE192D80A94}"/>
              </a:ext>
            </a:extLst>
          </p:cNvPr>
          <p:cNvPicPr>
            <a:picLocks noChangeAspect="1"/>
          </p:cNvPicPr>
          <p:nvPr/>
        </p:nvPicPr>
        <p:blipFill>
          <a:blip r:embed="rId3"/>
          <a:stretch>
            <a:fillRect/>
          </a:stretch>
        </p:blipFill>
        <p:spPr>
          <a:xfrm>
            <a:off x="0" y="1048100"/>
            <a:ext cx="12192000" cy="5469430"/>
          </a:xfrm>
          <a:prstGeom prst="rect">
            <a:avLst/>
          </a:prstGeom>
        </p:spPr>
      </p:pic>
      <p:sp>
        <p:nvSpPr>
          <p:cNvPr id="4" name="Rectangle 3">
            <a:extLst>
              <a:ext uri="{FF2B5EF4-FFF2-40B4-BE49-F238E27FC236}">
                <a16:creationId xmlns:a16="http://schemas.microsoft.com/office/drawing/2014/main" id="{04015AFE-14CC-F4E7-F49E-4ED8E899BDE5}"/>
              </a:ext>
            </a:extLst>
          </p:cNvPr>
          <p:cNvSpPr/>
          <p:nvPr/>
        </p:nvSpPr>
        <p:spPr>
          <a:xfrm>
            <a:off x="5968030" y="3554066"/>
            <a:ext cx="1926523" cy="523511"/>
          </a:xfrm>
          <a:prstGeom prst="rect">
            <a:avLst/>
          </a:prstGeom>
          <a:noFill/>
          <a:ln>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buClr>
                <a:schemeClr val="bg1"/>
              </a:buClr>
            </a:pPr>
            <a:endParaRPr lang="en-US" noProof="0" dirty="0"/>
          </a:p>
        </p:txBody>
      </p:sp>
      <p:sp>
        <p:nvSpPr>
          <p:cNvPr id="5" name="Slide Number Placeholder 4">
            <a:extLst>
              <a:ext uri="{FF2B5EF4-FFF2-40B4-BE49-F238E27FC236}">
                <a16:creationId xmlns:a16="http://schemas.microsoft.com/office/drawing/2014/main" id="{CAFE0A28-AE2F-7942-E638-851F41E91F22}"/>
              </a:ext>
            </a:extLst>
          </p:cNvPr>
          <p:cNvSpPr>
            <a:spLocks noGrp="1"/>
          </p:cNvSpPr>
          <p:nvPr>
            <p:ph type="sldNum" sz="quarter" idx="12"/>
          </p:nvPr>
        </p:nvSpPr>
        <p:spPr/>
        <p:txBody>
          <a:bodyPr/>
          <a:lstStyle/>
          <a:p>
            <a:fld id="{40A7B169-58CE-4E65-B1F9-ACF9E46440C2}" type="slidenum">
              <a:rPr lang="en-US" noProof="0" smtClean="0"/>
              <a:t>77</a:t>
            </a:fld>
            <a:endParaRPr lang="en-US" noProof="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43840" cy="6858000"/>
          </a:xfrm>
          <a:prstGeom prst="rect">
            <a:avLst/>
          </a:prstGeom>
          <a:solidFill>
            <a:srgbClr val="0D9488"/>
          </a:solidFill>
          <a:ln w="12700">
            <a:solidFill>
              <a:srgbClr val="0D9488"/>
            </a:solidFill>
            <a:prstDash val="solid"/>
          </a:ln>
        </p:spPr>
        <p:txBody>
          <a:bodyPr/>
          <a:lstStyle/>
          <a:p>
            <a:endParaRPr lang="en-US" sz="2400" noProof="0" dirty="0"/>
          </a:p>
        </p:txBody>
      </p:sp>
      <p:sp>
        <p:nvSpPr>
          <p:cNvPr id="3" name="Text 1"/>
          <p:cNvSpPr/>
          <p:nvPr/>
        </p:nvSpPr>
        <p:spPr>
          <a:xfrm>
            <a:off x="609600" y="170688"/>
            <a:ext cx="10972800" cy="670560"/>
          </a:xfrm>
          <a:prstGeom prst="rect">
            <a:avLst/>
          </a:prstGeom>
          <a:noFill/>
          <a:ln/>
        </p:spPr>
        <p:txBody>
          <a:bodyPr wrap="square" rtlCol="0" anchor="ctr"/>
          <a:lstStyle/>
          <a:p>
            <a:r>
              <a:rPr lang="en-US" sz="4000" b="1" noProof="0" dirty="0">
                <a:latin typeface="Calibri" pitchFamily="34" charset="0"/>
                <a:ea typeface="Calibri" pitchFamily="34" charset="-122"/>
                <a:cs typeface="Calibri" pitchFamily="34" charset="-120"/>
              </a:rPr>
              <a:t>Putting it all together</a:t>
            </a:r>
            <a:endParaRPr lang="en-US" sz="4000" noProof="0" dirty="0"/>
          </a:p>
        </p:txBody>
      </p:sp>
      <p:sp>
        <p:nvSpPr>
          <p:cNvPr id="4" name="Text 2"/>
          <p:cNvSpPr/>
          <p:nvPr/>
        </p:nvSpPr>
        <p:spPr>
          <a:xfrm>
            <a:off x="609600" y="877824"/>
            <a:ext cx="10972800" cy="426720"/>
          </a:xfrm>
          <a:prstGeom prst="rect">
            <a:avLst/>
          </a:prstGeom>
          <a:noFill/>
          <a:ln/>
        </p:spPr>
        <p:txBody>
          <a:bodyPr wrap="square" rtlCol="0" anchor="ctr"/>
          <a:lstStyle/>
          <a:p>
            <a:r>
              <a:rPr lang="en-US" sz="1733" i="1" noProof="0" dirty="0">
                <a:latin typeface="Calibri" pitchFamily="34" charset="0"/>
                <a:ea typeface="Calibri" pitchFamily="34" charset="-122"/>
                <a:cs typeface="Calibri" pitchFamily="34" charset="-120"/>
              </a:rPr>
              <a:t>Tokens → chunking → parent-child → RAG</a:t>
            </a:r>
            <a:endParaRPr lang="en-US" sz="1733" noProof="0" dirty="0"/>
          </a:p>
        </p:txBody>
      </p:sp>
      <p:sp>
        <p:nvSpPr>
          <p:cNvPr id="5" name="Shape 3"/>
          <p:cNvSpPr/>
          <p:nvPr/>
        </p:nvSpPr>
        <p:spPr>
          <a:xfrm>
            <a:off x="609600" y="1395984"/>
            <a:ext cx="11094720" cy="999744"/>
          </a:xfrm>
          <a:prstGeom prst="rect">
            <a:avLst/>
          </a:prstGeom>
          <a:solidFill>
            <a:srgbClr val="0D2A45"/>
          </a:solidFill>
          <a:ln w="6350">
            <a:solidFill>
              <a:srgbClr val="1E3A5F"/>
            </a:solidFill>
            <a:prstDash val="solid"/>
          </a:ln>
        </p:spPr>
        <p:txBody>
          <a:bodyPr/>
          <a:lstStyle/>
          <a:p>
            <a:endParaRPr lang="en-US" sz="2400" noProof="0" dirty="0"/>
          </a:p>
        </p:txBody>
      </p:sp>
      <p:sp>
        <p:nvSpPr>
          <p:cNvPr id="6" name="Shape 4"/>
          <p:cNvSpPr/>
          <p:nvPr/>
        </p:nvSpPr>
        <p:spPr>
          <a:xfrm>
            <a:off x="609600" y="1395984"/>
            <a:ext cx="633984" cy="999744"/>
          </a:xfrm>
          <a:prstGeom prst="rect">
            <a:avLst/>
          </a:prstGeom>
          <a:solidFill>
            <a:srgbClr val="0D9488"/>
          </a:solidFill>
          <a:ln w="12700">
            <a:solidFill>
              <a:srgbClr val="0D9488"/>
            </a:solidFill>
            <a:prstDash val="solid"/>
          </a:ln>
        </p:spPr>
        <p:txBody>
          <a:bodyPr/>
          <a:lstStyle/>
          <a:p>
            <a:endParaRPr lang="en-US" sz="2400" noProof="0" dirty="0"/>
          </a:p>
        </p:txBody>
      </p:sp>
      <p:sp>
        <p:nvSpPr>
          <p:cNvPr id="7" name="Text 5"/>
          <p:cNvSpPr/>
          <p:nvPr/>
        </p:nvSpPr>
        <p:spPr>
          <a:xfrm>
            <a:off x="609600" y="1395984"/>
            <a:ext cx="633984" cy="999744"/>
          </a:xfrm>
          <a:prstGeom prst="rect">
            <a:avLst/>
          </a:prstGeom>
          <a:noFill/>
          <a:ln/>
        </p:spPr>
        <p:txBody>
          <a:bodyPr wrap="square" lIns="0" tIns="0" rIns="0" bIns="0" rtlCol="0" anchor="ctr"/>
          <a:lstStyle/>
          <a:p>
            <a:pPr algn="ctr"/>
            <a:r>
              <a:rPr lang="en-US" sz="2667" b="1" noProof="0" dirty="0">
                <a:solidFill>
                  <a:srgbClr val="0D1F3C"/>
                </a:solidFill>
                <a:latin typeface="Calibri" pitchFamily="34" charset="0"/>
                <a:ea typeface="Calibri" pitchFamily="34" charset="-122"/>
                <a:cs typeface="Calibri" pitchFamily="34" charset="-120"/>
              </a:rPr>
              <a:t>1</a:t>
            </a:r>
            <a:endParaRPr lang="en-US" sz="2667" noProof="0" dirty="0"/>
          </a:p>
        </p:txBody>
      </p:sp>
      <p:sp>
        <p:nvSpPr>
          <p:cNvPr id="8" name="Text 6"/>
          <p:cNvSpPr/>
          <p:nvPr/>
        </p:nvSpPr>
        <p:spPr>
          <a:xfrm>
            <a:off x="1389888" y="1481328"/>
            <a:ext cx="10119360" cy="341376"/>
          </a:xfrm>
          <a:prstGeom prst="rect">
            <a:avLst/>
          </a:prstGeom>
          <a:noFill/>
          <a:ln/>
        </p:spPr>
        <p:txBody>
          <a:bodyPr wrap="square" lIns="0" tIns="0" rIns="0" bIns="0" rtlCol="0" anchor="ctr"/>
          <a:lstStyle/>
          <a:p>
            <a:r>
              <a:rPr lang="en-US" sz="1600" b="1" noProof="0" dirty="0">
                <a:solidFill>
                  <a:srgbClr val="FFFFFF"/>
                </a:solidFill>
                <a:latin typeface="Calibri" pitchFamily="34" charset="0"/>
                <a:ea typeface="Calibri" pitchFamily="34" charset="-122"/>
                <a:cs typeface="Calibri" pitchFamily="34" charset="-120"/>
              </a:rPr>
              <a:t>You count the characters in your text</a:t>
            </a:r>
            <a:endParaRPr lang="en-US" sz="1600" noProof="0" dirty="0"/>
          </a:p>
        </p:txBody>
      </p:sp>
      <p:sp>
        <p:nvSpPr>
          <p:cNvPr id="9" name="Text 7"/>
          <p:cNvSpPr/>
          <p:nvPr/>
        </p:nvSpPr>
        <p:spPr>
          <a:xfrm>
            <a:off x="1389888" y="1859280"/>
            <a:ext cx="10119360" cy="426720"/>
          </a:xfrm>
          <a:prstGeom prst="rect">
            <a:avLst/>
          </a:prstGeom>
          <a:noFill/>
          <a:ln/>
        </p:spPr>
        <p:txBody>
          <a:bodyPr wrap="square" lIns="0" tIns="0" rIns="0" bIns="0" rtlCol="0" anchor="ctr"/>
          <a:lstStyle/>
          <a:p>
            <a:r>
              <a:rPr lang="en-US" sz="1333" noProof="0" dirty="0">
                <a:solidFill>
                  <a:srgbClr val="CBD5E1"/>
                </a:solidFill>
                <a:latin typeface="Calibri" pitchFamily="34" charset="0"/>
                <a:ea typeface="Calibri" pitchFamily="34" charset="-122"/>
                <a:cs typeface="Calibri" pitchFamily="34" charset="-120"/>
              </a:rPr>
              <a:t>Issue #343 has 2 146 characters.  2146 ÷ 4 = ~536 tokens.  That's the size of one document.</a:t>
            </a:r>
            <a:endParaRPr lang="en-US" sz="1333" noProof="0" dirty="0"/>
          </a:p>
        </p:txBody>
      </p:sp>
      <p:sp>
        <p:nvSpPr>
          <p:cNvPr id="10" name="Shape 8"/>
          <p:cNvSpPr/>
          <p:nvPr/>
        </p:nvSpPr>
        <p:spPr>
          <a:xfrm>
            <a:off x="609600" y="2590800"/>
            <a:ext cx="11094720" cy="999744"/>
          </a:xfrm>
          <a:prstGeom prst="rect">
            <a:avLst/>
          </a:prstGeom>
          <a:solidFill>
            <a:srgbClr val="0D2A45"/>
          </a:solidFill>
          <a:ln w="6350">
            <a:solidFill>
              <a:srgbClr val="1E3A5F"/>
            </a:solidFill>
            <a:prstDash val="solid"/>
          </a:ln>
        </p:spPr>
        <p:txBody>
          <a:bodyPr/>
          <a:lstStyle/>
          <a:p>
            <a:endParaRPr lang="en-US" sz="2400" noProof="0" dirty="0"/>
          </a:p>
        </p:txBody>
      </p:sp>
      <p:sp>
        <p:nvSpPr>
          <p:cNvPr id="11" name="Shape 9"/>
          <p:cNvSpPr/>
          <p:nvPr/>
        </p:nvSpPr>
        <p:spPr>
          <a:xfrm>
            <a:off x="609600" y="2590800"/>
            <a:ext cx="633984" cy="999744"/>
          </a:xfrm>
          <a:prstGeom prst="rect">
            <a:avLst/>
          </a:prstGeom>
          <a:solidFill>
            <a:srgbClr val="7C3AED"/>
          </a:solidFill>
          <a:ln w="12700">
            <a:solidFill>
              <a:srgbClr val="7C3AED"/>
            </a:solidFill>
            <a:prstDash val="solid"/>
          </a:ln>
        </p:spPr>
        <p:txBody>
          <a:bodyPr/>
          <a:lstStyle/>
          <a:p>
            <a:endParaRPr lang="en-US" sz="2400" noProof="0" dirty="0"/>
          </a:p>
        </p:txBody>
      </p:sp>
      <p:sp>
        <p:nvSpPr>
          <p:cNvPr id="12" name="Text 10"/>
          <p:cNvSpPr/>
          <p:nvPr/>
        </p:nvSpPr>
        <p:spPr>
          <a:xfrm>
            <a:off x="609600" y="2590800"/>
            <a:ext cx="633984" cy="999744"/>
          </a:xfrm>
          <a:prstGeom prst="rect">
            <a:avLst/>
          </a:prstGeom>
          <a:solidFill>
            <a:srgbClr val="0D9488"/>
          </a:solidFill>
          <a:ln>
            <a:solidFill>
              <a:srgbClr val="0D9488"/>
            </a:solidFill>
          </a:ln>
        </p:spPr>
        <p:txBody>
          <a:bodyPr wrap="square" lIns="0" tIns="0" rIns="0" bIns="0" rtlCol="0" anchor="ctr"/>
          <a:lstStyle/>
          <a:p>
            <a:pPr algn="ctr"/>
            <a:r>
              <a:rPr lang="en-US" sz="2667" b="1" noProof="0" dirty="0">
                <a:solidFill>
                  <a:srgbClr val="0D1F3C"/>
                </a:solidFill>
                <a:latin typeface="Calibri" pitchFamily="34" charset="0"/>
                <a:ea typeface="Calibri" pitchFamily="34" charset="-122"/>
                <a:cs typeface="Calibri" pitchFamily="34" charset="-120"/>
              </a:rPr>
              <a:t>2</a:t>
            </a:r>
            <a:endParaRPr lang="en-US" sz="2667" noProof="0" dirty="0"/>
          </a:p>
        </p:txBody>
      </p:sp>
      <p:sp>
        <p:nvSpPr>
          <p:cNvPr id="13" name="Text 11"/>
          <p:cNvSpPr/>
          <p:nvPr/>
        </p:nvSpPr>
        <p:spPr>
          <a:xfrm>
            <a:off x="1389888" y="2676144"/>
            <a:ext cx="10119360" cy="341376"/>
          </a:xfrm>
          <a:prstGeom prst="rect">
            <a:avLst/>
          </a:prstGeom>
          <a:noFill/>
          <a:ln/>
        </p:spPr>
        <p:txBody>
          <a:bodyPr wrap="square" lIns="0" tIns="0" rIns="0" bIns="0" rtlCol="0" anchor="ctr"/>
          <a:lstStyle/>
          <a:p>
            <a:r>
              <a:rPr lang="en-US" sz="1600" b="1" noProof="0" dirty="0">
                <a:solidFill>
                  <a:srgbClr val="FFFFFF"/>
                </a:solidFill>
                <a:latin typeface="Calibri" pitchFamily="34" charset="0"/>
                <a:ea typeface="Calibri" pitchFamily="34" charset="-122"/>
                <a:cs typeface="Calibri" pitchFamily="34" charset="-120"/>
              </a:rPr>
              <a:t>ST's RAG cuts it into child chunks of ~1 000 tokens</a:t>
            </a:r>
            <a:endParaRPr lang="en-US" sz="1600" noProof="0" dirty="0"/>
          </a:p>
        </p:txBody>
      </p:sp>
      <p:sp>
        <p:nvSpPr>
          <p:cNvPr id="14" name="Text 12"/>
          <p:cNvSpPr/>
          <p:nvPr/>
        </p:nvSpPr>
        <p:spPr>
          <a:xfrm>
            <a:off x="1389888" y="3054096"/>
            <a:ext cx="10119360" cy="426720"/>
          </a:xfrm>
          <a:prstGeom prst="rect">
            <a:avLst/>
          </a:prstGeom>
          <a:noFill/>
          <a:ln/>
        </p:spPr>
        <p:txBody>
          <a:bodyPr wrap="square" lIns="0" tIns="0" rIns="0" bIns="0" rtlCol="0" anchor="ctr"/>
          <a:lstStyle/>
          <a:p>
            <a:r>
              <a:rPr lang="en-US" sz="1333" noProof="0" dirty="0">
                <a:solidFill>
                  <a:srgbClr val="CBD5E1"/>
                </a:solidFill>
                <a:latin typeface="Calibri" pitchFamily="34" charset="0"/>
                <a:ea typeface="Calibri" pitchFamily="34" charset="-122"/>
                <a:cs typeface="Calibri" pitchFamily="34" charset="-120"/>
              </a:rPr>
              <a:t>Issue #343 (536 </a:t>
            </a:r>
            <a:r>
              <a:rPr lang="en-US" sz="1333" noProof="0" dirty="0" err="1">
                <a:solidFill>
                  <a:srgbClr val="CBD5E1"/>
                </a:solidFill>
                <a:latin typeface="Calibri" pitchFamily="34" charset="0"/>
                <a:ea typeface="Calibri" pitchFamily="34" charset="-122"/>
                <a:cs typeface="Calibri" pitchFamily="34" charset="-120"/>
              </a:rPr>
              <a:t>tok</a:t>
            </a:r>
            <a:r>
              <a:rPr lang="en-US" sz="1333" noProof="0" dirty="0">
                <a:solidFill>
                  <a:srgbClr val="CBD5E1"/>
                </a:solidFill>
                <a:latin typeface="Calibri" pitchFamily="34" charset="0"/>
                <a:ea typeface="Calibri" pitchFamily="34" charset="-122"/>
                <a:cs typeface="Calibri" pitchFamily="34" charset="-120"/>
              </a:rPr>
              <a:t>) = 1 child. A long doc of 3 000 </a:t>
            </a:r>
            <a:r>
              <a:rPr lang="en-US" sz="1333" noProof="0" dirty="0" err="1">
                <a:solidFill>
                  <a:srgbClr val="CBD5E1"/>
                </a:solidFill>
                <a:latin typeface="Calibri" pitchFamily="34" charset="0"/>
                <a:ea typeface="Calibri" pitchFamily="34" charset="-122"/>
                <a:cs typeface="Calibri" pitchFamily="34" charset="-120"/>
              </a:rPr>
              <a:t>tok</a:t>
            </a:r>
            <a:r>
              <a:rPr lang="en-US" sz="1333" noProof="0" dirty="0">
                <a:solidFill>
                  <a:srgbClr val="CBD5E1"/>
                </a:solidFill>
                <a:latin typeface="Calibri" pitchFamily="34" charset="0"/>
                <a:ea typeface="Calibri" pitchFamily="34" charset="-122"/>
                <a:cs typeface="Calibri" pitchFamily="34" charset="-120"/>
              </a:rPr>
              <a:t> = 4 children. Each child is what gets embedded and indexed.</a:t>
            </a:r>
            <a:endParaRPr lang="en-US" sz="1333" noProof="0" dirty="0"/>
          </a:p>
        </p:txBody>
      </p:sp>
      <p:sp>
        <p:nvSpPr>
          <p:cNvPr id="15" name="Shape 13"/>
          <p:cNvSpPr/>
          <p:nvPr/>
        </p:nvSpPr>
        <p:spPr>
          <a:xfrm>
            <a:off x="609600" y="3785616"/>
            <a:ext cx="11094720" cy="999744"/>
          </a:xfrm>
          <a:prstGeom prst="rect">
            <a:avLst/>
          </a:prstGeom>
          <a:solidFill>
            <a:srgbClr val="0D2A45"/>
          </a:solidFill>
          <a:ln w="6350">
            <a:solidFill>
              <a:srgbClr val="1E3A5F"/>
            </a:solidFill>
            <a:prstDash val="solid"/>
          </a:ln>
        </p:spPr>
        <p:txBody>
          <a:bodyPr/>
          <a:lstStyle/>
          <a:p>
            <a:endParaRPr lang="en-US" sz="2400" noProof="0" dirty="0"/>
          </a:p>
        </p:txBody>
      </p:sp>
      <p:sp>
        <p:nvSpPr>
          <p:cNvPr id="16" name="Shape 14"/>
          <p:cNvSpPr/>
          <p:nvPr/>
        </p:nvSpPr>
        <p:spPr>
          <a:xfrm>
            <a:off x="609600" y="3785616"/>
            <a:ext cx="633984" cy="999744"/>
          </a:xfrm>
          <a:prstGeom prst="rect">
            <a:avLst/>
          </a:prstGeom>
          <a:solidFill>
            <a:srgbClr val="0D9488"/>
          </a:solidFill>
          <a:ln w="12700">
            <a:solidFill>
              <a:srgbClr val="0D9488"/>
            </a:solidFill>
            <a:prstDash val="solid"/>
          </a:ln>
        </p:spPr>
        <p:txBody>
          <a:bodyPr/>
          <a:lstStyle/>
          <a:p>
            <a:endParaRPr lang="en-US" sz="2400" noProof="0" dirty="0"/>
          </a:p>
        </p:txBody>
      </p:sp>
      <p:sp>
        <p:nvSpPr>
          <p:cNvPr id="17" name="Text 15"/>
          <p:cNvSpPr/>
          <p:nvPr/>
        </p:nvSpPr>
        <p:spPr>
          <a:xfrm>
            <a:off x="609600" y="3785616"/>
            <a:ext cx="633984" cy="999744"/>
          </a:xfrm>
          <a:prstGeom prst="rect">
            <a:avLst/>
          </a:prstGeom>
          <a:noFill/>
          <a:ln/>
        </p:spPr>
        <p:txBody>
          <a:bodyPr wrap="square" lIns="0" tIns="0" rIns="0" bIns="0" rtlCol="0" anchor="ctr"/>
          <a:lstStyle/>
          <a:p>
            <a:pPr algn="ctr"/>
            <a:r>
              <a:rPr lang="en-US" sz="2667" b="1" noProof="0" dirty="0">
                <a:solidFill>
                  <a:srgbClr val="0D1F3C"/>
                </a:solidFill>
                <a:latin typeface="Calibri" pitchFamily="34" charset="0"/>
                <a:ea typeface="Calibri" pitchFamily="34" charset="-122"/>
                <a:cs typeface="Calibri" pitchFamily="34" charset="-120"/>
              </a:rPr>
              <a:t>3</a:t>
            </a:r>
            <a:endParaRPr lang="en-US" sz="2667" noProof="0" dirty="0"/>
          </a:p>
        </p:txBody>
      </p:sp>
      <p:sp>
        <p:nvSpPr>
          <p:cNvPr id="18" name="Text 16"/>
          <p:cNvSpPr/>
          <p:nvPr/>
        </p:nvSpPr>
        <p:spPr>
          <a:xfrm>
            <a:off x="1389888" y="3870960"/>
            <a:ext cx="10119360" cy="341376"/>
          </a:xfrm>
          <a:prstGeom prst="rect">
            <a:avLst/>
          </a:prstGeom>
          <a:noFill/>
          <a:ln/>
        </p:spPr>
        <p:txBody>
          <a:bodyPr wrap="square" lIns="0" tIns="0" rIns="0" bIns="0" rtlCol="0" anchor="ctr"/>
          <a:lstStyle/>
          <a:p>
            <a:r>
              <a:rPr lang="en-US" sz="1600" b="1" noProof="0" dirty="0">
                <a:solidFill>
                  <a:srgbClr val="FFFFFF"/>
                </a:solidFill>
                <a:latin typeface="Calibri" pitchFamily="34" charset="0"/>
                <a:ea typeface="Calibri" pitchFamily="34" charset="-122"/>
                <a:cs typeface="Calibri" pitchFamily="34" charset="-120"/>
              </a:rPr>
              <a:t>The parent (~3 000 </a:t>
            </a:r>
            <a:r>
              <a:rPr lang="en-US" sz="1600" b="1" noProof="0" dirty="0" err="1">
                <a:solidFill>
                  <a:srgbClr val="FFFFFF"/>
                </a:solidFill>
                <a:latin typeface="Calibri" pitchFamily="34" charset="0"/>
                <a:ea typeface="Calibri" pitchFamily="34" charset="-122"/>
                <a:cs typeface="Calibri" pitchFamily="34" charset="-120"/>
              </a:rPr>
              <a:t>tok</a:t>
            </a:r>
            <a:r>
              <a:rPr lang="en-US" sz="1600" b="1" noProof="0" dirty="0">
                <a:solidFill>
                  <a:srgbClr val="FFFFFF"/>
                </a:solidFill>
                <a:latin typeface="Calibri" pitchFamily="34" charset="0"/>
                <a:ea typeface="Calibri" pitchFamily="34" charset="-122"/>
                <a:cs typeface="Calibri" pitchFamily="34" charset="-120"/>
              </a:rPr>
              <a:t>) is stored alongside</a:t>
            </a:r>
            <a:endParaRPr lang="en-US" sz="1600" noProof="0" dirty="0"/>
          </a:p>
        </p:txBody>
      </p:sp>
      <p:sp>
        <p:nvSpPr>
          <p:cNvPr id="19" name="Text 17"/>
          <p:cNvSpPr/>
          <p:nvPr/>
        </p:nvSpPr>
        <p:spPr>
          <a:xfrm>
            <a:off x="1389888" y="4248912"/>
            <a:ext cx="10119360" cy="426720"/>
          </a:xfrm>
          <a:prstGeom prst="rect">
            <a:avLst/>
          </a:prstGeom>
          <a:noFill/>
          <a:ln/>
        </p:spPr>
        <p:txBody>
          <a:bodyPr wrap="square" lIns="0" tIns="0" rIns="0" bIns="0" rtlCol="0" anchor="ctr"/>
          <a:lstStyle/>
          <a:p>
            <a:r>
              <a:rPr lang="en-US" sz="1333" noProof="0" dirty="0">
                <a:solidFill>
                  <a:srgbClr val="CBD5E1"/>
                </a:solidFill>
                <a:latin typeface="Calibri" pitchFamily="34" charset="0"/>
                <a:ea typeface="Calibri" pitchFamily="34" charset="-122"/>
                <a:cs typeface="Calibri" pitchFamily="34" charset="-120"/>
              </a:rPr>
              <a:t>When a child matches a user question, its parent is returned to the LLM — giving full context to answer correctly.</a:t>
            </a:r>
            <a:endParaRPr lang="en-US" sz="1333" noProof="0" dirty="0"/>
          </a:p>
        </p:txBody>
      </p:sp>
      <p:sp>
        <p:nvSpPr>
          <p:cNvPr id="20" name="Shape 18"/>
          <p:cNvSpPr/>
          <p:nvPr/>
        </p:nvSpPr>
        <p:spPr>
          <a:xfrm>
            <a:off x="609600" y="4980432"/>
            <a:ext cx="11094720" cy="999744"/>
          </a:xfrm>
          <a:prstGeom prst="rect">
            <a:avLst/>
          </a:prstGeom>
          <a:solidFill>
            <a:srgbClr val="0D2A45"/>
          </a:solidFill>
          <a:ln w="6350">
            <a:solidFill>
              <a:srgbClr val="1E3A5F"/>
            </a:solidFill>
            <a:prstDash val="solid"/>
          </a:ln>
        </p:spPr>
        <p:txBody>
          <a:bodyPr/>
          <a:lstStyle/>
          <a:p>
            <a:endParaRPr lang="en-US" sz="2400" noProof="0" dirty="0"/>
          </a:p>
        </p:txBody>
      </p:sp>
      <p:sp>
        <p:nvSpPr>
          <p:cNvPr id="21" name="Shape 19"/>
          <p:cNvSpPr/>
          <p:nvPr/>
        </p:nvSpPr>
        <p:spPr>
          <a:xfrm>
            <a:off x="609600" y="4980432"/>
            <a:ext cx="633984" cy="999744"/>
          </a:xfrm>
          <a:prstGeom prst="rect">
            <a:avLst/>
          </a:prstGeom>
          <a:solidFill>
            <a:srgbClr val="0D9488"/>
          </a:solidFill>
          <a:ln w="12700">
            <a:solidFill>
              <a:srgbClr val="0D9488"/>
            </a:solidFill>
            <a:prstDash val="solid"/>
          </a:ln>
        </p:spPr>
        <p:txBody>
          <a:bodyPr/>
          <a:lstStyle/>
          <a:p>
            <a:endParaRPr lang="en-US" sz="2400" noProof="0" dirty="0"/>
          </a:p>
        </p:txBody>
      </p:sp>
      <p:sp>
        <p:nvSpPr>
          <p:cNvPr id="22" name="Text 20"/>
          <p:cNvSpPr/>
          <p:nvPr/>
        </p:nvSpPr>
        <p:spPr>
          <a:xfrm>
            <a:off x="609600" y="4980432"/>
            <a:ext cx="633984" cy="999744"/>
          </a:xfrm>
          <a:prstGeom prst="rect">
            <a:avLst/>
          </a:prstGeom>
          <a:noFill/>
          <a:ln/>
        </p:spPr>
        <p:txBody>
          <a:bodyPr wrap="square" lIns="0" tIns="0" rIns="0" bIns="0" rtlCol="0" anchor="ctr"/>
          <a:lstStyle/>
          <a:p>
            <a:pPr algn="ctr"/>
            <a:r>
              <a:rPr lang="en-US" sz="2667" b="1" noProof="0" dirty="0">
                <a:solidFill>
                  <a:srgbClr val="0D1F3C"/>
                </a:solidFill>
                <a:latin typeface="Calibri" pitchFamily="34" charset="0"/>
                <a:ea typeface="Calibri" pitchFamily="34" charset="-122"/>
                <a:cs typeface="Calibri" pitchFamily="34" charset="-120"/>
              </a:rPr>
              <a:t>4</a:t>
            </a:r>
            <a:endParaRPr lang="en-US" sz="2667" noProof="0" dirty="0"/>
          </a:p>
        </p:txBody>
      </p:sp>
      <p:sp>
        <p:nvSpPr>
          <p:cNvPr id="23" name="Text 21"/>
          <p:cNvSpPr/>
          <p:nvPr/>
        </p:nvSpPr>
        <p:spPr>
          <a:xfrm>
            <a:off x="1389888" y="5065776"/>
            <a:ext cx="10119360" cy="341376"/>
          </a:xfrm>
          <a:prstGeom prst="rect">
            <a:avLst/>
          </a:prstGeom>
          <a:noFill/>
          <a:ln/>
        </p:spPr>
        <p:txBody>
          <a:bodyPr wrap="square" lIns="0" tIns="0" rIns="0" bIns="0" rtlCol="0" anchor="ctr"/>
          <a:lstStyle/>
          <a:p>
            <a:r>
              <a:rPr lang="en-US" sz="1600" b="1" noProof="0" dirty="0">
                <a:solidFill>
                  <a:srgbClr val="FFFFFF"/>
                </a:solidFill>
                <a:latin typeface="Calibri" pitchFamily="34" charset="0"/>
                <a:ea typeface="Calibri" pitchFamily="34" charset="-122"/>
                <a:cs typeface="Calibri" pitchFamily="34" charset="-120"/>
              </a:rPr>
              <a:t>Preprocessing quality determines token quality</a:t>
            </a:r>
            <a:endParaRPr lang="en-US" sz="1600" noProof="0" dirty="0"/>
          </a:p>
        </p:txBody>
      </p:sp>
      <p:sp>
        <p:nvSpPr>
          <p:cNvPr id="24" name="Text 22"/>
          <p:cNvSpPr/>
          <p:nvPr/>
        </p:nvSpPr>
        <p:spPr>
          <a:xfrm>
            <a:off x="1389888" y="5443728"/>
            <a:ext cx="10119360" cy="426720"/>
          </a:xfrm>
          <a:prstGeom prst="rect">
            <a:avLst/>
          </a:prstGeom>
          <a:noFill/>
          <a:ln/>
        </p:spPr>
        <p:txBody>
          <a:bodyPr wrap="square" lIns="0" tIns="0" rIns="0" bIns="0" rtlCol="0" anchor="ctr"/>
          <a:lstStyle/>
          <a:p>
            <a:r>
              <a:rPr lang="en-US" sz="1333" noProof="0" dirty="0">
                <a:solidFill>
                  <a:srgbClr val="CBD5E1"/>
                </a:solidFill>
                <a:latin typeface="Calibri" pitchFamily="34" charset="0"/>
                <a:ea typeface="Calibri" pitchFamily="34" charset="-122"/>
                <a:cs typeface="Calibri" pitchFamily="34" charset="-120"/>
              </a:rPr>
              <a:t>Missing </a:t>
            </a:r>
            <a:r>
              <a:rPr lang="en-US" sz="1333" noProof="0" dirty="0" err="1">
                <a:solidFill>
                  <a:srgbClr val="CBD5E1"/>
                </a:solidFill>
                <a:latin typeface="Calibri" pitchFamily="34" charset="0"/>
                <a:ea typeface="Calibri" pitchFamily="34" charset="-122"/>
                <a:cs typeface="Calibri" pitchFamily="34" charset="-120"/>
              </a:rPr>
              <a:t>mcu_series</a:t>
            </a:r>
            <a:r>
              <a:rPr lang="en-US" sz="1333" noProof="0" dirty="0">
                <a:solidFill>
                  <a:srgbClr val="CBD5E1"/>
                </a:solidFill>
                <a:latin typeface="Calibri" pitchFamily="34" charset="0"/>
                <a:ea typeface="Calibri" pitchFamily="34" charset="-122"/>
                <a:cs typeface="Calibri" pitchFamily="34" charset="-120"/>
              </a:rPr>
              <a:t> (295 docs) or component (138 docs) → the child embedding has no anchor → match fails → user gets wrong answer.</a:t>
            </a:r>
            <a:endParaRPr lang="en-US" sz="1333" noProof="0" dirty="0"/>
          </a:p>
        </p:txBody>
      </p:sp>
    </p:spTree>
  </p:cSld>
  <p:clrMapOvr>
    <a:masterClrMapping/>
  </p:clrMapOvr>
</p:sld>
</file>

<file path=ppt/theme/theme1.xml><?xml version="1.0" encoding="utf-8"?>
<a:theme xmlns:a="http://schemas.openxmlformats.org/drawingml/2006/main" name="ST PowerPoint Template 16x9">
  <a:themeElements>
    <a:clrScheme name="ST2024">
      <a:dk1>
        <a:srgbClr val="03234B"/>
      </a:dk1>
      <a:lt1>
        <a:srgbClr val="FFFFFF"/>
      </a:lt1>
      <a:dk2>
        <a:srgbClr val="525A63"/>
      </a:dk2>
      <a:lt2>
        <a:srgbClr val="EEEFF1"/>
      </a:lt2>
      <a:accent1>
        <a:srgbClr val="03234B"/>
      </a:accent1>
      <a:accent2>
        <a:srgbClr val="E6007E"/>
      </a:accent2>
      <a:accent3>
        <a:srgbClr val="3CB4E6"/>
      </a:accent3>
      <a:accent4>
        <a:srgbClr val="FFD200"/>
      </a:accent4>
      <a:accent5>
        <a:srgbClr val="49B170"/>
      </a:accent5>
      <a:accent6>
        <a:srgbClr val="04572F"/>
      </a:accent6>
      <a:hlink>
        <a:srgbClr val="3CB4E6"/>
      </a:hlink>
      <a:folHlink>
        <a:srgbClr val="8191A5"/>
      </a:folHlink>
    </a:clrScheme>
    <a:fontScheme name="ST BRAND 2019">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buClr>
            <a:schemeClr val="bg1"/>
          </a:buCl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2225">
          <a:headEnd type="none" w="lg" len="lg"/>
          <a:tailEnd type="none" w="lg" len="lg"/>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dirty="0" err="1" smtClean="0"/>
        </a:defPPr>
      </a:lstStyle>
    </a:txDef>
  </a:objectDefaults>
  <a:extraClrSchemeLst/>
  <a:extLst>
    <a:ext uri="{05A4C25C-085E-4340-85A3-A5531E510DB2}">
      <thm15:themeFamily xmlns:thm15="http://schemas.microsoft.com/office/thememl/2012/main" name="ST_Template [16-9].potx" id="{1D6C4797-0390-488F-934B-6361D727849A}" vid="{E0CC9EDB-CDC5-4C80-AA9A-B10AD2A9AA1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94afee58-01aa-4ad6-b1bb-5b519a87ae9f"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3C05EB5702C6041B8F691A10DF1B24F" ma:contentTypeVersion="9" ma:contentTypeDescription="Create a new document." ma:contentTypeScope="" ma:versionID="96e1826aeedd6b40707d1745bb20c6d7">
  <xsd:schema xmlns:xsd="http://www.w3.org/2001/XMLSchema" xmlns:xs="http://www.w3.org/2001/XMLSchema" xmlns:p="http://schemas.microsoft.com/office/2006/metadata/properties" xmlns:ns3="5366181a-06aa-4807-906e-6a6b06815c74" xmlns:ns4="94afee58-01aa-4ad6-b1bb-5b519a87ae9f" targetNamespace="http://schemas.microsoft.com/office/2006/metadata/properties" ma:root="true" ma:fieldsID="f309ae2d459dfa63c2a2c4ad8a1d4266" ns3:_="" ns4:_="">
    <xsd:import namespace="5366181a-06aa-4807-906e-6a6b06815c74"/>
    <xsd:import namespace="94afee58-01aa-4ad6-b1bb-5b519a87ae9f"/>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ObjectDetectorVersions" minOccurs="0"/>
                <xsd:element ref="ns4:MediaServiceSearchProperties" minOccurs="0"/>
                <xsd:element ref="ns4:MediaServiceDateTaken" minOccurs="0"/>
                <xsd:element ref="ns4: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366181a-06aa-4807-906e-6a6b06815c74"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4afee58-01aa-4ad6-b1bb-5b519a87ae9f"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_activity" ma:index="16"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CB8446A-891D-4E00-8259-E4025A836D60}">
  <ds:schemaRefs>
    <ds:schemaRef ds:uri="http://purl.org/dc/dcmitype/"/>
    <ds:schemaRef ds:uri="http://purl.org/dc/terms/"/>
    <ds:schemaRef ds:uri="http://schemas.microsoft.com/office/infopath/2007/PartnerControls"/>
    <ds:schemaRef ds:uri="94afee58-01aa-4ad6-b1bb-5b519a87ae9f"/>
    <ds:schemaRef ds:uri="http://schemas.microsoft.com/office/2006/metadata/properties"/>
    <ds:schemaRef ds:uri="http://purl.org/dc/elements/1.1/"/>
    <ds:schemaRef ds:uri="http://www.w3.org/XML/1998/namespace"/>
    <ds:schemaRef ds:uri="http://schemas.microsoft.com/office/2006/documentManagement/types"/>
    <ds:schemaRef ds:uri="http://schemas.openxmlformats.org/package/2006/metadata/core-properties"/>
    <ds:schemaRef ds:uri="5366181a-06aa-4807-906e-6a6b06815c74"/>
  </ds:schemaRefs>
</ds:datastoreItem>
</file>

<file path=customXml/itemProps2.xml><?xml version="1.0" encoding="utf-8"?>
<ds:datastoreItem xmlns:ds="http://schemas.openxmlformats.org/officeDocument/2006/customXml" ds:itemID="{B7872EB9-DE0B-4134-8BB4-AFA519D56F6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366181a-06aa-4807-906e-6a6b06815c74"/>
    <ds:schemaRef ds:uri="94afee58-01aa-4ad6-b1bb-5b519a87ae9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32B9293-6E89-44A0-8ACC-8E3FDF77ED6D}">
  <ds:schemaRefs>
    <ds:schemaRef ds:uri="http://schemas.microsoft.com/sharepoint/v3/contenttype/forms"/>
  </ds:schemaRefs>
</ds:datastoreItem>
</file>

<file path=docMetadata/LabelInfo.xml><?xml version="1.0" encoding="utf-8"?>
<clbl:labelList xmlns:clbl="http://schemas.microsoft.com/office/2020/mipLabelMetadata">
  <clbl:label id="{cf8c7287-838c-46dd-b281-b1140229e67a}" enabled="1" method="Privileged" siteId="{75e027c9-20d5-47d5-b82f-77d7cd041e8f}" removed="0"/>
</clbl:labelList>
</file>

<file path=docProps/app.xml><?xml version="1.0" encoding="utf-8"?>
<Properties xmlns="http://schemas.openxmlformats.org/officeDocument/2006/extended-properties" xmlns:vt="http://schemas.openxmlformats.org/officeDocument/2006/docPropsVTypes">
  <Template>blank</Template>
  <TotalTime>13592</TotalTime>
  <Words>8525</Words>
  <Application>Microsoft Office PowerPoint</Application>
  <PresentationFormat>Widescreen</PresentationFormat>
  <Paragraphs>1738</Paragraphs>
  <Slides>78</Slides>
  <Notes>69</Notes>
  <HiddenSlides>1</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78</vt:i4>
      </vt:variant>
    </vt:vector>
  </HeadingPairs>
  <TitlesOfParts>
    <vt:vector size="85" baseType="lpstr">
      <vt:lpstr>Arial</vt:lpstr>
      <vt:lpstr>Calibri</vt:lpstr>
      <vt:lpstr>Cambria Math</vt:lpstr>
      <vt:lpstr>Consolas</vt:lpstr>
      <vt:lpstr>Open_Sans</vt:lpstr>
      <vt:lpstr>Wingdings</vt:lpstr>
      <vt:lpstr>ST PowerPoint Template 16x9</vt:lpstr>
      <vt:lpstr>An AI Tool for STM32Cube Technical Support  From raw GitHub data to precise technical answers: Understanding how it works , step by step.  </vt:lpstr>
      <vt:lpstr>PowerPoint Presentation</vt:lpstr>
      <vt:lpstr>PowerPoint Presentation</vt:lpstr>
      <vt:lpstr>PowerPoint Presentation</vt:lpstr>
      <vt:lpstr>PowerPoint Presentation</vt:lpstr>
      <vt:lpstr>PowerPoint Presentation</vt:lpstr>
      <vt:lpstr>The ST ChatGPT Platform,  Creating a Persona</vt:lpstr>
      <vt:lpstr>Meet the STM32Cube AI Persona</vt:lpstr>
      <vt:lpstr> ST ChatGPT</vt:lpstr>
      <vt:lpstr> ST ChatGPT</vt:lpstr>
      <vt:lpstr> ST ChatGPT</vt:lpstr>
      <vt:lpstr>PowerPoint Presentation</vt:lpstr>
      <vt:lpstr>Data Sources Used</vt:lpstr>
      <vt:lpstr> The ST ChatGPT Platform</vt:lpstr>
      <vt:lpstr> The ST ChatGPT Platform</vt:lpstr>
      <vt:lpstr> The ST ChatGPT Platform</vt:lpstr>
      <vt:lpstr> The ST ChatGPT Platform</vt:lpstr>
      <vt:lpstr> The ST ChatGPT Platform</vt:lpstr>
      <vt:lpstr> The ST ChatGPT Platform</vt:lpstr>
      <vt:lpstr> The ST ChatGPT Platform</vt:lpstr>
      <vt:lpstr> The ST ChatGPT Platform</vt:lpstr>
      <vt:lpstr> The ST ChatGPT Platform</vt:lpstr>
      <vt:lpstr> The ST ChatGPT Platform</vt:lpstr>
      <vt:lpstr>PowerPoint Presentation</vt:lpstr>
      <vt:lpstr>PowerPoint Presentation</vt:lpstr>
      <vt:lpstr>PowerPoint Presentation</vt:lpstr>
      <vt:lpstr>PowerPoint Presentation</vt:lpstr>
      <vt:lpstr>PowerPoint Presentation</vt:lpstr>
      <vt:lpstr>PowerPoint Presentation</vt:lpstr>
      <vt:lpstr>Getting Better Answers — How to Query the Persona</vt:lpstr>
      <vt:lpstr>PowerPoint Presentation</vt:lpstr>
      <vt:lpstr>The Data Preprocessing Pipeline</vt:lpstr>
      <vt:lpstr>The Data Preprocessing Pipeline</vt:lpstr>
      <vt:lpstr>Pipeline: cleaning</vt:lpstr>
      <vt:lpstr>The Data Preprocessing Pipeline</vt:lpstr>
      <vt:lpstr>Pipeline: Enrichment (Feature Engineering)    </vt:lpstr>
      <vt:lpstr>Pipeline: Enrichment (Feature Engineering)    </vt:lpstr>
      <vt:lpstr>Pipeline: Enrichment (Feature Engineering)    </vt:lpstr>
      <vt:lpstr>The Data Preprocessing Pipeline</vt:lpstr>
      <vt:lpstr>Pipeline: Similarity</vt:lpstr>
      <vt:lpstr>Pipeline: Similarity</vt:lpstr>
      <vt:lpstr>The Data Preprocessing Pipeline</vt:lpstr>
      <vt:lpstr>Pipeline: Data Generation</vt:lpstr>
      <vt:lpstr>Pipeline: Data Generation(Resolver cases)</vt:lpstr>
      <vt:lpstr>Resolver Cases : Why they matter</vt:lpstr>
      <vt:lpstr>Resolver Cases — Tracing Bugs to Their Fix</vt:lpstr>
      <vt:lpstr>Pipeline: Data Generation(Diagnostic cards)</vt:lpstr>
      <vt:lpstr>Diagnostic Cards — Why they matter</vt:lpstr>
      <vt:lpstr>Diagnostic Cards — Structured Troubleshooting Knowledge</vt:lpstr>
      <vt:lpstr>The Data Preprocessing Pipeline</vt:lpstr>
      <vt:lpstr>Pipeline: chunking</vt:lpstr>
      <vt:lpstr>Pipeline: chunking</vt:lpstr>
      <vt:lpstr>STM32Cube RAG for R&amp;D</vt:lpstr>
      <vt:lpstr>The Data Preprocessing Pipeline</vt:lpstr>
      <vt:lpstr>The Data Preprocessing Pipeline</vt:lpstr>
      <vt:lpstr>Pipeline: Delivery</vt:lpstr>
      <vt:lpstr>Pipeline: Delivery</vt:lpstr>
      <vt:lpstr>Pipeline: AI Agents — Two Specialized Assistants in the Project</vt:lpstr>
      <vt:lpstr>The full Pipeline</vt:lpstr>
      <vt:lpstr>PowerPoint Presentation</vt:lpstr>
      <vt:lpstr>Evaluation Protocol &amp; Benchmark Results</vt:lpstr>
      <vt:lpstr>Offline evaluation </vt:lpstr>
      <vt:lpstr>Offline Evaluation</vt:lpstr>
      <vt:lpstr>PowerPoint Presentation</vt:lpstr>
      <vt:lpstr>Challenges encountered</vt:lpstr>
      <vt:lpstr>PowerPoint Presentation</vt:lpstr>
      <vt:lpstr>Next Steps &amp; Perspectives</vt:lpstr>
      <vt:lpstr>PowerPoint Presentation</vt:lpstr>
      <vt:lpstr>PowerPoint Presentation</vt:lpstr>
      <vt:lpstr>PowerPoint Presentation</vt:lpstr>
      <vt:lpstr>PowerPoint Presentation</vt:lpstr>
      <vt:lpstr>Why RAG and not just standard ChatGPT ? </vt:lpstr>
      <vt:lpstr>Resolver Cases — Tracing Bugs to Their Fix</vt:lpstr>
      <vt:lpstr>Resolver Cases — Tracing Bugs to Their Fix</vt:lpstr>
      <vt:lpstr>Resolver Cases — Tracing Bugs to Their Fix</vt:lpstr>
      <vt:lpstr>Resolver Cases — Tracing Bugs to Their Fix</vt:lpstr>
      <vt:lpstr>Diagnostic Cards — Structured Troubleshooting Knowledge</vt:lpstr>
      <vt:lpstr>PowerPoint Presentation</vt:lpstr>
    </vt:vector>
  </TitlesOfParts>
  <Manager/>
  <Company>STMicroelectronics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Abir GHARBI</dc:creator>
  <cp:keywords/>
  <cp:lastModifiedBy>Abir GHARBI</cp:lastModifiedBy>
  <cp:revision>32</cp:revision>
  <dcterms:created xsi:type="dcterms:W3CDTF">2026-04-28T15:20:14Z</dcterms:created>
  <dcterms:modified xsi:type="dcterms:W3CDTF">2026-06-29T14:02:37Z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0x01010053C05EB5702C6041B8F691A10DF1B24F</vt:lpwstr>
  </property>
</Properties>
</file>