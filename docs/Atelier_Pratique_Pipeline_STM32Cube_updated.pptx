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pipeline transforme les données brutes de 25 séries STM32 GitHub en 4 types d'artefacts structurés pour un chatbot IA spécialisé. Chaque stage est rejouable indépendamment.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Points à souligner : 4 types d'artefacts complémentaires, pipeline modulaire et traçable.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Alfred Vision (Azure OpenAI interne ST) analyse les captures d'écran et produit une description textuelle orientée diagnostic. Les screenshots deviennent exploitables par la recherche hybride.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confiance contextuelle mesure si la description Alfred est cohérente avec le texte de l'issue. 98.5% pour les images d'issues = très fiable. 41.7% pour les PDF = contexte de page insuffisant.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confiance n'est pas juste un taux de succès API. On vérifie que la description est ancrée dans le contexte textuel de l'image.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L'architecture force la priorité KB. NovaX n'est appelé que si la KB ne retourne rien. Sans cette restriction, le QI chute de 10 points car la persona court-circuite la 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(threshold=0.45, 35+15 docs) obtient le meilleur score QI=66 sur 96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V3 adapte la stratégie de nettoyage au type de fichier. Le gain majeur est sur les CMSIS headers qui passent de 1.7 Mo à 52 Ko en ne gardant que IRQ, base addresses et TypeDef.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L'enrichissement ajoute des métadonnées structurées par heuristiques regex. Pas de ML = déterministe et explicable. Couverture : layer 88%, severity 100%, component 73%.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fichiers sont classifiés par type, puis les métadonnées board/component sont extraites. Le tout alimente la delivery qui produit les 4 types d'artefacts uploadés vers la 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*Board insuffisant car le signal est absent des données : 92% des issues sans board détectée ne mentionnent effectivement aucune carte. L'heuristique fonctionne, le signal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global = moyenne pondérée. Delivery a le poids max (2.0) car c'est l'étape critique qui produit les Diagnostic Cards (+33 pts QI). Similarité a un poids réduit (0.5) car un score bas n'impacte pas la qualité perçue.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Atelier Pratique — Pipeline STM32Cube</a:t>
            </a:r>
          </a:p>
          <a:p>
            <a:pPr algn="ctr">
              <a:defRPr sz="1800">
                <a:solidFill>
                  <a:srgbClr val="606060"/>
                </a:solidFill>
              </a:defRPr>
            </a:pPr>
            <a:r>
              <a:t>Vue d'ensemble • Images &amp; Alfred • Architecture KB • Cleaning → Enrichment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1. Vue d'Ensemble — Pipeline 7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┌─────────────┐    ┌───────────┐    ┌──────────────┐    ┌────────────┐    ┌──────────┐    ┌────────────┐    ┌──────────┐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1. Ingestion│───▶│2. Cleaning│───▶│3. Enrichment │───▶│4. Similarité│───▶│5. Chunking│───▶│6. Validation│───▶│7. Delivery│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fetch_*     │    │ V1 + V3   │    │ NLP + Alfred │    │ TF-IDF     │    │ 512 tok   │    │ JSON Schema│    │ 4 types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└─────────────┘    └───────────┘    └──────────────┘    └────────────┘    └──────────┘    └────────────┘    └──────────┘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▲                                                                  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│                                                                                                 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GitHub API                                                                                                 KB #793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25 séries                                                                                             ST ChatGPT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200+ repos                                                                                            GPT-5.1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1. Chiffres Clés du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792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396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Donnée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Séries couvertes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 (13 prod, 12 config)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Repos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200+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Issues traitées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~3 350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Files documentés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~14 000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Diagnostic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~157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Resolver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~390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KB Datasources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2. Le Problème des Images — Avant / Après Alfred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AVANT (opaque pour le RAG) :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─────────────────────────────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Issue #42: "HAL_SPI fails on H743"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Body: "See screenshot below"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[IMAGE ATTACHED: screenshot_debugger.png]    ← INVISIBLE pour la recherche !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APRÈS enrichissement Alfred Vision :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─────────────────────────────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Issue #42: "HAL_SPI fails on H743"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Body: "See screenshot below"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[IMAGE DESCRIPTION] The screenshot shows STM32CubeIDE debugger with a hard fault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at address 0x08001234 in HAL_SPI_TxRxCpltCallback. The call stack shows DMA IRQ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handler triggered from SPI1 peripheral. D-cache is enabled in MPU config panel.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→ La capture d'écran est maintenant CHERCHABLE par le RAG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2. Résultats Alfred — Confiance Contextuelle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792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Évalués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 moyen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Confiance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Images d'issues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98.5%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Figures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41.7%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Alfred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2. Fiabilité Opérationnelle Alfred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79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Séries stabilisées (H7, F4, WL, F7) : 99.1% de succès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234 images soumises → 232 descriptions produites → 2 échecs (URL 404)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242 figures PDF détectées (OpenCV) sur 19 séries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242/242 décrites par Alfred (100% succès opérationnel)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0 placeholder résiduel après patch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Score de cohérence : S_coh = (0.4×L + 0.6×S) × (1 - 0.8×P_contrad)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L = ancrage lexical (mots communs Alfred ↔ contexte)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S = similarité sémantique (Jaccard + cosinus trigrammes)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P_contrad = pénalité contradiction (polarité opposée)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Seuil d'alerte : S_coh &lt; 0.12 → description suspecte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3. Architecture Multi-Agents — KB-First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┌─────────────────────────────────┐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│  Persona: ST GitHub Analyzer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Question      │  (GPT-5.1 via Azure OpenAI)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──────────────▶  │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Ingénieur STM32  └─────────┬───────────────┬─────────┘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         │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ALWAYS   │               │  ONLY if KB empty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FIRST    ▼      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┌──────────────────┐    ┌──────────────────┐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Tool KB #793     │    │ Tool NovaX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Unstructured     │    │ Fallback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Hybrid Search    │    │ Bugzilla +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(Sem 0.55 + FT)  │    │ STCommunity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25 docs + 12 FT  │    │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└──────────────────┘    └──────────────────┘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   ▲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   │ Upload JSON (pipeline automatisé)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┌──────────────────┐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Pipeline 7 stages│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│ 25 séries STM32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└──────────────────┘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3. Paramètres KB Retenus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7920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00"/>
                <a:gridCol w="2640000"/>
                <a:gridCol w="264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Paramètre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Alternative testée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Search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Semantic seul (QI=41), Full-text seul (QI=47)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Semantic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0.55 (S0) / 0.45 (S1)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 (QI=63, trop restrictif)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Semantic Max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 (S0) / 35 (S1)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 (QI=47, trop peu)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Full-text Max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(surcharge contexte)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NovaX restrictif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Alfred permissif (QI -10)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GPT-4o (précédent)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4a. Cleaning V3 — Nettoyage Type-Aware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raw_files_*.json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 detect_file_type()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└────────┬─────────────┘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┌────┼─────────────────┬───────────────────┬─────────────────────┐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▼    ▼                 ▼                   ▼            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Release  README           Source              CMSIS &gt; 100Ko         Autre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Notes    (.md)            (.c/.h)             (stm32*xx.h)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│    │                 │                   │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▼    ▼                 ▼                   ▼            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strip_   clean_           strip_              filter_cmsis()        passthrough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html()   markdown()       license()           (IRQ + base addr      (inchangé)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                                     + TypeDef seulement)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-33%    -15%             -10%                -96% !!!              0%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Exemple CMSIS :  stm32h743xx.h  1 458 301 → 52 140 caractères  (-96.4%)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Résultat :       clean_files_&lt;repo&gt;_v3.json   (+31% densité signal/chunk)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4b. Enrichissement Issues — Heuristiques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clean_issues_&lt;repo&gt;.json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issues_to_docs_v2.py — Heuristiques NLP regex STM32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Champs ajoutés :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layer      → HAL / BSP / CMSIS / MW / APP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component  → SPI / I2C / UART / DMA / USB / ETH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severity   → high / medium / low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board      → NUCLEO-H743ZI / STM32H750B-DK / ...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issue_kind → bug_report / question / feature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└── is_valid   → true/false (filtre spam/vide)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Pas de ML supervisé → regex domain-specific STM32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Déterministe, explicable, sans données d'entraînement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docs_issues_&lt;repo&gt;_v2.json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4c. Enrichissement Files + Flux vers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900000"/>
            <a:ext cx="8460000" cy="5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clean_files_&lt;repo&gt;_v3.json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files_to_docs_v2.py — Classification + Métadonnées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                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Champs ajoutés :                         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file_type  → source_code / release_notes / readme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│               / cmsis_device_header / documentation_pdf│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board      → détecté depuis le path BSP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component  → détecté depuis le nom du fichier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├── example_name → nom du projet exemple      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│  └── is_valid   → true si clean_text &gt; 100 caractères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docs_files_&lt;repo&gt;_v3.json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  (puis Similarité TF-IDF pour les issues)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docs_issues_&lt;repo&gt;_v2_sim.json  (avec related_issue_ids)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▼  (puis Delivery → 4 artefacts ST-ready)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         │</a:t>
            </a:r>
          </a:p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st_ready_issues_*.json / st_ready_files_*.json / resolver / diagnostic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4d. Couverture Enrichissement (H7, 296 docs)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792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Champ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Seuil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Validité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BON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BON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ACCEPTABLE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INSUFFISANT*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2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5. Score Global du Pipeline — 87.1%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792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Poids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3a. Enrichissement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ACCEPTABLE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3b. Alfred images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3c. Alfred figures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INSUFFISANT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Similarité 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INSUFFISANT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Σ=7.0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