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Pipeline de Prétraitement</a:t>
            </a:r>
            <a:br/>
            <a:r>
              <a:t>STM32Cube → Knowledge Base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Atelier Pratique — Guide d'exécution complet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0. Lecture comité : message, KPIs, Go/No-Go, imprévus corrigés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Vue d'ensemble du pipeline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Architecture du projet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Configuration d'une série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Étapes du pipeline (détail)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Enrichissement Alfred (images + PDF)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Upload vers la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Scripts d'automatisation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Bonnes pratiques &amp; dépannage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Fil narratif recommandé — 10 à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Pourquoi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Support lent, données fragmentées, diagnostics difficiles à tracer.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Comment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Chaîne en 7 blocs : Ingestion → Cleaning → Enrichment → Similarity → Delivery → Alfred → Upload KB.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Preuve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Gates qualité, artefacts générés, exemples avant/après et descriptions Alfred.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Risque maîtrisé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Retries, idempotence upload, validations schéma, placeholder gate, fallback contrôlé.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Impact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Réponses plus sourcées, meilleure traçabilité, exécution reproductible multi-séries.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Message exécutif — Pourquoi ce pipeline compte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Problème métier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connaissances STM32 sont dispersées : issues GitHub, PRs, commits, fichiers, PDFs et images.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Sans structuration, le chatbot donne plus facilement des réponses génériques ou non sourcées.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le pipeline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Transforme les données brutes en artefacts support exploitables et uploadables.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Ajoute traçabilité, contexte technique, diagnostic cards et resolver cases.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Rend les images et figures PDF exploitables via Alfred Vision.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Message clé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Ce n'est pas seulement un ETL : c'est une chaîne qualité pour produire des réponses support plus fiables.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décisionnelle — KPIs à regarder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Mesure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Décision associée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Ingestion completeness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issues/files non vides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 matière d'entrée est-elle suffisante 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layer/component/board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Le preprocessing ajoute-t-il du signal utile 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success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images décrites / images détectées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Le contenu visuel est-il exploitable 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placeholders non résolus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Peut-on uploader en mode strict 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score sur questions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 réponse finale est-elle meilleure 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Go / No-Go avant une démo ou un upload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Critère Go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 si No-Go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 JSON valides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Corriger export ou schema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 placeholder en strict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Re-run Alfred ou patch ciblé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Aucun échec bloquant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Retry / reuse datasource IDs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 réponses cohérentes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Corriger KB/tool description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KB-first puis Alfred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Rendre la description tool plus restrictive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Checklist présentation à fort enjeu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Résultat attendu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Pourquoi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Run Prepare la veille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Artefacts déjà disponibles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Évite dépendance réseau pendant la démo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summary_*.json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Counts cohérents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Montre la maîtrise des volumes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validate_schemas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 valide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Prouve que le livrable est uploadable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 exemples avant/après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Raw → st_ready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Rend la valeur visible immédiatement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cas d'échec expliqué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Mitigation prête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Montre la robustesse et la transparence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 démo live — 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Préparer une série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./pipeline_Automation/workflow/Run_Single_Series_Full_Pipeline_And_Upload.ps1 -Series WB -Mode Prepare -PlaceholderPolicy Warn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Montrer les artefacts générés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by_series/&lt;serie&gt;/issues_json, files_json, diagnostic_cards_json, resolver_cases_json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Montrer un gate qualité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validate_schemas, placeholder report, summary counts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Uploader / réutiliser les datasource IDs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upload_datasource_ids_&lt;serie&gt;.json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Poser une question technique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Montrer réponse + source GitHub ou artefact KB cité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Risques connus et mitigations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Risque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Mitigation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Timeout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Évaluation incomplète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Retries + run ciblé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Image/PDF non décrit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Perte d'info visuelle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re-run + placeholder gate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Datasource déjà existante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 bloqué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Reuse IDs ou suppression ciblée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peu documentée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Réponse partielle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Fallback Alfred restrictif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de bruit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Réponse diluée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Calibrage Hybrid/threshold/doc count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Imprévus rencontrés → corrections généralisées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Imprévu rencontré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Correction faite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Généralisation toutes séries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Placeholders Alfred restants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Gate PlaceholderPolicy + rapport d'échantillons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Même contrôle avant upload pour F4, H5, H7, U5, WL, WB...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Figures PDF non résolues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Mapping data/pdf_image_descriptions.json + re-run ciblé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 PDF figure enrichment commun à toutes les configs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Crash graphe stats vides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Pie charts sécurisés si valeurs à zéro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Rapports d'évaluation robustes même séries peu documentées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 interrompu par datasource existante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Réutilisation/sauvegarde des datasource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Workflow idempotent pour relance batch multi-séries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Timeouts ou réponses incomplètes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Mode warning + validation finale séparée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Démo possible sans affaiblir le mode production strict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Avant / Après pipeline — valeur visible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Avant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Après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Impact support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 brute longue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st_ready_text structuré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Réponse plus ciblée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 attachée non interprétée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[IMAGE DESCRIPTION] indexable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Capture exploitable par le RAG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source isolé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Contexte repo/path/type enrichi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Traçabilité technique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Commentaires dispersés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 + resolver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Cause/action plus faciles à extraire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Données par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by_series + drivers routés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 KB maintenable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d'ensemble — Pipeline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→ raw_issues, raw_files, raw_prs, raw_commits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CLEANING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Normalisation texte, extraction images [IMAGE ATTACHED], structuration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Classification: layer, board, component, severity, is_valid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TF-IDF cosine → related_issue_ids entre issues similaires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JSON ST-ready: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ALFRED (post-delivery)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Vision API sur st_ready_issues_with_images → descriptions textuelles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UPLOAD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Push JSON enrichis vers Knowledge Base #793 (ST ChatGPT)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Intégré dans 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est maintenant INTÉGRÉ dans run_full_workflow.py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ajoute 6 steps (au lieu de 4)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export issues, files, resolver, diag, issues_with_images,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est la DERNIÈRE étape automatique du workflow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Séquence complète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Alfred images automatiquement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Parcourt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Pour chaque issue avec images : télécharge, envoie à Alfred, remplace le texte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texte descriptif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fichier in-place (pas de fichier séparé)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PDF figures (étape 7, dans STEPS)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Enrichit les figures des PDFs AVANT le cleaning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Descriptions stockées dans data/pdf_image_descriptions.json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Injectées dans les docs_files lors du files_to_docs_v2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Architecture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→ Configs par série (config_h7.json...)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              → Code pipeline Python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→ fetch_issues, fetch_files...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→ clean_issues,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→ issues_to_docs_v2, 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→ compute_issue_similarity_v2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→ docs_to_chunks (local)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→ export_st_ready_*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→ stats, TF-IDF tests, 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→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→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→ Scripts PS1 automatisation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→ Fichiers intermédiaires (NON commités)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→ Outputs finaux ST-ready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GitHub_repos/          → Clones locaux (auto)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Configuration d'une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["STM32CubeH7", "stm32h7xx-hal-driver", "cmsis_device_h7",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 "stm32h7xx-hal-driver": "https://github.com/..." 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"github_token_env": "GITHUB_TOKEN"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Variable d'environnement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Mapping sous-repos → drivers/ (delivery_paths.py)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sous-repo est routé sous by_series/&lt;serie&gt;/drivers/&lt;sous-repo&gt;/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Principale — Pipeline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Lancer le pipeline complet pour une série: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"shared/config/config_f7.json"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ça exécute (dans l'ordre)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[1-6] Ingestion (issues, PRs, commits, links, sync repos,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[7] Alfred PDF figure descriptions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[8-9] Cleaning (issues +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[10-11] Enrichment (issues + files → layer, board, component...)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[12] Similarity (TF-IDF cosine entre 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[13-14] Chunking (découpage en chunks pour recherche)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[15-17] Évaluation (stats + validation schémas)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[18-21] Delivery (export JSON ST-ready: issues, files, resolver, diag)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[22] Export issues_with_images (variante avec image_urls)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[23] Alfred Vision — descriptions automatiques des images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Flags du Workflow — Contrôle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Tous les flags disponibles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Active les 6 steps de delivery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issues, files, resolver, diag, with_images,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Sans ce flag, le pipeline s'arrête après la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Si un step échoue, passe au suivant au lieu de tout arrêter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Indispensable quand un sous-repo n'a pas d'issues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les 6 étapes d'ingestion GitHub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Utilise les fichiers raw_* déjà présents dans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Utile pour re-processer sans re-télécharger (économise le rate limit)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le chunking local (étapes 13-14)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La plateforme ST fait son propre chunking à l'upload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--no-enrich-pdf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l'appel Alfred Vision sur les figures PDF (étape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Utile si pas de proxy ou si les PDFs sont déjà enrichis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Fait TOUT (issues + files)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Ce n'est PAS un pipeline 'issues only'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Il traite issues ET files (cleaning, enrichment, delivery des deux)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 étapes de base + 4 optionnelles (delivery)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Liste STEPS (code réel)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STEPS = [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issues",     fetch_issues_main),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PRs",        fetch_prs_main),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commits",    fetch_commits_main),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links",      fetch_links_main),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sync repos", sync_local_repos_main),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files",      fetch_files_main),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("Alfred PDF figures",   _enrich_pdf_main),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issues",      clean_issues_main),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files",       clean_files_main),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issues V2", issues_to_docs_v2_main),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files V2",  files_to_docs_v2_main),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("Similarity issues V2", similarity_main),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issues V2",   chunks_issues_main),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files V2",    chunks_files_main),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issues V2",      stats_issues_main),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files V2",       stats_files_main),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("Schema validation",    validate_schemas_main),  # 17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Fonctionnement interne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Chaque step = un tuple (label, fonction Python)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("Cleaning issues", clean_issues_main) → appelle clean_issues_main()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label sert pour le print [1/17] et le filtrage par flag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Les flags FILTRENT la liste avant exécution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 → retire tout step dont label.startswith("Ingestion")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--skip-chunking   → retire tout step dont label.startswith("Chunking")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--no-enrich-pdf   → retire tout step dont label.startswith("Alfred")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 AJOUTE 6 steps à la fin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issues",           export_issues_all)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files",            export_files_all)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resolver",         export_resolver_all)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diag cards",       export_diag_all)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issues with imgs", export_with_images_all)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("Alfred image descriptions",          _enrich_alfred_images_main)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Gestion d'erreurs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Sans --continue-on-error → exception = STOP immédiat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Avec --continue-on-error → print [WARN] + passe au step suivant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: $env:STM32CUBE_CONFIG → shared/utils/paths.py → get_config_path()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 vs Run_Issues_Pipeline_For_All_Repos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Fait TOUT : issues + files + similarity + chunking + eval +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17-21 étapes complètes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un traitement complet d'une série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Run_Issues_Pipeline_For_All_Repos.ps1 (PowerShell)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Raccourci ISSUES-ONLY : clean → enrich → [similarity] → [chunking] →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Seulement 3-5 étapes (pas de files, pas d'ingestion)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Suppose que les raw_issues sont DÉJÀ téléchargés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re-processer rapidement les issues après un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Quand utiliser lequel 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Nouvelle série de zéro → run_full_workflow (complet)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dans l'enrichissement issues → Run_Issues_Pipeline (rapide)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Mise à jour des files seulement → lancer les étapes files individuellement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— Lancer toutes les séries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PowerShell batch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Points importants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itération est INDÉPENDANTE (son propre config, ses propres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Si une série échoue, les autres continuent grâce à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sont nommés par repo → pas de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Durée totale : ~10-30 min/série (dépend du nombre d'issues)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Voir aussi : pipeline_Automation/workflow/Run_Issues_Pipeline_For_All_Repos.ps1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Étapes du Pipeline — Détail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Étape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export_st_ready_*.py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datasets/07_delivery/st_ready/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Chaque étape peut être lancée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Ingestion seule (une étape)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Cleaning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Enrichissement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Similarity seule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pipeline.similarity.compute_issue_similarity_v2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Delivery seul (par type)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pipeline.delivery.export_st_ready_issues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pipeline.delivery.export_st_ready_diagnostic_cards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pipeline.delivery.export_st_ready_resolver_cases --repo STM32CubeH7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Évaluation &amp; Validation — Commandes individuelles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issues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Affiche : nb issues, couverture layer/board/component,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files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Affiche : nb fichiers, types, tailles, couverture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Validation schémas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Vérifie que les JSON respectent les schémas shared/schemas/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Rapport d'évaluation complet (graphiques + Excel)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pipeline.evaluation.generate_evaluation_report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Génère PNG + XLSX dans datasets/07_delivery/st_ready/evaluation_report/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Test TF-IDF (recherche)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pipeline.evaluation.test_tfidf_search_issues_v2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Teste la qualité de retrieval sur des queries prédéfinies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 — Cleaning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le cleaning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Normalise le texte (retours chariot, backticks, espaces)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Extrait les images → markers [IMAGE ATTACHED] + collecte URLs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Structure: Title + Body + Comments → champ clean_text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Conserve les métadonnées brutes (labels, dates, état)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le cleaning NE fait PAS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❌ Pas de classification (layer, board, component)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❌ Pas de détection de validité (is_valid)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Ces tâches sont faites par l'ENRICHISSEMENT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Output: data/clean_issues_&lt;repo&gt;.json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 repo, issue_number, title, state, labels, clean_text, image_urls, images_count 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 — Enrichissement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Heuristiques NLP ajoutées par issues_to_docs_v2.py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(détecté via labels + texte)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sur titre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(patterns de noms de cartes)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mots-clés)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si texte &gt; 100 chars + pas bot/spam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Métriques cibles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layer ≥ 85%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component ≥ 70%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board ≥ 60%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Taux validité ≥ 85%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5 — Delivery (Structure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Sortie sous datasets/07_delivery/st_ready/by_series/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st_ready_issues_with_images_stm32cubeh7.json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st_ready_files_stm32cubeh7.json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drivers/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stm32h7xx-hal-driver/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 files_json/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cmsis_device_h7/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stm32h7xx-nucleo-bsp/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Vision — Enrichissement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Images issues (AUTOMATIQUE via --export-st-ready)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run_full_workflow parcourt tous les with_images et appelle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JSON in-place: [IMAGE ATTACHED] → [IMAGE DESCRIPTION]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C'est le fichier with_images enrichi qu'on uploade vers la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Lancement manuel (si besoin)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pipeline_Automation/alfred/enrich_json_images_with_alfred.py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--input &lt;st_ready_issues_with_images_*.json&gt; --inplace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Figures des PDFs techniques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--repo STM32CubeH7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Stocke dans data/pdf_image_descriptions.json (126 descriptions)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Re-run files_to_docs_v2 pour injecter les descriptions dans les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Re-run export_st_ready_files pour régénérer le JSON livrable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Pas besoin de --use-proxy (accès direct depuis réseau ST)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Séries avec images issues (Alfred Vision)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Série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avec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Images total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OK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F0/F1/F2/F3/H7RS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quelques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Démo Alfred — 2 exemples H7 prêts à montrer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Exemple 1 — Issue #335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Sujet : warning observé avec le flag -Wcast-align pendant la compilation.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Avant : capture d'écran attachée mais non exploitable par la recherche texte.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Après : description Alfred intégrée dans st_ready_text et image_analyses.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 : flags, panneau Tool Settings et contexte build deviennent recherchables.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Exemple 2 — Issue #333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Sujet : corriger des warnings sans retirer les compiler flags.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extrait le contexte visuel : fenêtre About STM32CubeIDE, version, build.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 : la version exacte de l'outil devient traçable dans la KB.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Message à dire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enrichit le texte pour le retrieval direct et les métadonnées pour l'audit.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atelier recommandée — série complète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prioritaire pour l'atelier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qu'il orchestre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Préparation des artefacts parent + drivers.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Validations locales avant upload.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 KB et sauvegarde automatique des datasource IDs.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 de sortie important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datasets/07_delivery/st_ready/by_series/stm32cubeh7/upload_datasource_ids_stm32cubeh7.json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Pour démo avec placeholders connus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WB -Mode Prepare -PlaceholderPolicy Warn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vers la Knowledge Base #793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Créer une nouvelle datasource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"STM32F7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Ajouter à une datasource existante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29276 ... 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automatisé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Vérifier la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4 types de JSON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Structure de la KB — 1 datasource par série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Organisation dans KB #793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fichiers,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fichiers,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fichiers,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fichiers,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(même pattern pour chaque série)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Règle : les drivers vont dans la MÊME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Ajouter une Nouvelle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1. Créer shared/config/config_&lt;serie&gt;.json (repos + clone_urls)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2. Ajouter mapping dans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3. Lancer le pipeline complet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"shared/config/config_xx.json"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Inclut automatiquement: delivery + export with_images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4. Vérifier by_series/&lt;serie&gt;/ : issues, files, diag,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5. Alfred PDF figures (si pdf_image_tasks non vide)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Puis re-run: files_to_docs_v2 + export_st_ready_files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6. Upload repo principal (new datasource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7. Upload issues with_images enrichies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8. Upload files PDF-enrichies (suffixe _pdf_enriched si déjà uploadé)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9. Mettre à jour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10. Lancer 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11. Vérifier: Get_Persona_KBs.py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Exécution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Toujours --continue-on-error (un sous-repo vide ne bloque pas)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pour re-processer sans re-télécharger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Vérifier summary_*.json avant upload (cohérence counts)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 pas uploader les fichiers vides (resolver_cases = [])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 datasource = 1 série + 1 type d'artifact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drivers vont dans la même datasource que le repo principal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JAMAIS commit data/*.json (&gt; 100 MB → push rejeté)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.gitignore exclut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datasets/07_delivery/ EST commité (&lt; 50 MB, c'est le livrable)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PAS besoin de --use-proxy (accès direct depuis réseau ST)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Vérifier 0 [IMAGE DESCRIPTION UNAVAILABLE] après enrichissement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Upload_All_Drivers.ps1 a un throttle de 5s + retry auto (rate limit API)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Dépannage — Erreurs Courantes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Erreur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sans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série sans fix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déjà dans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Supprimer dans KB Mgmt ou --operation new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dans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Vérifier .gitignore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d'appels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Attendre 1h ou ↑ issues_sleep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sous-repo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 de docs_issues_v2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pour BSP/CMSIS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argparse error in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sys.argv pollution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Fix: sys.argv isolé (déjà fait)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détaillées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with_images n'est généré QUE si des issues ont des [IMAGE ATTACHED]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n'ont souvent aucune image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Le workflow skip automatiquement les séries sans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resolver_cases.json contient [] car aucune issue n'a un fix documenté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 : diag décrit le problème, resolver le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ne pas forcer l'upload (--empty-json-policy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[fichier.json]"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a déjà été uploadé dans ce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doublons par nom de fichier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Supprimer l'ancien dans KB Management, puis re-uploader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créer un nouveau datasource (--operation new)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"error: 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(raw, clean, docs, chunks) sont TRÈS gros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chunks_files_stm32cubec0_v2.json = 114 MB 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.gitignore contient 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Si déjà commité : git rm --cached data/&lt;fichier&gt;.json + amend commit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avec token, 60/h sans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fait beaucoup d'appels (issues + comments + PRs)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$env:GITHUB_TOKEN est défini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Augmenter issues_sleep dans config (0.2 → 0.5)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utiliser --skip-ingestion si les raw sont déjà là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pour un sous-repo BSP"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ont très peu d'issues (souvent 0-5)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script d'évaluation ne trouve pas de docs_issues_*_v2.json dédié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le contenu est agrégé dans le repo principal de la série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Rate Limit API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api-ai-bridge.st.com rate-limite après ~20 requêtes rapides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reverse proxy nginx retourne 404 au lieu de 429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Fix déjà appliqué dans Upload_All_Drivers.ps1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$uploadDelaySec = 5 (pause entre chaque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$retryCount = 2 (2 tentatives si échec)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$retryDelaySec = 30 (attente avant retry)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"skipped_existing_files" — fichier déjà dans la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fichiers ayant le même nom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1 : Supprimer l'ancien dans KB Management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2 : Renommer avec suffixe _pdf_enriched avant upload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Proxy "502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proxy 185.46.212.88 est parfois down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Lancer SANS --use-proxy (accès direct depuis réseau ST)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Scripts d'Automatisation —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Pipeline complet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(toutes séries)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Parcourt by_series/*/drivers/, uploade chaque artifact, throttle 5s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issues Alfred (toutes séries)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Upload les with_images enrichis vers les datasources Issues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Batch toutes séries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.\pipeline_Automation\workflow\Run_Full_Auto_Update_KB.ps1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Vérification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Message de clôture — ce qu'il faut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Valeur technique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Transformation industrialisée de données GitHub hétérogènes en livrables KB structurés.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Valeur qualité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Validations, gates et rapports rendent les erreurs visibles avant upload.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Valeur opérationnelle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imprévus rencontrés ont été transformés en contrôles réutilisables pour toutes les séries.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Phrase finale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rend la connaissance STM32 plus searchable, traçable et maintenable pour ST ChatGPT.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Résumé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Config → Pipeline (23 steps) → Alfred → Upload →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